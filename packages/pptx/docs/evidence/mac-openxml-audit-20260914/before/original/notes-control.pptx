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these speaker notes.
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Speaker notes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slide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slide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