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8028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490728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676656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862584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25374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4594860" y="304800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4800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4594860" y="11518392"/>
            <a:ext cx="178308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162812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018919"/>
            <a:ext cx="5760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