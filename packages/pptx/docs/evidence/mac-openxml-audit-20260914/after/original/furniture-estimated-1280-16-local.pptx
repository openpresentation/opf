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ags/opfHeading1.xml" ContentType="application/vnd.openxmlformats-officedocument.presentationml.tags+xml"/>
  <Override PartName="/ppt/tags/opfText1.xml" ContentType="application/vnd.openxmlformats-officedocument.presentationml.tags+xml"/>
  <Override PartName="/ppt/tags/opfFurniture1.xml" ContentType="application/vnd.openxmlformats-officedocument.presentationml.tags+xml"/>
  <Override PartName="/ppt/tags/opfFurniture2.xml" ContentType="application/vnd.openxmlformats-officedocument.presentationml.tags+xml"/>
  <Override PartName="/ppt/tags/opfFurniture3.xml" ContentType="application/vnd.openxmlformats-officedocument.presentationml.tags+xml"/>
  <Override PartName="/ppt/tags/opfFurniture4.xml" ContentType="application/vnd.openxmlformats-officedocument.presentationml.tags+xml"/>
  <Override PartName="/ppt/tags/opfFurniture5.xml" ContentType="application/vnd.openxmlformats-officedocument.presentationml.tags+xml"/>
  <Override PartName="/ppt/tags/opfFurnitureSlide0.xml" ContentType="application/vnd.openxmlformats-officedocument.presentationml.tags+xml"/>
  <Override PartName="/ppt/media/image-1-1.png" ContentType="image/png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OpfHeading1" Type="http://schemas.openxmlformats.org/officeDocument/2006/relationships/tags" Target="../tags/opfHeading1.xml"/><Relationship Id="rIdOpfText1" Type="http://schemas.openxmlformats.org/officeDocument/2006/relationships/tags" Target="../tags/opfText1.xml"/><Relationship Id="rIdOpfFurniture1" Type="http://schemas.openxmlformats.org/officeDocument/2006/relationships/tags" Target="../tags/opfFurniture1.xml"/><Relationship Id="rIdOpfFurniture2" Type="http://schemas.openxmlformats.org/officeDocument/2006/relationships/tags" Target="../tags/opfFurniture2.xml"/><Relationship Id="rIdOpfFurniture3" Type="http://schemas.openxmlformats.org/officeDocument/2006/relationships/tags" Target="../tags/opfFurniture3.xml"/><Relationship Id="rIdOpfFurniture4" Type="http://schemas.openxmlformats.org/officeDocument/2006/relationships/tags" Target="../tags/opfFurniture4.xml"/><Relationship Id="rIdOpfFurniture5" Type="http://schemas.openxmlformats.org/officeDocument/2006/relationships/tags" Target="../tags/opfFurniture5.xml"/><Relationship Id="rIdOpfFurnitureSlide" Type="http://schemas.openxmlformats.org/officeDocument/2006/relationships/tags" Target="../tags/opfFurnitureSlide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PF image 1" descr="Header image with text">    </p:cNvPr>
          <p:cNvPicPr>
            <a:picLocks noChangeAspect="1"/>
          </p:cNvPicPr>
          <p:nvPr>
            <p:custDataLst>
              <p:tags r:id="rIdOpfFurniture1"/>
            </p:custDataLst>
          </p:nvPr>
        </p:nvPicPr>
        <p:blipFill>
          <a:blip r:embed="rId1"/>
          <a:stretch>
            <a:fillRect/>
          </a:stretch>
        </p:blipFill>
        <p:spPr>
          <a:xfrm>
            <a:off x="2095500" y="171450"/>
            <a:ext cx="685800" cy="342900"/>
          </a:xfrm>
          <a:prstGeom prst="rect">
            <a:avLst/>
          </a:prstGeom>
        </p:spPr>
      </p:pic>
      <p:sp>
        <p:nvSpPr>
          <p:cNvPr id="3" name="OPF furniture 0 part 1 line 0"/>
          <p:cNvSpPr/>
          <p:nvPr>
            <p:custDataLst>
              <p:tags r:id="rIdOpfFurniture2"/>
            </p:custDataLst>
          </p:nvPr>
        </p:nvSpPr>
        <p:spPr>
          <a:xfrm>
            <a:off x="853440" y="5143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endParaRPr lang="en-US" sz="1200" dirty="0"/>
          </a:p>
        </p:txBody>
      </p:sp>
      <p:sp>
        <p:nvSpPr>
          <p:cNvPr id="4" name="OPF furniture 0 part 2 line 0"/>
          <p:cNvSpPr/>
          <p:nvPr>
            <p:custDataLst>
              <p:tags r:id="rIdOpfFurniture3"/>
            </p:custDataLst>
          </p:nvPr>
        </p:nvSpPr>
        <p:spPr>
          <a:xfrm>
            <a:off x="8168640" y="171450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Local</a:t>
            </a:r>
            <a:endParaRPr lang="en-US" sz="1200" dirty="0"/>
          </a:p>
        </p:txBody>
      </p:sp>
      <p:sp>
        <p:nvSpPr>
          <p:cNvPr id="5" name="OPF furniture 0 part 3 line 0"/>
          <p:cNvSpPr/>
          <p:nvPr>
            <p:custDataLst>
              <p:tags r:id="rIdOpfFurniture4"/>
            </p:custDataLst>
          </p:nvPr>
        </p:nvSpPr>
        <p:spPr>
          <a:xfrm>
            <a:off x="8534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2026-09-10 </a:t>
            </a:r>
            <a:endParaRPr lang="en-US" sz="1200" dirty="0"/>
          </a:p>
        </p:txBody>
      </p:sp>
      <p:sp>
        <p:nvSpPr>
          <p:cNvPr id="6" name="OPF furniture 0 part 4 line 0"/>
          <p:cNvSpPr/>
          <p:nvPr>
            <p:custDataLst>
              <p:tags r:id="rIdOpfFurniture5"/>
            </p:custDataLst>
          </p:nvPr>
        </p:nvSpPr>
        <p:spPr>
          <a:xfrm>
            <a:off x="8168640" y="6397752"/>
            <a:ext cx="3169920" cy="1859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0000"/>
              </a:lnSpc>
              <a:buNone/>
              <a:tabLst/>
            </a:pPr>
            <a:r>
              <a:rPr lang="en-US" sz="1200" dirty="0">
                <a:solidFill>
                  <a:srgbClr val="F0F0F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OPF heading slides.0.title line 0"/>
          <p:cNvSpPr/>
          <p:nvPr>
            <p:custDataLst>
              <p:tags r:id="rIdOpfHeading1"/>
            </p:custDataLst>
          </p:nvPr>
        </p:nvSpPr>
        <p:spPr>
          <a:xfrm>
            <a:off x="548640" y="814578"/>
            <a:ext cx="11094720" cy="6275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40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Furniture</a:t>
            </a:r>
            <a:endParaRPr lang="en-US" sz="4050" dirty="0"/>
          </a:p>
        </p:txBody>
      </p:sp>
      <p:sp>
        <p:nvSpPr>
          <p:cNvPr id="8" name="OPF text slides.0.text line 0"/>
          <p:cNvSpPr/>
          <p:nvPr>
            <p:custDataLst>
              <p:tags r:id="rIdOpfText1"/>
            </p:custDataLst>
          </p:nvPr>
        </p:nvSpPr>
        <p:spPr>
          <a:xfrm>
            <a:off x="548640" y="1670685"/>
            <a:ext cx="11094720" cy="2905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  <a:tabLst/>
            </a:pPr>
            <a:r>
              <a:rPr lang="en-US" sz="1875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Keep body words.</a:t>
            </a:r>
            <a:endParaRPr lang="en-US" sz="1875" dirty="0"/>
          </a:p>
        </p:txBody>
      </p:sp>
    </p:spTree>
    <p:custDataLst>
      <p:tags r:id="rIdOpfFurnitureSlide"/>
    </p:custDataLst>
  </p:cSld>
  <p:clrMapOvr>
    <a:masterClrMapping/>
  </p:clrMapOvr>
</p:sld>
</file>

<file path=ppt/tags/opfFurniture1.xml><?xml version="1.0" encoding="utf-8"?>
<p:tagLst xmlns:p="http://schemas.openxmlformats.org/presentationml/2006/main">
  <p:tag name="OPF_FURNITURE_V1" val="7B2276223A312C22726F6C65223A22696D616765222C2267726F7570223A2230222C2270617274223A307D"/>
</p:tagLst>
</file>

<file path=ppt/tags/opfFurniture2.xml><?xml version="1.0" encoding="utf-8"?>
<p:tagLst xmlns:p="http://schemas.openxmlformats.org/presentationml/2006/main">
  <p:tag name="OPF_FURNITURE_V1" val="7B2276223A312C22726F6C65223A2274657874222C2267726F7570223A2230222C2270617274223A312C226C696E65223A302C22636F756E74223A312C22626F756E64617279223A22656E64222C22736570617261746F72223A22227D"/>
</p:tagLst>
</file>

<file path=ppt/tags/opfFurniture3.xml><?xml version="1.0" encoding="utf-8"?>
<p:tagLst xmlns:p="http://schemas.openxmlformats.org/presentationml/2006/main">
  <p:tag name="OPF_FURNITURE_V1" val="7B2276223A312C22726F6C65223A2274657874222C2267726F7570223A2230222C2270617274223A322C226C696E65223A302C22636F756E74223A312C22626F756E64617279223A22656E64222C22736570617261746F72223A22227D"/>
</p:tagLst>
</file>

<file path=ppt/tags/opfFurniture4.xml><?xml version="1.0" encoding="utf-8"?>
<p:tagLst xmlns:p="http://schemas.openxmlformats.org/presentationml/2006/main">
  <p:tag name="OPF_FURNITURE_V1" val="7B2276223A312C22726F6C65223A2274657874222C2267726F7570223A2230222C2270617274223A332C226C696E65223A302C22636F756E74223A312C22626F756E64617279223A22656E64222C22736570617261746F72223A22227D"/>
</p:tagLst>
</file>

<file path=ppt/tags/opfFurniture5.xml><?xml version="1.0" encoding="utf-8"?>
<p:tagLst xmlns:p="http://schemas.openxmlformats.org/presentationml/2006/main">
  <p:tag name="OPF_FURNITURE_V1" val="7B2276223A312C22726F6C65223A2274657874222C2267726F7570223A2230222C2270617274223A342C226C696E65223A302C22636F756E74223A312C22626F756E64617279223A22656E64222C22736570617261746F72223A22227D"/>
</p:tagLst>
</file>

<file path=ppt/tags/opfFurnitureSlide0.xml><?xml version="1.0" encoding="utf-8"?>
<p:tagLst xmlns:p="http://schemas.openxmlformats.org/presentationml/2006/main">
  <p:tag name="OPF_FURNITURE_V1" val="7B2276223A312C22726F6C65223A22736C696465222C2267726F7570223A2230222C22646566696E6974696F6E73223A7B22686561646572223A7B2273636F7065223A226C6F63616C222C2276616C7565223A7B226C656674223A7B2274657874223A226C69746572616C222C22696D616765223A226E6174697665227D2C227269676874223A7B2274657874223A226C69746572616C227D7D7D2C22666F6F746572223A7B2273636F7065223A22676C6F62616C222C2276616C7565223A7B226C656674223A7B2264617465223A226C69746572616C227D2C227269676874223A7B22736C6964654E756D626572223A747275657D7D7D7D2C227061727473223A5B7B226B696E64223A22686561646572222C227A6F6E65223A226C656674222C226669656C64223A22696D616765222C2274797065223A22696D616765222C22636F756E74223A317D2C7B226B696E64223A22686561646572222C227A6F6E65223A226C656674222C226669656C64223A2274657874222C2274797065223A2274657874222C22636F756E74223A317D2C7B226B696E64223A22686561646572222C227A6F6E65223A227269676874222C226669656C64223A2274657874222C2274797065223A2274657874222C22636F756E74223A317D2C7B226B696E64223A22666F6F746572222C227A6F6E65223A226C656674222C226669656C64223A2264617465222C2274797065223A2274657874222C22636F756E74223A317D2C7B226B696E64223A22666F6F746572222C227A6F6E65223A227269676874222C226669656C64223A22736C6964654E756D626572222C2274797065223A2274657874222C22636F756E74223A317D5D7D"/>
</p:tagLst>
</file>

<file path=ppt/tags/opfHeading1.xml><?xml version="1.0" encoding="utf-8"?>
<p:tagLst xmlns:p="http://schemas.openxmlformats.org/presentationml/2006/main">
  <p:tag name="OPF_HEADING_V1" val="7B2276223A312C2267726F7570223A22736C696465732E302E7469746C65222C226669656C64223A227469746C65222C226C696E65223A302C22636F756E74223A312C22626F756E64617279223A22656E64222C22736570617261746F72223A22227D"/>
</p:tagLst>
</file>

<file path=ppt/tags/opfText1.xml><?xml version="1.0" encoding="utf-8"?>
<p:tagLst xmlns:p="http://schemas.openxmlformats.org/presentationml/2006/main">
  <p:tag name="OPF_TEXT_V1" val="7B2276223A312C2267726F7570223A22736C696465732E302E74657874222C226C696E65223A302C22636F756E74223A312C22626F756E64617279223A22656E64222C22736570617261746F72223A2222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OpenPresentation</cp:lastModifiedBy>
  <cp:revision>1</cp:revision>
  <dcterms:created xsi:type="dcterms:W3CDTF">1980-01-01T00:00:00Z</dcterms:created>
  <dcterms:modified xsi:type="dcterms:W3CDTF">1980-01-01T00:00:00Z</dcterms:modified>
</cp:coreProperties>
</file>