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7D7D7D2C227061727473223A5B7B226B696E64223A22686561646572222C227A6F6E65223A226C656674222C226669656C64223A2274657874222C2274797065223A2274657874222C22636F756E74223A317D5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