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9.xml" ContentType="application/vnd.openxmlformats-officedocument.presentationml.tags+xml"/>
  <Override PartName="/ppt/tags/opfFurniture10.xml" ContentType="application/vnd.openxmlformats-officedocument.presentationml.tags+xml"/>
  <Override PartName="/ppt/tags/opfFurniture11.xml" ContentType="application/vnd.openxmlformats-officedocument.presentationml.tags+xml"/>
  <Override PartName="/ppt/tags/opfFurnitureSlide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7" Type="http://schemas.openxmlformats.org/officeDocument/2006/relationships/tags" Target="../tags/opfFurniture7.xml"/><Relationship Id="rIdOpfFurniture8" Type="http://schemas.openxmlformats.org/officeDocument/2006/relationships/tags" Target="../tags/opfFurniture8.xml"/><Relationship Id="rIdOpfFurniture9" Type="http://schemas.openxmlformats.org/officeDocument/2006/relationships/tags" Target="../tags/opfFurniture9.xml"/><Relationship Id="rIdOpfFurniture10" Type="http://schemas.openxmlformats.org/officeDocument/2006/relationships/tags" Target="../tags/opfFurniture10.xml"/><Relationship Id="rIdOpfFurniture11" Type="http://schemas.openxmlformats.org/officeDocument/2006/relationships/tags" Target="../tags/opfFurniture11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480060" y="304800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Authored	</a:t>
            </a:r>
            <a:endParaRPr lang="en-US" sz="2400" dirty="0"/>
          </a:p>
        </p:txBody>
      </p:sp>
      <p:sp>
        <p:nvSpPr>
          <p:cNvPr id="3" name="OPF furniture 0 part 0 line 1"/>
          <p:cNvSpPr/>
          <p:nvPr>
            <p:custDataLst>
              <p:tags r:id="rIdOpfFurniture2"/>
            </p:custDataLst>
          </p:nvPr>
        </p:nvSpPr>
        <p:spPr>
          <a:xfrm>
            <a:off x="480060" y="676656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words </a:t>
            </a:r>
            <a:endParaRPr lang="en-US" sz="2400" dirty="0"/>
          </a:p>
        </p:txBody>
      </p:sp>
      <p:sp>
        <p:nvSpPr>
          <p:cNvPr id="4" name="OPF furniture 0 part 0 line 2"/>
          <p:cNvSpPr/>
          <p:nvPr>
            <p:custDataLst>
              <p:tags r:id="rIdOpfFurniture3"/>
            </p:custDataLst>
          </p:nvPr>
        </p:nvSpPr>
        <p:spPr>
          <a:xfrm>
            <a:off x="480060" y="1048512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2400" dirty="0"/>
          </a:p>
        </p:txBody>
      </p:sp>
      <p:sp>
        <p:nvSpPr>
          <p:cNvPr id="5" name="OPF furniture 0 part 0 line 3"/>
          <p:cNvSpPr/>
          <p:nvPr>
            <p:custDataLst>
              <p:tags r:id="rIdOpfFurniture4"/>
            </p:custDataLst>
          </p:nvPr>
        </p:nvSpPr>
        <p:spPr>
          <a:xfrm>
            <a:off x="480060" y="1420368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last  </a:t>
            </a:r>
            <a:endParaRPr lang="en-US" sz="2400" dirty="0"/>
          </a:p>
        </p:txBody>
      </p:sp>
      <p:sp>
        <p:nvSpPr>
          <p:cNvPr id="6" name="OPF furniture 0 part 0 line 4"/>
          <p:cNvSpPr/>
          <p:nvPr>
            <p:custDataLst>
              <p:tags r:id="rIdOpfFurniture5"/>
            </p:custDataLst>
          </p:nvPr>
        </p:nvSpPr>
        <p:spPr>
          <a:xfrm>
            <a:off x="480060" y="1792224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2400" dirty="0"/>
          </a:p>
        </p:txBody>
      </p:sp>
      <p:sp>
        <p:nvSpPr>
          <p:cNvPr id="7" name="OPF furniture 0 part 1 line 0"/>
          <p:cNvSpPr/>
          <p:nvPr>
            <p:custDataLst>
              <p:tags r:id="rIdOpfFurniture6"/>
            </p:custDataLst>
          </p:nvPr>
        </p:nvSpPr>
        <p:spPr>
          <a:xfrm>
            <a:off x="2537460" y="304800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</a:t>
            </a:r>
            <a:endParaRPr lang="en-US" sz="2400" dirty="0"/>
          </a:p>
        </p:txBody>
      </p:sp>
      <p:sp>
        <p:nvSpPr>
          <p:cNvPr id="8" name="OPF furniture 0 part 1 line 1"/>
          <p:cNvSpPr/>
          <p:nvPr>
            <p:custDataLst>
              <p:tags r:id="rIdOpfFurniture7"/>
            </p:custDataLst>
          </p:nvPr>
        </p:nvSpPr>
        <p:spPr>
          <a:xfrm>
            <a:off x="2537460" y="676656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</a:t>
            </a:r>
            <a:endParaRPr lang="en-US" sz="2400" dirty="0"/>
          </a:p>
        </p:txBody>
      </p:sp>
      <p:sp>
        <p:nvSpPr>
          <p:cNvPr id="9" name="OPF furniture 0 part 2 line 0"/>
          <p:cNvSpPr/>
          <p:nvPr>
            <p:custDataLst>
              <p:tags r:id="rIdOpfFurniture8"/>
            </p:custDataLst>
          </p:nvPr>
        </p:nvSpPr>
        <p:spPr>
          <a:xfrm>
            <a:off x="4594860" y="304800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</a:t>
            </a:r>
            <a:endParaRPr lang="en-US" sz="2400" dirty="0"/>
          </a:p>
        </p:txBody>
      </p:sp>
      <p:sp>
        <p:nvSpPr>
          <p:cNvPr id="10" name="OPF furniture 0 part 3 line 0"/>
          <p:cNvSpPr/>
          <p:nvPr>
            <p:custDataLst>
              <p:tags r:id="rIdOpfFurniture9"/>
            </p:custDataLst>
          </p:nvPr>
        </p:nvSpPr>
        <p:spPr>
          <a:xfrm>
            <a:off x="480060" y="10960608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</a:t>
            </a:r>
            <a:endParaRPr lang="en-US" sz="2400" dirty="0"/>
          </a:p>
        </p:txBody>
      </p:sp>
      <p:sp>
        <p:nvSpPr>
          <p:cNvPr id="11" name="OPF furniture 0 part 3 line 1"/>
          <p:cNvSpPr/>
          <p:nvPr>
            <p:custDataLst>
              <p:tags r:id="rIdOpfFurniture10"/>
            </p:custDataLst>
          </p:nvPr>
        </p:nvSpPr>
        <p:spPr>
          <a:xfrm>
            <a:off x="480060" y="11332464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 </a:t>
            </a:r>
            <a:endParaRPr lang="en-US" sz="2400" dirty="0"/>
          </a:p>
        </p:txBody>
      </p:sp>
      <p:sp>
        <p:nvSpPr>
          <p:cNvPr id="12" name="OPF furniture 0 part 4 line 0"/>
          <p:cNvSpPr/>
          <p:nvPr>
            <p:custDataLst>
              <p:tags r:id="rIdOpfFurniture11"/>
            </p:custDataLst>
          </p:nvPr>
        </p:nvSpPr>
        <p:spPr>
          <a:xfrm>
            <a:off x="4594860" y="10960608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2278380"/>
            <a:ext cx="5760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14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3134487"/>
            <a:ext cx="5760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2400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52C22626F756E64617279223A22736F6674222C22736570617261746F72223A22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02C226C696E65223A312C22636F756E74223A352C22626F756E64617279223A2268617264222C22736570617261746F72223A225C725C6E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02C226C696E65223A322C22636F756E74223A352C22626F756E64617279223A2268617264222C22736570617261746F72223A225C725C6E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02C226C696E65223A332C22636F756E74223A352C22626F756E64617279223A2268617264222C22736570617261746F72223A225C7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02C226C696E65223A342C22636F756E74223A35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22C22626F756E64617279223A22736F667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0222C2270617274223A312C226C696E65223A312C22636F756E74223A32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9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22C22626F756E64617279223A22736F6674222C22736570617261746F72223A22227D"/>
</p:tagLst>
</file>

<file path=ppt/tags/opfFurniture10.xml><?xml version="1.0" encoding="utf-8"?>
<p:tagLst xmlns:p="http://schemas.openxmlformats.org/presentationml/2006/main">
  <p:tag name="OPF_FURNITURE_V1" val="7B2276223A312C22726F6C65223A2274657874222C2267726F7570223A2230222C2270617274223A332C226C696E65223A312C22636F756E74223A322C22626F756E64617279223A22656E64222C22736570617261746F72223A22227D"/>
</p:tagLst>
</file>

<file path=ppt/tags/opfFurniture11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64617465223A226C69746572616C227D2C227269676874223A7B22736C6964654E756D626572223A747275657D7D7D7D2C226F7267616E697A6174696F6E4964223A227072696D617279222C227061727473223A5B7B226B696E64223A22686561646572222C227A6F6E65223A226C656674222C226669656C64223A2274657874222C2274797065223A2274657874222C22636F756E74223A357D2C7B226B696E64223A22686561646572222C227A6F6E65223A2263656E746572222C226669656C64223A226F7267616E697A6174696F6E222C2274797065223A2274657874222C22636F756E74223A327D2C7B226B696E64223A22686561646572222C227A6F6E65223A227269676874222C226669656C64223A2273656374696F6E222C2274797065223A2274657874222C22636F756E74223A317D2C7B226B696E64223A22666F6F746572222C227A6F6E65223A226C656674222C226669656C64223A2264617465222C2274797065223A2274657874222C22636F756E74223A32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