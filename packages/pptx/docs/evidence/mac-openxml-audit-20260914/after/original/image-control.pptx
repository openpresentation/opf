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media/image-1-1.png" ContentType="image/png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Image control</a:t>
            </a:r>
            <a:endParaRPr lang="en-US" sz="4050" dirty="0"/>
          </a:p>
        </p:txBody>
      </p:sp>
      <p:pic>
        <p:nvPicPr>
          <p:cNvPr id="3" name="OPF image 1" descr="Header image with 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1387" y="1404747"/>
            <a:ext cx="9809226" cy="4904613"/>
          </a:xfrm>
          <a:prstGeom prst="rect">
            <a:avLst/>
          </a:prstGeom>
        </p:spPr>
      </p:pic>
    </p:spTree>
  </p:cSld>
  <p:clrMapOvr>
    <a:masterClrMapping/>
  </p:clrMapOvr>
</p:sld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