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762000" y="304800"/>
            <a:ext cx="1219200" cy="6096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480060" y="9144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45948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24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480060" y="1096060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</a:t>
            </a:r>
            <a:endParaRPr lang="en-US" sz="2400" dirty="0"/>
          </a:p>
        </p:txBody>
      </p:sp>
      <p:sp>
        <p:nvSpPr>
          <p:cNvPr id="6" name="OPF furniture 0 part 3 line 1"/>
          <p:cNvSpPr/>
          <p:nvPr>
            <p:custDataLst>
              <p:tags r:id="rIdOpfFurniture5"/>
            </p:custDataLst>
          </p:nvPr>
        </p:nvSpPr>
        <p:spPr>
          <a:xfrm>
            <a:off x="4800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</a:t>
            </a:r>
            <a:endParaRPr lang="en-US" sz="2400" dirty="0"/>
          </a:p>
        </p:txBody>
      </p:sp>
      <p:sp>
        <p:nvSpPr>
          <p:cNvPr id="7" name="OPF furniture 0 part 4 line 0"/>
          <p:cNvSpPr/>
          <p:nvPr>
            <p:custDataLst>
              <p:tags r:id="rIdOpfFurniture6"/>
            </p:custDataLst>
          </p:nvPr>
        </p:nvSpPr>
        <p:spPr>
          <a:xfrm>
            <a:off x="4594860" y="1096060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400556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9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2256663"/>
            <a:ext cx="5760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22C22626F756E64617279223A22736F667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32C226C696E65223A312C22636F756E74223A32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2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