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Slide0.xml" ContentType="application/vnd.openxmlformats-officedocument.presentationml.tags+xml"/>
  <Override PartName="/ppt/media/image-1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Header image with text">    </p:cNvPr>
          <p:cNvPicPr>
            <a:picLocks noChangeAspect="1"/>
          </p:cNvPicPr>
          <p:nvPr>
            <p:custDataLst>
              <p:tags r:id="rIdOpfFurniture1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762000" y="304800"/>
            <a:ext cx="1219200" cy="609600"/>
          </a:xfrm>
          <a:prstGeom prst="rect">
            <a:avLst/>
          </a:prstGeom>
        </p:spPr>
      </p:pic>
      <p:sp>
        <p:nvSpPr>
          <p:cNvPr id="3" name="OPF furniture 0 part 1 line 0"/>
          <p:cNvSpPr/>
          <p:nvPr>
            <p:custDataLst>
              <p:tags r:id="rIdOpfFurniture2"/>
            </p:custDataLst>
          </p:nvPr>
        </p:nvSpPr>
        <p:spPr>
          <a:xfrm>
            <a:off x="480060" y="914400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4" name="OPF furniture 0 part 2 line 0"/>
          <p:cNvSpPr/>
          <p:nvPr>
            <p:custDataLst>
              <p:tags r:id="rIdOpfFurniture3"/>
            </p:custDataLst>
          </p:nvPr>
        </p:nvSpPr>
        <p:spPr>
          <a:xfrm>
            <a:off x="4594860" y="304800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</a:t>
            </a:r>
            <a:endParaRPr lang="en-US" sz="1200" dirty="0"/>
          </a:p>
        </p:txBody>
      </p:sp>
      <p:sp>
        <p:nvSpPr>
          <p:cNvPr id="5" name="OPF furniture 0 part 3 line 0"/>
          <p:cNvSpPr/>
          <p:nvPr>
            <p:custDataLst>
              <p:tags r:id="rIdOpfFurniture4"/>
            </p:custDataLst>
          </p:nvPr>
        </p:nvSpPr>
        <p:spPr>
          <a:xfrm>
            <a:off x="480060" y="11518392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1200" dirty="0"/>
          </a:p>
        </p:txBody>
      </p:sp>
      <p:sp>
        <p:nvSpPr>
          <p:cNvPr id="6" name="OPF furniture 0 part 4 line 0"/>
          <p:cNvSpPr/>
          <p:nvPr>
            <p:custDataLst>
              <p:tags r:id="rIdOpfFurniture5"/>
            </p:custDataLst>
          </p:nvPr>
        </p:nvSpPr>
        <p:spPr>
          <a:xfrm>
            <a:off x="4594860" y="11518392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1214628"/>
            <a:ext cx="5760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8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2070735"/>
            <a:ext cx="5760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696D616765222C2267726F7570223A2230222C2270617274223A30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C6F63616C222C2276616C7565223A7B226C656674223A7B2274657874223A226C69746572616C222C22696D616765223A226E6174697665227D2C227269676874223A7B2274657874223A226C69746572616C227D7D7D2C22666F6F746572223A7B2273636F7065223A22676C6F62616C222C2276616C7565223A7B226C656674223A7B2264617465223A226C69746572616C227D2C227269676874223A7B22736C6964654E756D626572223A747275657D7D7D7D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7269676874222C226669656C64223A2274657874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