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780288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12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853440" y="72923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12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029462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885569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