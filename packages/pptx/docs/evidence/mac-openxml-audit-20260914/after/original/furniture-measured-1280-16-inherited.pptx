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756047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Authored	words 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860881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 </a:t>
            </a:r>
            <a:endParaRPr lang="en-US" sz="1200" dirty="0"/>
          </a:p>
        </p:txBody>
      </p:sp>
      <p:sp>
        <p:nvSpPr>
          <p:cNvPr id="5" name="OPF furniture 0 part 0 line 3"/>
          <p:cNvSpPr/>
          <p:nvPr>
            <p:custDataLst>
              <p:tags r:id="rIdOpfFurniture4"/>
            </p:custDataLst>
          </p:nvPr>
        </p:nvSpPr>
        <p:spPr>
          <a:xfrm>
            <a:off x="853440" y="72923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6" name="OPF furniture 0 part 1 line 0"/>
          <p:cNvSpPr/>
          <p:nvPr>
            <p:custDataLst>
              <p:tags r:id="rIdOpfFurniture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7" name="OPF furniture 0 part 2 line 0"/>
          <p:cNvSpPr/>
          <p:nvPr>
            <p:custDataLst>
              <p:tags r:id="rIdOpfFurniture6"/>
            </p:custDataLst>
          </p:nvPr>
        </p:nvSpPr>
        <p:spPr>
          <a:xfrm>
            <a:off x="8159934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</a:t>
            </a:r>
            <a:endParaRPr lang="en-US" sz="1200" dirty="0"/>
          </a:p>
        </p:txBody>
      </p:sp>
      <p:sp>
        <p:nvSpPr>
          <p:cNvPr id="8" name="OPF furniture 0 part 3 line 0"/>
          <p:cNvSpPr/>
          <p:nvPr>
            <p:custDataLst>
              <p:tags r:id="rIdOpfFurniture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1200" dirty="0"/>
          </a:p>
        </p:txBody>
      </p:sp>
      <p:sp>
        <p:nvSpPr>
          <p:cNvPr id="9" name="OPF furniture 0 part 4 line 0"/>
          <p:cNvSpPr/>
          <p:nvPr>
            <p:custDataLst>
              <p:tags r:id="rIdOpfFurniture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029462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11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885569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4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4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42C22626F756E64617279223A2268617264222C22736570617261746F72223A225C7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02C226C696E65223A332C22636F756E74223A34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64617465223A226C69746572616C227D2C227269676874223A7B22736C6964654E756D626572223A747275657D7D7D7D2C226F7267616E697A6174696F6E4964223A227072696D617279222C227061727473223A5B7B226B696E64223A22686561646572222C227A6F6E65223A226C656674222C226669656C64223A2274657874222C2274797065223A2274657874222C22636F756E74223A34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