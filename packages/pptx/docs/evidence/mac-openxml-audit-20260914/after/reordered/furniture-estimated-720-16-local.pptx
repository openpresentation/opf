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762000" y="304800"/>
            <a:ext cx="1219200" cy="6096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480060" y="9144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45948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4800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45948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214628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070735"/>
            <a:ext cx="5760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