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87419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214628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70735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