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548640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Plain control</a:t>
            </a:r>
            <a:endParaRPr lang="en-US" sz="4050" dirty="0"/>
          </a:p>
        </p:txBody>
      </p:sp>
      <p:sp>
        <p:nvSpPr>
          <p:cNvPr id="3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404747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content</a:t>
            </a:r>
            <a:endParaRPr lang="en-US" sz="1875" dirty="0"/>
          </a:p>
        </p:txBody>
      </p:sp>
    </p:spTree>
  </p:cSld>
  <p:clrMapOvr>
    <a:masterClrMapping/>
  </p:clrMapOvr>
</p:sld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