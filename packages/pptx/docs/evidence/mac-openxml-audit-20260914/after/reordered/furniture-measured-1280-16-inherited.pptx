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Text1.xml" ContentType="application/vnd.openxmlformats-officedocument.presentationml.tags+xml"/>
  <Override PartName="/ppt/tags/opfFurniture1.xml" ContentType="application/vnd.openxmlformats-officedocument.presentationml.tags+xml"/>
  <Override PartName="/ppt/tags/opfFurniture2.xml" ContentType="application/vnd.openxmlformats-officedocument.presentationml.tags+xml"/>
  <Override PartName="/ppt/tags/opfFurniture3.xml" ContentType="application/vnd.openxmlformats-officedocument.presentationml.tags+xml"/>
  <Override PartName="/ppt/tags/opfFurniture4.xml" ContentType="application/vnd.openxmlformats-officedocument.presentationml.tags+xml"/>
  <Override PartName="/ppt/tags/opfFurniture5.xml" ContentType="application/vnd.openxmlformats-officedocument.presentationml.tags+xml"/>
  <Override PartName="/ppt/tags/opfFurniture6.xml" ContentType="application/vnd.openxmlformats-officedocument.presentationml.tags+xml"/>
  <Override PartName="/ppt/tags/opfFurniture7.xml" ContentType="application/vnd.openxmlformats-officedocument.presentationml.tags+xml"/>
  <Override PartName="/ppt/tags/opfFurniture8.xml" ContentType="application/vnd.openxmlformats-officedocument.presentationml.tags+xml"/>
  <Override PartName="/ppt/tags/opfFurnitureSlide0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Furniture1" Type="http://schemas.openxmlformats.org/officeDocument/2006/relationships/tags" Target="../tags/opfFurniture1.xml"/><Relationship Id="rIdOpfFurniture2" Type="http://schemas.openxmlformats.org/officeDocument/2006/relationships/tags" Target="../tags/opfFurniture2.xml"/><Relationship Id="rIdOpfFurniture3" Type="http://schemas.openxmlformats.org/officeDocument/2006/relationships/tags" Target="../tags/opfFurniture3.xml"/><Relationship Id="rIdOpfFurniture4" Type="http://schemas.openxmlformats.org/officeDocument/2006/relationships/tags" Target="../tags/opfFurniture4.xml"/><Relationship Id="rIdOpfFurniture5" Type="http://schemas.openxmlformats.org/officeDocument/2006/relationships/tags" Target="../tags/opfFurniture5.xml"/><Relationship Id="rIdOpfFurniture6" Type="http://schemas.openxmlformats.org/officeDocument/2006/relationships/tags" Target="../tags/opfFurniture6.xml"/><Relationship Id="rIdOpfFurniture7" Type="http://schemas.openxmlformats.org/officeDocument/2006/relationships/tags" Target="../tags/opfFurniture7.xml"/><Relationship Id="rIdOpfFurniture8" Type="http://schemas.openxmlformats.org/officeDocument/2006/relationships/tags" Target="../tags/opfFurniture8.xml"/><Relationship Id="rIdOpfFurnitureSlide" Type="http://schemas.openxmlformats.org/officeDocument/2006/relationships/tags" Target="../tags/opfFurnitureSlide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0 part 0 line 0"/>
          <p:cNvSpPr/>
          <p:nvPr>
            <p:custDataLst>
              <p:tags r:id="rIdOpfFurniture1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756047" algn="l"/>
              </a:tabLst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Authored	words </a:t>
            </a:r>
            <a:endParaRPr lang="en-US" sz="1200" dirty="0"/>
          </a:p>
        </p:txBody>
      </p:sp>
      <p:sp>
        <p:nvSpPr>
          <p:cNvPr id="3" name="OPF furniture 0 part 0 line 1"/>
          <p:cNvSpPr/>
          <p:nvPr>
            <p:custDataLst>
              <p:tags r:id="rIdOpfFurniture2"/>
            </p:custDataLst>
          </p:nvPr>
        </p:nvSpPr>
        <p:spPr>
          <a:xfrm>
            <a:off x="853440" y="357378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4" name="OPF furniture 0 part 0 line 2"/>
          <p:cNvSpPr/>
          <p:nvPr>
            <p:custDataLst>
              <p:tags r:id="rIdOpfFurniture3"/>
            </p:custDataLst>
          </p:nvPr>
        </p:nvSpPr>
        <p:spPr>
          <a:xfrm>
            <a:off x="860881" y="543306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last  </a:t>
            </a:r>
            <a:endParaRPr lang="en-US" sz="1200" dirty="0"/>
          </a:p>
        </p:txBody>
      </p:sp>
      <p:sp>
        <p:nvSpPr>
          <p:cNvPr id="5" name="OPF furniture 0 part 0 line 3"/>
          <p:cNvSpPr/>
          <p:nvPr>
            <p:custDataLst>
              <p:tags r:id="rIdOpfFurniture4"/>
            </p:custDataLst>
          </p:nvPr>
        </p:nvSpPr>
        <p:spPr>
          <a:xfrm>
            <a:off x="853440" y="729234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6" name="OPF furniture 0 part 1 line 0"/>
          <p:cNvSpPr/>
          <p:nvPr>
            <p:custDataLst>
              <p:tags r:id="rIdOpfFurniture5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Organization</a:t>
            </a:r>
            <a:endParaRPr lang="en-US" sz="1200" dirty="0"/>
          </a:p>
        </p:txBody>
      </p:sp>
      <p:sp>
        <p:nvSpPr>
          <p:cNvPr id="7" name="OPF furniture 0 part 2 line 0"/>
          <p:cNvSpPr/>
          <p:nvPr>
            <p:custDataLst>
              <p:tags r:id="rIdOpfFurniture6"/>
            </p:custDataLst>
          </p:nvPr>
        </p:nvSpPr>
        <p:spPr>
          <a:xfrm>
            <a:off x="8159934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Section</a:t>
            </a:r>
            <a:endParaRPr lang="en-US" sz="1200" dirty="0"/>
          </a:p>
        </p:txBody>
      </p:sp>
      <p:sp>
        <p:nvSpPr>
          <p:cNvPr id="8" name="OPF furniture 0 part 3 line 0"/>
          <p:cNvSpPr/>
          <p:nvPr>
            <p:custDataLst>
              <p:tags r:id="rIdOpfFurniture7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2026-09-10 </a:t>
            </a:r>
            <a:endParaRPr lang="en-US" sz="1200" dirty="0"/>
          </a:p>
        </p:txBody>
      </p:sp>
      <p:sp>
        <p:nvSpPr>
          <p:cNvPr id="9" name="OPF furniture 0 part 4 line 0"/>
          <p:cNvSpPr/>
          <p:nvPr>
            <p:custDataLst>
              <p:tags r:id="rIdOpfFurniture8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1029462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Furniture</a:t>
            </a:r>
            <a:endParaRPr lang="en-US" sz="4050" dirty="0"/>
          </a:p>
        </p:txBody>
      </p:sp>
      <p:sp>
        <p:nvSpPr>
          <p:cNvPr id="11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1885569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body words.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tags/opfFurniture1.xml><?xml version="1.0" encoding="utf-8"?>
<p:tagLst xmlns:p="http://schemas.openxmlformats.org/presentationml/2006/main">
  <p:tag name="OPF_FURNITURE_V1" val="7B2276223A312C22726F6C65223A2274657874222C2267726F7570223A2230222C2270617274223A302C226C696E65223A302C22636F756E74223A342C22626F756E64617279223A2268617264222C22736570617261746F72223A225C725C6E227D"/>
</p:tagLst>
</file>

<file path=ppt/tags/opfFurniture2.xml><?xml version="1.0" encoding="utf-8"?>
<p:tagLst xmlns:p="http://schemas.openxmlformats.org/presentationml/2006/main">
  <p:tag name="OPF_FURNITURE_V1" val="7B2276223A312C22726F6C65223A2274657874222C2267726F7570223A2230222C2270617274223A302C226C696E65223A312C22636F756E74223A342C22626F756E64617279223A2268617264222C22736570617261746F72223A225C725C6E227D"/>
</p:tagLst>
</file>

<file path=ppt/tags/opfFurniture3.xml><?xml version="1.0" encoding="utf-8"?>
<p:tagLst xmlns:p="http://schemas.openxmlformats.org/presentationml/2006/main">
  <p:tag name="OPF_FURNITURE_V1" val="7B2276223A312C22726F6C65223A2274657874222C2267726F7570223A2230222C2270617274223A302C226C696E65223A322C22636F756E74223A342C22626F756E64617279223A2268617264222C22736570617261746F72223A225C72227D"/>
</p:tagLst>
</file>

<file path=ppt/tags/opfFurniture4.xml><?xml version="1.0" encoding="utf-8"?>
<p:tagLst xmlns:p="http://schemas.openxmlformats.org/presentationml/2006/main">
  <p:tag name="OPF_FURNITURE_V1" val="7B2276223A312C22726F6C65223A2274657874222C2267726F7570223A2230222C2270617274223A302C226C696E65223A332C22636F756E74223A342C22626F756E64617279223A22656E64222C22736570617261746F72223A22227D"/>
</p:tagLst>
</file>

<file path=ppt/tags/opfFurniture5.xml><?xml version="1.0" encoding="utf-8"?>
<p:tagLst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opfFurniture6.xml><?xml version="1.0" encoding="utf-8"?>
<p:tagLst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opfFurniture7.xml><?xml version="1.0" encoding="utf-8"?>
<p:tagLst xmlns:p="http://schemas.openxmlformats.org/presentationml/2006/main">
  <p:tag name="OPF_FURNITURE_V1" val="7B2276223A312C22726F6C65223A2274657874222C2267726F7570223A2230222C2270617274223A332C226C696E65223A302C22636F756E74223A312C22626F756E64617279223A22656E64222C22736570617261746F72223A22227D"/>
</p:tagLst>
</file>

<file path=ppt/tags/opfFurniture8.xml><?xml version="1.0" encoding="utf-8"?>
<p:tagLst xmlns:p="http://schemas.openxmlformats.org/presentationml/2006/main">
  <p:tag name="OPF_FURNITURE_V1" val="7B2276223A312C22726F6C65223A2274657874222C2267726F7570223A2230222C2270617274223A342C226C696E65223A302C22636F756E74223A312C22626F756E64617279223A22656E64222C22736570617261746F72223A22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76C6F62616C222C2276616C7565223A7B226C656674223A7B2274657874223A226C69746572616C227D2C2263656E746572223A7B226F7267616E697A6174696F6E223A747275657D2C227269676874223A7B2273656374696F6E223A747275657D7D7D2C22666F6F746572223A7B2273636F7065223A22676C6F62616C222C2276616C7565223A7B226C656674223A7B2264617465223A226C69746572616C227D2C227269676874223A7B22736C6964654E756D626572223A747275657D7D7D7D2C226F7267616E697A6174696F6E4964223A227072696D617279222C227061727473223A5B7B226B696E64223A22686561646572222C227A6F6E65223A226C656674222C226669656C64223A2274657874222C2274797065223A2274657874222C22636F756E74223A34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64617465222C2274797065223A2274657874222C22636F756E74223A317D2C7B226B696E64223A22666F6F746572222C227A6F6E65223A227269676874222C226669656C64223A22736C6964654E756D626572222C2274797065223A2274657874222C22636F756E74223A317D5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