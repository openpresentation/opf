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4800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</a:t>
            </a:r>
            <a:endParaRPr lang="en-US" sz="24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48006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words </a:t>
            </a:r>
            <a:endParaRPr lang="en-US" sz="24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480060" y="1048512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480060" y="142036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2400" dirty="0"/>
          </a:p>
        </p:txBody>
      </p:sp>
      <p:sp>
        <p:nvSpPr>
          <p:cNvPr id="6" name="OPF furniture 0 part 0 line 4"/>
          <p:cNvSpPr/>
          <p:nvPr>
            <p:custDataLst>
              <p:tags r:id="rIdOpfFurniture5"/>
            </p:custDataLst>
          </p:nvPr>
        </p:nvSpPr>
        <p:spPr>
          <a:xfrm>
            <a:off x="480060" y="179222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2400" dirty="0"/>
          </a:p>
        </p:txBody>
      </p:sp>
      <p:sp>
        <p:nvSpPr>
          <p:cNvPr id="7" name="OPF furniture 0 part 1 line 0"/>
          <p:cNvSpPr/>
          <p:nvPr>
            <p:custDataLst>
              <p:tags r:id="rIdOpfFurniture6"/>
            </p:custDataLst>
          </p:nvPr>
        </p:nvSpPr>
        <p:spPr>
          <a:xfrm>
            <a:off x="25374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</a:t>
            </a:r>
            <a:endParaRPr lang="en-US" sz="2400" dirty="0"/>
          </a:p>
        </p:txBody>
      </p:sp>
      <p:sp>
        <p:nvSpPr>
          <p:cNvPr id="8" name="OPF furniture 0 part 1 line 1"/>
          <p:cNvSpPr/>
          <p:nvPr>
            <p:custDataLst>
              <p:tags r:id="rIdOpfFurniture7"/>
            </p:custDataLst>
          </p:nvPr>
        </p:nvSpPr>
        <p:spPr>
          <a:xfrm>
            <a:off x="2537460" y="676656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</a:t>
            </a:r>
            <a:endParaRPr lang="en-US" sz="2400" dirty="0"/>
          </a:p>
        </p:txBody>
      </p:sp>
      <p:sp>
        <p:nvSpPr>
          <p:cNvPr id="9" name="OPF furniture 0 part 2 line 0"/>
          <p:cNvSpPr/>
          <p:nvPr>
            <p:custDataLst>
              <p:tags r:id="rIdOpfFurniture8"/>
            </p:custDataLst>
          </p:nvPr>
        </p:nvSpPr>
        <p:spPr>
          <a:xfrm>
            <a:off x="4594860" y="304800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2400" dirty="0"/>
          </a:p>
        </p:txBody>
      </p:sp>
      <p:sp>
        <p:nvSpPr>
          <p:cNvPr id="10" name="OPF furniture 0 part 3 line 0"/>
          <p:cNvSpPr/>
          <p:nvPr>
            <p:custDataLst>
              <p:tags r:id="rIdOpfFurniture9"/>
            </p:custDataLst>
          </p:nvPr>
        </p:nvSpPr>
        <p:spPr>
          <a:xfrm>
            <a:off x="4800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</a:t>
            </a:r>
            <a:endParaRPr lang="en-US" sz="2400" dirty="0"/>
          </a:p>
        </p:txBody>
      </p:sp>
      <p:sp>
        <p:nvSpPr>
          <p:cNvPr id="11" name="OPF furniture 0 part 3 line 1"/>
          <p:cNvSpPr/>
          <p:nvPr>
            <p:custDataLst>
              <p:tags r:id="rIdOpfFurniture10"/>
            </p:custDataLst>
          </p:nvPr>
        </p:nvSpPr>
        <p:spPr>
          <a:xfrm>
            <a:off x="480060" y="11332464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</a:t>
            </a:r>
            <a:endParaRPr lang="en-US" sz="2400" dirty="0"/>
          </a:p>
        </p:txBody>
      </p:sp>
      <p:sp>
        <p:nvSpPr>
          <p:cNvPr id="12" name="OPF furniture 0 part 4 line 0"/>
          <p:cNvSpPr/>
          <p:nvPr>
            <p:custDataLst>
              <p:tags r:id="rIdOpfFurniture11"/>
            </p:custDataLst>
          </p:nvPr>
        </p:nvSpPr>
        <p:spPr>
          <a:xfrm>
            <a:off x="4594860" y="10960608"/>
            <a:ext cx="178308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2278380"/>
            <a:ext cx="5760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3134487"/>
            <a:ext cx="5760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2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2400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52C22626F756E64617279223A22736F6674222C22736570617261746F72223A22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5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52C22626F756E64617279223A2268617264222C22736570617261746F72223A225C725C6E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52C22626F756E64617279223A2268617264222C22736570617261746F72223A225C7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02C226C696E65223A342C22636F756E74223A35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22C22626F756E64617279223A22736F667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12C226C696E65223A312C22636F756E74223A32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22C22626F756E64617279223A22736F667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0222C2270617274223A332C226C696E65223A312C22636F756E74223A32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57D2C7B226B696E64223A22686561646572222C227A6F6E65223A2263656E746572222C226669656C64223A226F7267616E697A6174696F6E222C2274797065223A2274657874222C22636F756E74223A32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2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