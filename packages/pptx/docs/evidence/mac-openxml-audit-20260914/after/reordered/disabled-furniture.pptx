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Text1.xml" ContentType="application/vnd.openxmlformats-officedocument.presentationml.tags+xml"/>
  <Override PartName="/ppt/tags/opfFurnitureSlide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Text1" Type="http://schemas.openxmlformats.org/officeDocument/2006/relationships/tags" Target="../tags/opfText1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54864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C6F63616C222C2276616C7565223A66616C73657D2C22666F6F746572223A7B2273636F7065223A226C6F63616C222C2276616C7565223A66616C73657D7D2C227061727473223A5B5D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