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12094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92710" y="676656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 </a:t>
            </a: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0060" y="1048512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142036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6" name="OPF furniture 0 part 0 line 4"/>
          <p:cNvSpPr/>
          <p:nvPr>
            <p:custDataLst>
              <p:tags r:id="rIdOpfFurniture5"/>
            </p:custDataLst>
          </p:nvPr>
        </p:nvSpPr>
        <p:spPr>
          <a:xfrm>
            <a:off x="480060" y="179222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7" name="OPF furniture 0 part 1 line 0"/>
          <p:cNvSpPr/>
          <p:nvPr>
            <p:custDataLst>
              <p:tags r:id="rIdOpfFurniture6"/>
            </p:custDataLst>
          </p:nvPr>
        </p:nvSpPr>
        <p:spPr>
          <a:xfrm>
            <a:off x="25374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8" name="OPF furniture 0 part 2 line 0"/>
          <p:cNvSpPr/>
          <p:nvPr>
            <p:custDataLst>
              <p:tags r:id="rIdOpfFurniture7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9" name="OPF furniture 0 part 3 line 0"/>
          <p:cNvSpPr/>
          <p:nvPr>
            <p:custDataLst>
              <p:tags r:id="rIdOpfFurniture8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10" name="OPF furniture 0 part 4 line 0"/>
          <p:cNvSpPr/>
          <p:nvPr>
            <p:custDataLst>
              <p:tags r:id="rIdOpfFurniture9"/>
            </p:custDataLst>
          </p:nvPr>
        </p:nvSpPr>
        <p:spPr>
          <a:xfrm>
            <a:off x="45948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2278380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2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3134487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52C22626F756E64617279223A22736F667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5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52C22626F756E64617279223A2268617264222C22736570617261746F72223A225C725C6E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52C22626F756E64617279223A2268617264222C22736570617261746F72223A225C7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02C226C696E65223A342C22636F756E74223A35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5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