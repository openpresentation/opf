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56047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490728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7501" y="676656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862584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25374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4586154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162812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18919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