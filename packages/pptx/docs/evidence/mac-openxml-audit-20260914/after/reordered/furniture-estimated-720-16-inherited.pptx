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8028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80060" y="490728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0060" y="676656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862584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25374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45948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162812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18919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