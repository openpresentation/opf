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Slide0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Header image with text">    </p:cNvPr>
          <p:cNvPicPr>
            <a:picLocks noChangeAspect="1"/>
          </p:cNvPicPr>
          <p:nvPr>
            <p:custDataLst>
              <p:tags r:id="rIdOpfFurniture1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0 part 1 line 0"/>
          <p:cNvSpPr/>
          <p:nvPr>
            <p:custDataLst>
              <p:tags r:id="rIdOpfFurniture2"/>
            </p:custDataLst>
          </p:nvPr>
        </p:nvSpPr>
        <p:spPr>
          <a:xfrm>
            <a:off x="853440" y="514350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4" name="OPF furniture 0 part 2 line 0"/>
          <p:cNvSpPr/>
          <p:nvPr>
            <p:custDataLst>
              <p:tags r:id="rIdOpfFurniture3"/>
            </p:custDataLst>
          </p:nvPr>
        </p:nvSpPr>
        <p:spPr>
          <a:xfrm>
            <a:off x="8168640" y="171450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</a:t>
            </a:r>
            <a:endParaRPr lang="en-US" sz="2400" dirty="0"/>
          </a:p>
        </p:txBody>
      </p:sp>
      <p:sp>
        <p:nvSpPr>
          <p:cNvPr id="5" name="OPF furniture 0 part 3 line 0"/>
          <p:cNvSpPr/>
          <p:nvPr>
            <p:custDataLst>
              <p:tags r:id="rIdOpfFurniture4"/>
            </p:custDataLst>
          </p:nvPr>
        </p:nvSpPr>
        <p:spPr>
          <a:xfrm>
            <a:off x="853440" y="6211824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2400" dirty="0"/>
          </a:p>
        </p:txBody>
      </p:sp>
      <p:sp>
        <p:nvSpPr>
          <p:cNvPr id="6" name="OPF furniture 0 part 4 line 0"/>
          <p:cNvSpPr/>
          <p:nvPr>
            <p:custDataLst>
              <p:tags r:id="rIdOpfFurniture5"/>
            </p:custDataLst>
          </p:nvPr>
        </p:nvSpPr>
        <p:spPr>
          <a:xfrm>
            <a:off x="8168640" y="6211824"/>
            <a:ext cx="31699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000506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8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856613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24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696D616765222C2267726F7570223A2230222C2270617274223A30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7B226C656674223A7B2274657874223A226C69746572616C222C22696D616765223A226E6174697665227D2C227269676874223A7B2274657874223A226C69746572616C22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