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543306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915162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1287018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77317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62928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