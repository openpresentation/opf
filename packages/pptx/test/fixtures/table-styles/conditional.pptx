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tyles/custom-tab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styles/custom-tab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257175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{12345678-1234-1234-1234-123456789ABC}</a:tableStyleId>
              </a:tblPr>
              <a:tblGrid>
                <a:gridCol w="2218944"/>
                <a:gridCol w="2218944"/>
                <a:gridCol w="2218944"/>
                <a:gridCol w="2218944"/>
                <a:gridCol w="2218944"/>
              </a:tblGrid>
              <a:tr h="514350">
                <a:tc>
                  <a:txBody>
                    <a:bodyPr/>
                    <a:lstStyle/>
                    <a:p>
                      <a:r>
                        <a:t>0,0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0,1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0,2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0,3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0,4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1,0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1,1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1,2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1,3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1,4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2,1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2,2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2,3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2,4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3,0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3,1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3,2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3,3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3,4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4,0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4,1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4,2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4,3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4,4</a:t>
                      </a: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tyles/custom-tables.xml><?xml version="1.0" encoding="utf-8"?>
<a:tblStyleLst xmlns:a="http://schemas.openxmlformats.org/drawingml/2006/main" def="{12345678-1234-1234-1234-123456789ABC}">
  <a:tblStyle styleId="{12345678-1234-1234-1234-123456789ABC}" styleName="Fixture">
    <a:wholeTbl>
      <a:tcTxStyle>
        <a:fontRef idx="minor">
          <a:srgbClr val="FFFFFF"/>
        </a:fontRef>
        <a:srgbClr val="101010"/>
      </a:tcTxStyle>
    </a:wholeTbl>
    <a:band1H>
      <a:tcTxStyle i="on">
        <a:srgbClr val="202020"/>
      </a:tcTxStyle>
    </a:band1H>
    <a:band2H>
      <a:tcTxStyle i="off">
        <a:srgbClr val="303030"/>
      </a:tcTxStyle>
    </a:band2H>
    <a:band1V>
      <a:tcTxStyle>
        <a:srgbClr val="404040"/>
      </a:tcTxStyle>
    </a:band1V>
    <a:band2V>
      <a:tcTxStyle>
        <a:srgbClr val="505050"/>
      </a:tcTxStyle>
    </a:band2V>
    <a:lastCol>
      <a:tcTxStyle>
        <a:srgbClr val="606060"/>
      </a:tcTxStyle>
    </a:lastCol>
    <a:firstCol>
      <a:tcTxStyle>
        <a:srgbClr val="707070"/>
      </a:tcTxStyle>
    </a:firstCol>
    <a:lastRow>
      <a:tcTxStyle>
        <a:srgbClr val="808080"/>
      </a:tcTxStyle>
    </a:lastRow>
    <a:seCell>
      <a:tcTxStyle>
        <a:srgbClr val="909090"/>
      </a:tcTxStyle>
    </a:seCell>
    <a:swCell>
      <a:tcTxStyle>
        <a:srgbClr val="A0A0A0"/>
      </a:tcTxStyle>
    </a:swCell>
    <a:firstRow>
      <a:tcTxStyle b="on">
        <a:srgbClr val="B0B0B0"/>
      </a:tcTxStyle>
    </a:firstRow>
    <a:neCell>
      <a:tcTxStyle>
        <a:srgbClr val="C0C0C0"/>
      </a:tcTxStyle>
    </a:neCell>
    <a:nwCell>
      <a:tcTxStyle>
        <a:srgbClr val="D0D0D0"/>
      </a:tcTxStyle>
    </a:nwCell>
  </a:tblStyle>
</a:tblStyle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