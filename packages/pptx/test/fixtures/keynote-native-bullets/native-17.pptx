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5E0"/>
          </a:solidFill>
        </a:fill>
      </a:tcStyle>
    </a:wholeTbl>
    <a:band2H>
      <a:tcTxStyle b="def" i="def"/>
      <a:tcStyle>
        <a:tcBdr/>
        <a:fill>
          <a:solidFill>
            <a:srgbClr val="E7EB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DEB"/>
          </a:solidFill>
        </a:fill>
      </a:tcStyle>
    </a:wholeTbl>
    <a:band2H>
      <a:tcTxStyle b="def" i="def"/>
      <a:tcStyle>
        <a:tcBdr/>
        <a:fill>
          <a:solidFill>
            <a:srgbClr val="E9EF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1DE"/>
          </a:solidFill>
        </a:fill>
      </a:tcStyle>
    </a:wholeTbl>
    <a:band2H>
      <a:tcTxStyle b="def" i="def"/>
      <a:tcStyle>
        <a:tcBdr/>
        <a:fill>
          <a:solidFill>
            <a:srgbClr val="E7F1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_rels/chart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338547"/>
          <c:y val="0.0359113"/>
          <c:w val="0.961145"/>
          <c:h val="0.89534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12.000000</c:v>
                </c:pt>
                <c:pt idx="1">
                  <c:v>24.000000</c:v>
                </c:pt>
                <c:pt idx="2">
                  <c:v>18.000000</c:v>
                </c:pt>
              </c:numCache>
            </c:numRef>
          </c:val>
        </c:ser>
        <c:gapWidth val="150"/>
        <c:overlap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200" u="none">
                <a:solidFill>
                  <a:srgbClr val="FFFFFF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47556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200" u="none">
                <a:solidFill>
                  <a:srgbClr val="FFFFFF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6"/>
        <c:minorUnit val="3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338074"/>
          <c:y val="0.0359345"/>
          <c:w val="0.961193"/>
          <c:h val="0.89528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spPr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10.000000</c:v>
                </c:pt>
                <c:pt idx="1">
                  <c:v>20.000000</c:v>
                </c:pt>
                <c:pt idx="2">
                  <c:v>15.000000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200" u="none">
                <a:solidFill>
                  <a:srgbClr val="FFFFFF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7556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200" u="none">
                <a:solidFill>
                  <a:srgbClr val="FFFFFF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5"/>
        <c:minorUnit val="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30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0" name="Shape 31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rial"/>
      </a:defRPr>
    </a:lvl1pPr>
    <a:lvl2pPr indent="228600" latinLnBrk="0">
      <a:defRPr sz="1200">
        <a:latin typeface="+mn-lt"/>
        <a:ea typeface="+mn-ea"/>
        <a:cs typeface="+mn-cs"/>
        <a:sym typeface="Arial"/>
      </a:defRPr>
    </a:lvl2pPr>
    <a:lvl3pPr indent="457200" latinLnBrk="0">
      <a:defRPr sz="1200">
        <a:latin typeface="+mn-lt"/>
        <a:ea typeface="+mn-ea"/>
        <a:cs typeface="+mn-cs"/>
        <a:sym typeface="Arial"/>
      </a:defRPr>
    </a:lvl3pPr>
    <a:lvl4pPr indent="685800" latinLnBrk="0">
      <a:defRPr sz="1200">
        <a:latin typeface="+mn-lt"/>
        <a:ea typeface="+mn-ea"/>
        <a:cs typeface="+mn-cs"/>
        <a:sym typeface="Arial"/>
      </a:defRPr>
    </a:lvl4pPr>
    <a:lvl5pPr indent="914400" latinLnBrk="0">
      <a:defRPr sz="1200">
        <a:latin typeface="+mn-lt"/>
        <a:ea typeface="+mn-ea"/>
        <a:cs typeface="+mn-cs"/>
        <a:sym typeface="Arial"/>
      </a:defRPr>
    </a:lvl5pPr>
    <a:lvl6pPr indent="1143000" latinLnBrk="0">
      <a:defRPr sz="1200">
        <a:latin typeface="+mn-lt"/>
        <a:ea typeface="+mn-ea"/>
        <a:cs typeface="+mn-cs"/>
        <a:sym typeface="Arial"/>
      </a:defRPr>
    </a:lvl6pPr>
    <a:lvl7pPr indent="1371600" latinLnBrk="0">
      <a:defRPr sz="1200">
        <a:latin typeface="+mn-lt"/>
        <a:ea typeface="+mn-ea"/>
        <a:cs typeface="+mn-cs"/>
        <a:sym typeface="Arial"/>
      </a:defRPr>
    </a:lvl7pPr>
    <a:lvl8pPr indent="1600200" latinLnBrk="0">
      <a:defRPr sz="1200">
        <a:latin typeface="+mn-lt"/>
        <a:ea typeface="+mn-ea"/>
        <a:cs typeface="+mn-cs"/>
        <a:sym typeface="Arial"/>
      </a:defRPr>
    </a:lvl8pPr>
    <a:lvl9pPr indent="1828800" latinLnBrk="0">
      <a:defRPr sz="12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7" name="Shape 31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K01 speaker notes: preserve this sentence.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4" name="Shape 3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K02 speaker notes: preserve this sentence.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3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1" name="Shape 3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K03 speaker notes: preserve this sentence.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34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2" name="Shape 34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K04 speaker notes: preserve this sentence.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3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9" name="Shape 3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K05 speaker notes: preserve this sentence.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3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4" name="Shape 3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K06 speaker notes: preserve this sentence.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Shape 38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3" name="Shape 38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K07 speaker notes: preserve this sentence.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3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0" name="Shape 3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K08 speaker notes: preserve this sentence.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3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8" name="Shape 3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K09 speaker notes: preserve this sentence.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40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5" name="Shape 40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K10 speaker notes: preserve this sentence.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41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2" name="Shape 41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K11 speaker notes: preserve this sentence.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4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9" name="Shape 4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K12 speaker notes: preserve this sentence.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hape 42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6" name="Shape 42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K13 speaker notes: preserve this sentence.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hape 4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33" name="Shape 4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K14 speaker notes: preserve this sentence.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4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0" name="Shape 4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K15 speaker notes: preserve this sentence.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Shape 4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7" name="Shape 4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K16 speaker notes: preserve this sentence.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Shape 4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4" name="Shape 4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K17 speaker notes: preserve this sentence.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/>
          <p:nvPr>
            <p:ph type="title"/>
          </p:nvPr>
        </p:nvSpPr>
        <p:spPr>
          <a:xfrm>
            <a:off x="548640" y="548640"/>
            <a:ext cx="5433060" cy="2978754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9" name="Body Level One…"/>
          <p:cNvSpPr txBox="1"/>
          <p:nvPr>
            <p:ph type="body" sz="quarter" idx="1"/>
          </p:nvPr>
        </p:nvSpPr>
        <p:spPr>
          <a:xfrm>
            <a:off x="548640" y="3641692"/>
            <a:ext cx="5433060" cy="264176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spcBef>
                <a:spcPts val="400"/>
              </a:spcBef>
              <a:defRPr sz="1800"/>
            </a:lvl1pPr>
            <a:lvl2pPr marL="742950" indent="-285750" algn="ctr">
              <a:spcBef>
                <a:spcPts val="400"/>
              </a:spcBef>
              <a:defRPr sz="1800"/>
            </a:lvl2pPr>
            <a:lvl3pPr marL="1143000" indent="-228600" algn="ctr">
              <a:spcBef>
                <a:spcPts val="400"/>
              </a:spcBef>
              <a:defRPr sz="1800"/>
            </a:lvl3pPr>
            <a:lvl4pPr marL="1600200" indent="-228600" algn="ctr">
              <a:spcBef>
                <a:spcPts val="400"/>
              </a:spcBef>
              <a:defRPr sz="1800"/>
            </a:lvl4pPr>
            <a:lvl5pPr marL="2057400" indent="-228600" algn="ctr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" name="media"/>
          <p:cNvSpPr/>
          <p:nvPr>
            <p:ph type="pic" idx="21"/>
          </p:nvPr>
        </p:nvSpPr>
        <p:spPr>
          <a:xfrm>
            <a:off x="6210300" y="0"/>
            <a:ext cx="5981700" cy="6858000"/>
          </a:xfrm>
          <a:prstGeom prst="rect">
            <a:avLst/>
          </a:prstGeom>
        </p:spPr>
        <p:txBody>
          <a:bodyPr lIns="91439" rIns="91439"/>
          <a:lstStyle/>
          <a:p>
            <a:pPr/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xfrm>
            <a:off x="548640" y="548640"/>
            <a:ext cx="11094720" cy="2978754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sz="half" idx="1"/>
          </p:nvPr>
        </p:nvSpPr>
        <p:spPr>
          <a:xfrm>
            <a:off x="548640" y="3641692"/>
            <a:ext cx="11094720" cy="264176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spcBef>
                <a:spcPts val="400"/>
              </a:spcBef>
              <a:defRPr sz="1800"/>
            </a:lvl1pPr>
            <a:lvl2pPr marL="742950" indent="-285750" algn="ctr">
              <a:spcBef>
                <a:spcPts val="400"/>
              </a:spcBef>
              <a:defRPr sz="1800"/>
            </a:lvl2pPr>
            <a:lvl3pPr marL="1143000" indent="-228600" algn="ctr">
              <a:spcBef>
                <a:spcPts val="400"/>
              </a:spcBef>
              <a:defRPr sz="1800"/>
            </a:lvl3pPr>
            <a:lvl4pPr marL="1600200" indent="-228600" algn="ctr">
              <a:spcBef>
                <a:spcPts val="400"/>
              </a:spcBef>
              <a:defRPr sz="1800"/>
            </a:lvl4pPr>
            <a:lvl5pPr marL="2057400" indent="-228600" algn="ctr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47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spcBef>
                <a:spcPts val="400"/>
              </a:spcBef>
              <a:defRPr sz="1800"/>
            </a:lvl1pPr>
            <a:lvl2pPr marL="742950" indent="-285750" algn="ctr">
              <a:spcBef>
                <a:spcPts val="400"/>
              </a:spcBef>
              <a:defRPr sz="1800"/>
            </a:lvl2pPr>
            <a:lvl3pPr marL="1143000" indent="-228600" algn="ctr">
              <a:spcBef>
                <a:spcPts val="400"/>
              </a:spcBef>
              <a:defRPr sz="1800"/>
            </a:lvl3pPr>
            <a:lvl4pPr marL="1600200" indent="-228600" algn="ctr">
              <a:spcBef>
                <a:spcPts val="400"/>
              </a:spcBef>
              <a:defRPr sz="1800"/>
            </a:lvl4pPr>
            <a:lvl5pPr marL="2057400" indent="-228600" algn="ctr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548640" y="548640"/>
            <a:ext cx="11094720" cy="4925187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548640" y="5702427"/>
            <a:ext cx="11094720" cy="58102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spcBef>
                <a:spcPts val="400"/>
              </a:spcBef>
              <a:defRPr sz="1800"/>
            </a:lvl1pPr>
            <a:lvl2pPr marL="742950" indent="-285750" algn="ctr">
              <a:spcBef>
                <a:spcPts val="400"/>
              </a:spcBef>
              <a:defRPr sz="1800"/>
            </a:lvl2pPr>
            <a:lvl3pPr marL="1143000" indent="-228600" algn="ctr">
              <a:spcBef>
                <a:spcPts val="400"/>
              </a:spcBef>
              <a:defRPr sz="1800"/>
            </a:lvl3pPr>
            <a:lvl4pPr marL="1600200" indent="-228600" algn="ctr">
              <a:spcBef>
                <a:spcPts val="400"/>
              </a:spcBef>
              <a:defRPr sz="1800"/>
            </a:lvl4pPr>
            <a:lvl5pPr marL="2057400" indent="-228600" algn="ctr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548640" y="1809560"/>
            <a:ext cx="543306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01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10" name="Body Level One…"/>
          <p:cNvSpPr txBox="1"/>
          <p:nvPr>
            <p:ph type="body" sz="half" idx="1"/>
          </p:nvPr>
        </p:nvSpPr>
        <p:spPr>
          <a:xfrm>
            <a:off x="548640" y="1809560"/>
            <a:ext cx="5433060" cy="366426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19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28" name="Body Level One…"/>
          <p:cNvSpPr txBox="1"/>
          <p:nvPr>
            <p:ph type="body" idx="1"/>
          </p:nvPr>
        </p:nvSpPr>
        <p:spPr>
          <a:xfrm>
            <a:off x="548640" y="1809560"/>
            <a:ext cx="11094720" cy="366426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37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46" name="Body Level One…"/>
          <p:cNvSpPr txBox="1"/>
          <p:nvPr>
            <p:ph type="body" idx="1"/>
          </p:nvPr>
        </p:nvSpPr>
        <p:spPr>
          <a:xfrm>
            <a:off x="548640" y="1809560"/>
            <a:ext cx="11094720" cy="366426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spcBef>
                <a:spcPts val="400"/>
              </a:spcBef>
              <a:defRPr sz="1800"/>
            </a:lvl1pPr>
            <a:lvl2pPr marL="742950" indent="-285750" algn="ctr">
              <a:spcBef>
                <a:spcPts val="400"/>
              </a:spcBef>
              <a:defRPr sz="1800"/>
            </a:lvl2pPr>
            <a:lvl3pPr marL="1143000" indent="-228600" algn="ctr">
              <a:spcBef>
                <a:spcPts val="400"/>
              </a:spcBef>
              <a:defRPr sz="1800"/>
            </a:lvl3pPr>
            <a:lvl4pPr marL="1600200" indent="-228600" algn="ctr">
              <a:spcBef>
                <a:spcPts val="400"/>
              </a:spcBef>
              <a:defRPr sz="1800"/>
            </a:lvl4pPr>
            <a:lvl5pPr marL="2057400" indent="-228600" algn="ctr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55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64" name="media"/>
          <p:cNvSpPr/>
          <p:nvPr>
            <p:ph type="pic" idx="21"/>
          </p:nvPr>
        </p:nvSpPr>
        <p:spPr>
          <a:xfrm>
            <a:off x="0" y="1809560"/>
            <a:ext cx="12192000" cy="5048442"/>
          </a:xfrm>
          <a:prstGeom prst="rect">
            <a:avLst/>
          </a:prstGeom>
        </p:spPr>
        <p:txBody>
          <a:bodyPr lIns="91439" rIns="91439"/>
          <a:lstStyle/>
          <a:p>
            <a:pPr/>
          </a:p>
        </p:txBody>
      </p:sp>
      <p:sp>
        <p:nvSpPr>
          <p:cNvPr id="1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73" name="media"/>
          <p:cNvSpPr/>
          <p:nvPr>
            <p:ph type="pic" sz="half" idx="21"/>
          </p:nvPr>
        </p:nvSpPr>
        <p:spPr>
          <a:xfrm>
            <a:off x="548640" y="1809560"/>
            <a:ext cx="5433060" cy="4473893"/>
          </a:xfrm>
          <a:prstGeom prst="rect">
            <a:avLst/>
          </a:prstGeom>
        </p:spPr>
        <p:txBody>
          <a:bodyPr lIns="91439" rIns="91439"/>
          <a:lstStyle/>
          <a:p>
            <a:pPr/>
          </a:p>
        </p:txBody>
      </p:sp>
      <p:sp>
        <p:nvSpPr>
          <p:cNvPr id="174" name="Body Level One…"/>
          <p:cNvSpPr txBox="1"/>
          <p:nvPr>
            <p:ph type="body" sz="half" idx="1"/>
          </p:nvPr>
        </p:nvSpPr>
        <p:spPr>
          <a:xfrm>
            <a:off x="6210300" y="1809560"/>
            <a:ext cx="543306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83" name="pictures"/>
          <p:cNvSpPr/>
          <p:nvPr>
            <p:ph type="pic" idx="2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 lIns="91439" rIns="91439"/>
          <a:lstStyle/>
          <a:p>
            <a:pPr/>
          </a:p>
        </p:txBody>
      </p:sp>
      <p:sp>
        <p:nvSpPr>
          <p:cNvPr id="1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92" name="Body Level One…"/>
          <p:cNvSpPr txBox="1"/>
          <p:nvPr>
            <p:ph type="body" idx="1"/>
          </p:nvPr>
        </p:nvSpPr>
        <p:spPr>
          <a:xfrm>
            <a:off x="548640" y="1809560"/>
            <a:ext cx="11094720" cy="366426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01" name="Body Level One…"/>
          <p:cNvSpPr txBox="1"/>
          <p:nvPr>
            <p:ph type="body" sz="half" idx="1"/>
          </p:nvPr>
        </p:nvSpPr>
        <p:spPr>
          <a:xfrm>
            <a:off x="7296911" y="1809560"/>
            <a:ext cx="4346449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10" name="Body Level One…"/>
          <p:cNvSpPr txBox="1"/>
          <p:nvPr>
            <p:ph type="body" sz="quarter" idx="1"/>
          </p:nvPr>
        </p:nvSpPr>
        <p:spPr>
          <a:xfrm>
            <a:off x="548640" y="5702427"/>
            <a:ext cx="11094720" cy="58102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19" name="Body Level One…"/>
          <p:cNvSpPr txBox="1"/>
          <p:nvPr>
            <p:ph type="body" sz="half" idx="1"/>
          </p:nvPr>
        </p:nvSpPr>
        <p:spPr>
          <a:xfrm>
            <a:off x="7296911" y="1809560"/>
            <a:ext cx="4346449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28" name="Body Level One…"/>
          <p:cNvSpPr txBox="1"/>
          <p:nvPr>
            <p:ph type="body" sz="half" idx="1"/>
          </p:nvPr>
        </p:nvSpPr>
        <p:spPr>
          <a:xfrm>
            <a:off x="548640" y="1809560"/>
            <a:ext cx="6519672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37" name="Body Level One…"/>
          <p:cNvSpPr txBox="1"/>
          <p:nvPr>
            <p:ph type="body" sz="quarter" idx="1"/>
          </p:nvPr>
        </p:nvSpPr>
        <p:spPr>
          <a:xfrm>
            <a:off x="548640" y="1809560"/>
            <a:ext cx="5433060" cy="283019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8" name="media"/>
          <p:cNvSpPr/>
          <p:nvPr>
            <p:ph type="pic" sz="quarter" idx="21"/>
          </p:nvPr>
        </p:nvSpPr>
        <p:spPr>
          <a:xfrm>
            <a:off x="6210300" y="1809560"/>
            <a:ext cx="5433060" cy="2830196"/>
          </a:xfrm>
          <a:prstGeom prst="rect">
            <a:avLst/>
          </a:prstGeom>
        </p:spPr>
        <p:txBody>
          <a:bodyPr lIns="91439" rIns="91439"/>
          <a:lstStyle/>
          <a:p>
            <a:pPr/>
          </a:p>
        </p:txBody>
      </p:sp>
      <p:sp>
        <p:nvSpPr>
          <p:cNvPr id="2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47" name="Body Level One…"/>
          <p:cNvSpPr txBox="1"/>
          <p:nvPr>
            <p:ph type="body" sz="half" idx="1"/>
          </p:nvPr>
        </p:nvSpPr>
        <p:spPr>
          <a:xfrm>
            <a:off x="548640" y="1809560"/>
            <a:ext cx="11094720" cy="169811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56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65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 (native bo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74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lumns (native bo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83" name="Body Level One…"/>
          <p:cNvSpPr txBox="1"/>
          <p:nvPr>
            <p:ph type="body" sz="half" idx="1"/>
          </p:nvPr>
        </p:nvSpPr>
        <p:spPr>
          <a:xfrm>
            <a:off x="548640" y="1809560"/>
            <a:ext cx="543306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mage beside (native bo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92" name="media"/>
          <p:cNvSpPr/>
          <p:nvPr>
            <p:ph type="pic" sz="half" idx="21"/>
          </p:nvPr>
        </p:nvSpPr>
        <p:spPr>
          <a:xfrm>
            <a:off x="548640" y="1809560"/>
            <a:ext cx="5433060" cy="4473893"/>
          </a:xfrm>
          <a:prstGeom prst="rect">
            <a:avLst/>
          </a:prstGeom>
        </p:spPr>
        <p:txBody>
          <a:bodyPr lIns="91439" rIns="91439"/>
          <a:lstStyle/>
          <a:p>
            <a:pPr/>
          </a:p>
        </p:txBody>
      </p:sp>
      <p:sp>
        <p:nvSpPr>
          <p:cNvPr id="293" name="Body Level One…"/>
          <p:cNvSpPr txBox="1"/>
          <p:nvPr>
            <p:ph type="body" sz="half" idx="1"/>
          </p:nvPr>
        </p:nvSpPr>
        <p:spPr>
          <a:xfrm>
            <a:off x="6210300" y="1809560"/>
            <a:ext cx="5433060" cy="4473893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ist (native bo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2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11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/>
          <p:nvPr>
            <p:ph type="sldNum" sz="quarter" idx="2"/>
          </p:nvPr>
        </p:nvSpPr>
        <p:spPr>
          <a:xfrm>
            <a:off x="11144735" y="6380603"/>
            <a:ext cx="182216" cy="17281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 sz="1200">
                <a:solidFill>
                  <a:srgbClr val="F0F0F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OPF furniture 0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13" name="OPF heading slides.0.title line 0"/>
          <p:cNvSpPr txBox="1"/>
          <p:nvPr>
            <p:ph type="title"/>
          </p:nvPr>
        </p:nvSpPr>
        <p:spPr>
          <a:xfrm>
            <a:off x="548639" y="2888035"/>
            <a:ext cx="11094722" cy="627508"/>
          </a:xfrm>
          <a:prstGeom prst="rect">
            <a:avLst/>
          </a:prstGeom>
        </p:spPr>
        <p:txBody>
          <a:bodyPr lIns="0" tIns="0" rIns="0" bIns="0" anchor="t"/>
          <a:lstStyle/>
          <a:p>
            <a:pPr/>
            <a:r>
              <a:t>K01 Title and subtitle</a:t>
            </a:r>
          </a:p>
        </p:txBody>
      </p:sp>
      <p:sp>
        <p:nvSpPr>
          <p:cNvPr id="314" name="OPF heading slides.0.subtitle line 0"/>
          <p:cNvSpPr txBox="1"/>
          <p:nvPr/>
        </p:nvSpPr>
        <p:spPr>
          <a:xfrm>
            <a:off x="4971374" y="3629843"/>
            <a:ext cx="224925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Native layout baseline</a:t>
            </a:r>
          </a:p>
        </p:txBody>
      </p:sp>
      <p:sp>
        <p:nvSpPr>
          <p:cNvPr id="315" name="OPF furniture 0 part 1 line 0"/>
          <p:cNvSpPr txBox="1"/>
          <p:nvPr>
            <p:ph type="sldNum" sz="quarter" idx="2"/>
          </p:nvPr>
        </p:nvSpPr>
        <p:spPr>
          <a:xfrm>
            <a:off x="11199950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OPF furniture 1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20" name="OPF heading slides.1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K02 Paragraph editing</a:t>
            </a:r>
          </a:p>
        </p:txBody>
      </p:sp>
      <p:sp>
        <p:nvSpPr>
          <p:cNvPr id="321" name="OPF native body slides.1.text"/>
          <p:cNvSpPr txBox="1"/>
          <p:nvPr>
            <p:ph type="body" idx="1"/>
          </p:nvPr>
        </p:nvSpPr>
        <p:spPr>
          <a:xfrm>
            <a:off x="548639" y="1410112"/>
            <a:ext cx="11094722" cy="4856193"/>
          </a:xfrm>
          <a:prstGeom prst="rect">
            <a:avLst/>
          </a:prstGeom>
        </p:spPr>
        <p:txBody>
          <a:bodyPr lIns="0" tIns="0" rIns="0" bIns="0"/>
          <a:lstStyle/>
          <a:p>
            <a:pPr marL="0" indent="0">
              <a:lnSpc>
                <a:spcPct val="122000"/>
              </a:lnSpc>
              <a:buSzTx/>
              <a:buNone/>
            </a:pPr>
            <a:r>
              <a:t>KN_ORIGINAL_PARAGRAPH. Keep this second sentence.</a:t>
            </a:r>
          </a:p>
          <a:p>
            <a:pPr marL="0" indent="0">
              <a:lnSpc>
                <a:spcPct val="122000"/>
              </a:lnSpc>
              <a:buSzTx/>
              <a:buNone/>
            </a:pPr>
            <a:r>
              <a:t>A second authored paragraph.</a:t>
            </a:r>
          </a:p>
        </p:txBody>
      </p:sp>
      <p:sp>
        <p:nvSpPr>
          <p:cNvPr id="322" name="OPF furniture 1 part 1 line 0"/>
          <p:cNvSpPr txBox="1"/>
          <p:nvPr>
            <p:ph type="sldNum" sz="quarter" idx="2"/>
          </p:nvPr>
        </p:nvSpPr>
        <p:spPr>
          <a:xfrm>
            <a:off x="11200174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OPF furniture 2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27" name="OPF heading slides.2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K03 Rich text</a:t>
            </a:r>
          </a:p>
        </p:txBody>
      </p:sp>
      <p:sp>
        <p:nvSpPr>
          <p:cNvPr id="328" name="OPF native body slides.2.text"/>
          <p:cNvSpPr txBox="1"/>
          <p:nvPr>
            <p:ph type="body" idx="1"/>
          </p:nvPr>
        </p:nvSpPr>
        <p:spPr>
          <a:xfrm>
            <a:off x="548639" y="1404746"/>
            <a:ext cx="11094722" cy="4861559"/>
          </a:xfrm>
          <a:prstGeom prst="rect">
            <a:avLst/>
          </a:prstGeom>
        </p:spPr>
        <p:txBody>
          <a:bodyPr lIns="0" tIns="0" rIns="0" bIns="0"/>
          <a:lstStyle/>
          <a:p>
            <a:pPr marL="0" indent="0">
              <a:lnSpc>
                <a:spcPct val="122000"/>
              </a:lnSpc>
              <a:buSzTx/>
              <a:buNone/>
              <a:defRPr b="1"/>
            </a:pPr>
            <a:r>
              <a:t>Bold words</a:t>
            </a:r>
            <a:r>
              <a:rPr b="0"/>
              <a:t> and </a:t>
            </a:r>
            <a:r>
              <a:rPr b="0" i="1"/>
              <a:t>italic words</a:t>
            </a:r>
            <a:r>
              <a:rPr b="0"/>
              <a:t> and </a:t>
            </a:r>
            <a:r>
              <a:rPr i="1"/>
              <a:t>bold italic words</a:t>
            </a:r>
            <a:endParaRPr i="1"/>
          </a:p>
          <a:p>
            <a:pPr marL="0" indent="0">
              <a:lnSpc>
                <a:spcPct val="122000"/>
              </a:lnSpc>
              <a:buSzTx/>
              <a:buNone/>
            </a:pPr>
            <a:r>
              <a:t>A second rich paragraph.</a:t>
            </a:r>
          </a:p>
        </p:txBody>
      </p:sp>
      <p:sp>
        <p:nvSpPr>
          <p:cNvPr id="329" name="OPF furniture 2 part 1 line 0"/>
          <p:cNvSpPr txBox="1"/>
          <p:nvPr>
            <p:ph type="sldNum" sz="quarter" idx="2"/>
          </p:nvPr>
        </p:nvSpPr>
        <p:spPr>
          <a:xfrm>
            <a:off x="11199206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OPF furniture 3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34" name="OPF heading slides.3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K04 List editing</a:t>
            </a:r>
          </a:p>
        </p:txBody>
      </p:sp>
      <p:sp>
        <p:nvSpPr>
          <p:cNvPr id="335" name="OPF list slides.3.items line 0"/>
          <p:cNvSpPr txBox="1"/>
          <p:nvPr/>
        </p:nvSpPr>
        <p:spPr>
          <a:xfrm>
            <a:off x="548639" y="1410112"/>
            <a:ext cx="3210690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KN_ORIGINAL_LIST</a:t>
            </a:r>
          </a:p>
        </p:txBody>
      </p:sp>
      <p:sp>
        <p:nvSpPr>
          <p:cNvPr id="336" name="OPF list slides.3.items line 1"/>
          <p:cNvSpPr txBox="1"/>
          <p:nvPr/>
        </p:nvSpPr>
        <p:spPr>
          <a:xfrm>
            <a:off x="548639" y="1867312"/>
            <a:ext cx="1906509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Parent item</a:t>
            </a:r>
          </a:p>
        </p:txBody>
      </p:sp>
      <p:sp>
        <p:nvSpPr>
          <p:cNvPr id="337" name="OPF list slides.3.items line 2"/>
          <p:cNvSpPr txBox="1"/>
          <p:nvPr/>
        </p:nvSpPr>
        <p:spPr>
          <a:xfrm>
            <a:off x="883919" y="2275745"/>
            <a:ext cx="3204742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900">
                <a:solidFill>
                  <a:srgbClr val="F0F0F0"/>
                </a:solidFill>
              </a:defRPr>
            </a:lvl1pPr>
          </a:lstStyle>
          <a:p>
            <a:pPr/>
            <a:r>
              <a:t>Description remains attached.</a:t>
            </a:r>
          </a:p>
        </p:txBody>
      </p:sp>
      <p:sp>
        <p:nvSpPr>
          <p:cNvPr id="338" name="OPF list slides.3.items line 3"/>
          <p:cNvSpPr txBox="1"/>
          <p:nvPr/>
        </p:nvSpPr>
        <p:spPr>
          <a:xfrm>
            <a:off x="548639" y="2666010"/>
            <a:ext cx="2360554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lvl="1" marL="670560" indent="-335280">
              <a:buClr>
                <a:srgbClr val="FFFFFF"/>
              </a:buClr>
              <a:buSzPts val="2400"/>
              <a:buFont typeface="Arial"/>
              <a:buChar char="◦"/>
              <a:defRPr sz="2400">
                <a:solidFill>
                  <a:srgbClr val="FFFFFF"/>
                </a:solidFill>
              </a:defRPr>
            </a:pPr>
            <a:r>
              <a:t>Nested child</a:t>
            </a:r>
          </a:p>
        </p:txBody>
      </p:sp>
      <p:sp>
        <p:nvSpPr>
          <p:cNvPr id="339" name="OPF list slides.3.items line 4"/>
          <p:cNvSpPr txBox="1"/>
          <p:nvPr/>
        </p:nvSpPr>
        <p:spPr>
          <a:xfrm>
            <a:off x="548639" y="3123210"/>
            <a:ext cx="1669129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Final item</a:t>
            </a:r>
          </a:p>
        </p:txBody>
      </p:sp>
      <p:sp>
        <p:nvSpPr>
          <p:cNvPr id="340" name="OPF furniture 3 part 1 line 0"/>
          <p:cNvSpPr txBox="1"/>
          <p:nvPr>
            <p:ph type="sldNum" sz="quarter" idx="2"/>
          </p:nvPr>
        </p:nvSpPr>
        <p:spPr>
          <a:xfrm>
            <a:off x="11196975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OPF furniture 4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45" name="OPF heading slides.4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K05 Long paragraph</a:t>
            </a:r>
          </a:p>
        </p:txBody>
      </p:sp>
      <p:sp>
        <p:nvSpPr>
          <p:cNvPr id="346" name="OPF native body slides.4.text"/>
          <p:cNvSpPr txBox="1"/>
          <p:nvPr>
            <p:ph type="body" idx="1"/>
          </p:nvPr>
        </p:nvSpPr>
        <p:spPr>
          <a:xfrm>
            <a:off x="548639" y="1410112"/>
            <a:ext cx="11094722" cy="485619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2000"/>
              </a:lnSpc>
              <a:buSzTx/>
              <a:buNone/>
            </a:lvl1pPr>
          </a:lstStyle>
          <a:p>
            <a:pPr/>
            <a:r>
              <a:t>A native editor should preserve words, spacing and paragraph boundaries while a user edits the content. A native editor should preserve words, spacing and paragraph boundaries while a user edits the content. A native editor should preserve words, spacing and paragraph boundaries while a user edits the content. A native editor should preserve words, spacing and paragraph boundaries while a user edits the content. A native editor should preserve words, spacing and paragraph boundaries while a user edits the content. A native editor should preserve words, spacing and paragraph boundaries while a user edits the content. A native editor should preserve words, spacing and paragraph boundaries while a user edits the content. A native editor should preserve words, spacing and paragraph boundaries while a user edits the content. A native editor should preserve words, spacing and paragraph boundaries while a user edits the content. A native editor should preserve words, spacing and paragraph boundaries while a user edits the content. </a:t>
            </a:r>
          </a:p>
        </p:txBody>
      </p:sp>
      <p:sp>
        <p:nvSpPr>
          <p:cNvPr id="347" name="OPF furniture 4 part 1 line 0"/>
          <p:cNvSpPr txBox="1"/>
          <p:nvPr>
            <p:ph type="sldNum" sz="quarter" idx="2"/>
          </p:nvPr>
        </p:nvSpPr>
        <p:spPr>
          <a:xfrm>
            <a:off x="11198909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OPF furniture 5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52" name="OPF heading slides.5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K06 Long list</a:t>
            </a:r>
          </a:p>
        </p:txBody>
      </p:sp>
      <p:sp>
        <p:nvSpPr>
          <p:cNvPr id="353" name="OPF list slides.5.items line 0"/>
          <p:cNvSpPr txBox="1"/>
          <p:nvPr/>
        </p:nvSpPr>
        <p:spPr>
          <a:xfrm>
            <a:off x="548639" y="1410112"/>
            <a:ext cx="5430313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Agenda item 1 with a few more words</a:t>
            </a:r>
          </a:p>
        </p:txBody>
      </p:sp>
      <p:sp>
        <p:nvSpPr>
          <p:cNvPr id="354" name="OPF list slides.5.items line 1"/>
          <p:cNvSpPr txBox="1"/>
          <p:nvPr/>
        </p:nvSpPr>
        <p:spPr>
          <a:xfrm>
            <a:off x="548639" y="1867312"/>
            <a:ext cx="5430313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Agenda item 2 with a few more words</a:t>
            </a:r>
          </a:p>
        </p:txBody>
      </p:sp>
      <p:sp>
        <p:nvSpPr>
          <p:cNvPr id="355" name="OPF list slides.5.items line 2"/>
          <p:cNvSpPr txBox="1"/>
          <p:nvPr/>
        </p:nvSpPr>
        <p:spPr>
          <a:xfrm>
            <a:off x="548639" y="2324512"/>
            <a:ext cx="5430313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Agenda item 3 with a few more words</a:t>
            </a:r>
          </a:p>
        </p:txBody>
      </p:sp>
      <p:sp>
        <p:nvSpPr>
          <p:cNvPr id="356" name="OPF list slides.5.items line 3"/>
          <p:cNvSpPr txBox="1"/>
          <p:nvPr/>
        </p:nvSpPr>
        <p:spPr>
          <a:xfrm>
            <a:off x="548639" y="2781712"/>
            <a:ext cx="5430313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Agenda item 4 with a few more words</a:t>
            </a:r>
          </a:p>
        </p:txBody>
      </p:sp>
      <p:sp>
        <p:nvSpPr>
          <p:cNvPr id="357" name="OPF list slides.5.items line 4"/>
          <p:cNvSpPr txBox="1"/>
          <p:nvPr/>
        </p:nvSpPr>
        <p:spPr>
          <a:xfrm>
            <a:off x="548639" y="3238912"/>
            <a:ext cx="5430313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Agenda item 5 with a few more words</a:t>
            </a:r>
          </a:p>
        </p:txBody>
      </p:sp>
      <p:sp>
        <p:nvSpPr>
          <p:cNvPr id="358" name="OPF list slides.5.items line 5"/>
          <p:cNvSpPr txBox="1"/>
          <p:nvPr/>
        </p:nvSpPr>
        <p:spPr>
          <a:xfrm>
            <a:off x="548639" y="3696113"/>
            <a:ext cx="5430313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Agenda item 6 with a few more words</a:t>
            </a:r>
          </a:p>
        </p:txBody>
      </p:sp>
      <p:sp>
        <p:nvSpPr>
          <p:cNvPr id="359" name="OPF list slides.5.items line 6"/>
          <p:cNvSpPr txBox="1"/>
          <p:nvPr/>
        </p:nvSpPr>
        <p:spPr>
          <a:xfrm>
            <a:off x="548639" y="4153313"/>
            <a:ext cx="5430313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Agenda item 7 with a few more words</a:t>
            </a:r>
          </a:p>
        </p:txBody>
      </p:sp>
      <p:sp>
        <p:nvSpPr>
          <p:cNvPr id="360" name="OPF list slides.5.items line 7"/>
          <p:cNvSpPr txBox="1"/>
          <p:nvPr/>
        </p:nvSpPr>
        <p:spPr>
          <a:xfrm>
            <a:off x="548639" y="4610513"/>
            <a:ext cx="5430313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Agenda item 8 with a few more words</a:t>
            </a:r>
          </a:p>
        </p:txBody>
      </p:sp>
      <p:sp>
        <p:nvSpPr>
          <p:cNvPr id="361" name="OPF list slides.5.items line 8"/>
          <p:cNvSpPr txBox="1"/>
          <p:nvPr/>
        </p:nvSpPr>
        <p:spPr>
          <a:xfrm>
            <a:off x="548639" y="5067713"/>
            <a:ext cx="5430313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Agenda item 9 with a few more words</a:t>
            </a:r>
          </a:p>
        </p:txBody>
      </p:sp>
      <p:sp>
        <p:nvSpPr>
          <p:cNvPr id="362" name="OPF list slides.5.items line 9"/>
          <p:cNvSpPr txBox="1"/>
          <p:nvPr/>
        </p:nvSpPr>
        <p:spPr>
          <a:xfrm>
            <a:off x="6210299" y="1410112"/>
            <a:ext cx="4786780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Agenda item 10 with a few more </a:t>
            </a:r>
          </a:p>
        </p:txBody>
      </p:sp>
      <p:sp>
        <p:nvSpPr>
          <p:cNvPr id="363" name="OPF list slides.5.items line 10"/>
          <p:cNvSpPr txBox="1"/>
          <p:nvPr/>
        </p:nvSpPr>
        <p:spPr>
          <a:xfrm>
            <a:off x="6545580" y="1781968"/>
            <a:ext cx="825749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words</a:t>
            </a:r>
          </a:p>
        </p:txBody>
      </p:sp>
      <p:sp>
        <p:nvSpPr>
          <p:cNvPr id="364" name="OPF list slides.5.items line 11"/>
          <p:cNvSpPr txBox="1"/>
          <p:nvPr/>
        </p:nvSpPr>
        <p:spPr>
          <a:xfrm>
            <a:off x="6210299" y="2239168"/>
            <a:ext cx="4764158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Agenda item 11 with a few more </a:t>
            </a:r>
          </a:p>
        </p:txBody>
      </p:sp>
      <p:sp>
        <p:nvSpPr>
          <p:cNvPr id="365" name="OPF list slides.5.items line 12"/>
          <p:cNvSpPr txBox="1"/>
          <p:nvPr/>
        </p:nvSpPr>
        <p:spPr>
          <a:xfrm>
            <a:off x="6545580" y="2611024"/>
            <a:ext cx="825749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words</a:t>
            </a:r>
          </a:p>
        </p:txBody>
      </p:sp>
      <p:sp>
        <p:nvSpPr>
          <p:cNvPr id="366" name="OPF list slides.5.items line 13"/>
          <p:cNvSpPr txBox="1"/>
          <p:nvPr/>
        </p:nvSpPr>
        <p:spPr>
          <a:xfrm>
            <a:off x="6210299" y="3068224"/>
            <a:ext cx="4786780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Agenda item 12 with a few more </a:t>
            </a:r>
          </a:p>
        </p:txBody>
      </p:sp>
      <p:sp>
        <p:nvSpPr>
          <p:cNvPr id="367" name="OPF list slides.5.items line 14"/>
          <p:cNvSpPr txBox="1"/>
          <p:nvPr/>
        </p:nvSpPr>
        <p:spPr>
          <a:xfrm>
            <a:off x="6545580" y="3440081"/>
            <a:ext cx="825749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words</a:t>
            </a:r>
          </a:p>
        </p:txBody>
      </p:sp>
      <p:sp>
        <p:nvSpPr>
          <p:cNvPr id="368" name="OPF list slides.5.items line 15"/>
          <p:cNvSpPr txBox="1"/>
          <p:nvPr/>
        </p:nvSpPr>
        <p:spPr>
          <a:xfrm>
            <a:off x="6210299" y="3897281"/>
            <a:ext cx="4786780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Agenda item 13 with a few more </a:t>
            </a:r>
          </a:p>
        </p:txBody>
      </p:sp>
      <p:sp>
        <p:nvSpPr>
          <p:cNvPr id="369" name="OPF list slides.5.items line 16"/>
          <p:cNvSpPr txBox="1"/>
          <p:nvPr/>
        </p:nvSpPr>
        <p:spPr>
          <a:xfrm>
            <a:off x="6545580" y="4269137"/>
            <a:ext cx="825749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words</a:t>
            </a:r>
          </a:p>
        </p:txBody>
      </p:sp>
      <p:sp>
        <p:nvSpPr>
          <p:cNvPr id="370" name="OPF list slides.5.items line 17"/>
          <p:cNvSpPr txBox="1"/>
          <p:nvPr/>
        </p:nvSpPr>
        <p:spPr>
          <a:xfrm>
            <a:off x="6210299" y="4726337"/>
            <a:ext cx="4786780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Agenda item 14 with a few more </a:t>
            </a:r>
          </a:p>
        </p:txBody>
      </p:sp>
      <p:sp>
        <p:nvSpPr>
          <p:cNvPr id="371" name="OPF list slides.5.items line 18"/>
          <p:cNvSpPr txBox="1"/>
          <p:nvPr/>
        </p:nvSpPr>
        <p:spPr>
          <a:xfrm>
            <a:off x="6545580" y="5098193"/>
            <a:ext cx="825749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words</a:t>
            </a:r>
          </a:p>
        </p:txBody>
      </p:sp>
      <p:sp>
        <p:nvSpPr>
          <p:cNvPr id="372" name="OPF furniture 5 part 1 line 0"/>
          <p:cNvSpPr txBox="1"/>
          <p:nvPr>
            <p:ph type="sldNum" sz="quarter" idx="2"/>
          </p:nvPr>
        </p:nvSpPr>
        <p:spPr>
          <a:xfrm>
            <a:off x="11199206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OPF furniture 6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77" name="OPF heading slides.6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K07 Layout and reapply</a:t>
            </a:r>
          </a:p>
        </p:txBody>
      </p:sp>
      <p:sp>
        <p:nvSpPr>
          <p:cNvPr id="378" name="OPF native body slides.6.blocks.0.text"/>
          <p:cNvSpPr txBox="1"/>
          <p:nvPr>
            <p:ph type="body" sz="half" idx="1"/>
          </p:nvPr>
        </p:nvSpPr>
        <p:spPr>
          <a:xfrm>
            <a:off x="548639" y="1407852"/>
            <a:ext cx="5433062" cy="48584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2000"/>
              </a:lnSpc>
              <a:buSzTx/>
              <a:buNone/>
            </a:lvl1pPr>
          </a:lstStyle>
          <a:p>
            <a:pPr/>
            <a:r>
              <a:t>Left-column story remains visible.</a:t>
            </a:r>
          </a:p>
        </p:txBody>
      </p:sp>
      <p:sp>
        <p:nvSpPr>
          <p:cNvPr id="379" name="OPF metric 1 value line 1"/>
          <p:cNvSpPr txBox="1"/>
          <p:nvPr/>
        </p:nvSpPr>
        <p:spPr>
          <a:xfrm>
            <a:off x="6210299" y="1407853"/>
            <a:ext cx="817899" cy="814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5700">
                <a:solidFill>
                  <a:schemeClr val="accent1"/>
                </a:solidFill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380" name="OPF metric 1 label line 1"/>
          <p:cNvSpPr txBox="1"/>
          <p:nvPr/>
        </p:nvSpPr>
        <p:spPr>
          <a:xfrm>
            <a:off x="6216508" y="2405310"/>
            <a:ext cx="1644813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700">
                <a:solidFill>
                  <a:srgbClr val="FFFFFF"/>
                </a:solidFill>
              </a:defRPr>
            </a:lvl1pPr>
          </a:lstStyle>
          <a:p>
            <a:pPr/>
            <a:r>
              <a:t>teams in the pilot</a:t>
            </a:r>
          </a:p>
        </p:txBody>
      </p:sp>
      <p:sp>
        <p:nvSpPr>
          <p:cNvPr id="381" name="OPF furniture 6 part 1 line 0"/>
          <p:cNvSpPr txBox="1"/>
          <p:nvPr>
            <p:ph type="sldNum" sz="quarter" idx="2"/>
          </p:nvPr>
        </p:nvSpPr>
        <p:spPr>
          <a:xfrm>
            <a:off x="11200174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OPF furniture 7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86" name="OPF heading slides.7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K08 Replace this picture</a:t>
            </a:r>
          </a:p>
        </p:txBody>
      </p:sp>
      <p:pic>
        <p:nvPicPr>
          <p:cNvPr id="387" name="OPF image 1" descr="OPF image 1"/>
          <p:cNvPicPr>
            <a:picLocks noChangeAspect="1"/>
          </p:cNvPicPr>
          <p:nvPr>
            <p:ph type="pic" idx="21"/>
          </p:nvPr>
        </p:nvPicPr>
        <p:blipFill>
          <a:blip r:embed="rId3">
            <a:extLst/>
          </a:blip>
          <a:stretch>
            <a:fillRect/>
          </a:stretch>
        </p:blipFill>
        <p:spPr>
          <a:xfrm>
            <a:off x="645853" y="1407851"/>
            <a:ext cx="10900295" cy="5450149"/>
          </a:xfrm>
          <a:prstGeom prst="rect">
            <a:avLst/>
          </a:prstGeom>
        </p:spPr>
      </p:pic>
      <p:sp>
        <p:nvSpPr>
          <p:cNvPr id="388" name="OPF furniture 7 part 1 line 0"/>
          <p:cNvSpPr txBox="1"/>
          <p:nvPr>
            <p:ph type="sldNum" sz="quarter" idx="2"/>
          </p:nvPr>
        </p:nvSpPr>
        <p:spPr>
          <a:xfrm>
            <a:off x="11199133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OPF furniture 8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93" name="OPF heading slides.8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K09 Crop this picture</a:t>
            </a:r>
          </a:p>
        </p:txBody>
      </p:sp>
      <p:pic>
        <p:nvPicPr>
          <p:cNvPr id="394" name="OPF image 2" descr="OPF image 2"/>
          <p:cNvPicPr>
            <a:picLocks noChangeAspect="1"/>
          </p:cNvPicPr>
          <p:nvPr>
            <p:ph type="pic" idx="21"/>
          </p:nvPr>
        </p:nvPicPr>
        <p:blipFill>
          <a:blip r:embed="rId3">
            <a:extLst/>
          </a:blip>
          <a:srcRect l="0" t="0" r="44087" b="0"/>
          <a:stretch>
            <a:fillRect/>
          </a:stretch>
        </p:blipFill>
        <p:spPr>
          <a:xfrm>
            <a:off x="548640" y="1407853"/>
            <a:ext cx="5433060" cy="4858452"/>
          </a:xfrm>
          <a:prstGeom prst="rect">
            <a:avLst/>
          </a:prstGeom>
        </p:spPr>
      </p:pic>
      <p:sp>
        <p:nvSpPr>
          <p:cNvPr id="395" name="OPF native body slides.8.blocks.1.text"/>
          <p:cNvSpPr txBox="1"/>
          <p:nvPr>
            <p:ph type="body" sz="half" idx="1"/>
          </p:nvPr>
        </p:nvSpPr>
        <p:spPr>
          <a:xfrm>
            <a:off x="6210299" y="1407852"/>
            <a:ext cx="5433062" cy="48584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2000"/>
              </a:lnSpc>
              <a:buSzTx/>
              <a:buNone/>
            </a:lvl1pPr>
          </a:lstStyle>
          <a:p>
            <a:pPr/>
            <a:r>
              <a:t>Keep this caption while adjusting the crop.</a:t>
            </a:r>
          </a:p>
        </p:txBody>
      </p:sp>
      <p:sp>
        <p:nvSpPr>
          <p:cNvPr id="396" name="OPF furniture 8 part 1 line 0"/>
          <p:cNvSpPr txBox="1"/>
          <p:nvPr>
            <p:ph type="sldNum" sz="quarter" idx="2"/>
          </p:nvPr>
        </p:nvSpPr>
        <p:spPr>
          <a:xfrm>
            <a:off x="11199728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OPF furniture 9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401" name="OPF heading slides.9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K10 Column chart data</a:t>
            </a:r>
          </a:p>
        </p:txBody>
      </p:sp>
      <p:graphicFrame>
        <p:nvGraphicFramePr>
          <p:cNvPr id="402" name="OPF chart 1"/>
          <p:cNvGraphicFramePr/>
          <p:nvPr/>
        </p:nvGraphicFramePr>
        <p:xfrm>
          <a:off x="580350" y="1397032"/>
          <a:ext cx="10897910" cy="481225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03" name="OPF furniture 9 part 1 line 0"/>
          <p:cNvSpPr txBox="1"/>
          <p:nvPr>
            <p:ph type="sldNum" sz="quarter" idx="2"/>
          </p:nvPr>
        </p:nvSpPr>
        <p:spPr>
          <a:xfrm>
            <a:off x="11143248" y="6380603"/>
            <a:ext cx="182216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OPF furniture 10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408" name="OPF heading slides.10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K11 Line chart style</a:t>
            </a:r>
          </a:p>
        </p:txBody>
      </p:sp>
      <p:graphicFrame>
        <p:nvGraphicFramePr>
          <p:cNvPr id="409" name="OPF chart 2"/>
          <p:cNvGraphicFramePr/>
          <p:nvPr/>
        </p:nvGraphicFramePr>
        <p:xfrm>
          <a:off x="580350" y="1400138"/>
          <a:ext cx="10913150" cy="48091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10" name="OPF furniture 10 part 1 line 0"/>
          <p:cNvSpPr txBox="1"/>
          <p:nvPr>
            <p:ph type="sldNum" sz="quarter" idx="2"/>
          </p:nvPr>
        </p:nvSpPr>
        <p:spPr>
          <a:xfrm>
            <a:off x="11156046" y="6380603"/>
            <a:ext cx="170905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OPF furniture 11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415" name="OPF heading slides.11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K12 Table cell edit</a:t>
            </a:r>
          </a:p>
        </p:txBody>
      </p:sp>
      <p:graphicFrame>
        <p:nvGraphicFramePr>
          <p:cNvPr id="416" name="OPF table 1"/>
          <p:cNvGraphicFramePr/>
          <p:nvPr/>
        </p:nvGraphicFramePr>
        <p:xfrm>
          <a:off x="548640" y="1404747"/>
          <a:ext cx="11094720" cy="154305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Team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KN_ORIGINAL_CELL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Beta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</a:tr>
            </a:tbl>
          </a:graphicData>
        </a:graphic>
      </p:graphicFrame>
      <p:sp>
        <p:nvSpPr>
          <p:cNvPr id="417" name="OPF furniture 11 part 1 line 0"/>
          <p:cNvSpPr txBox="1"/>
          <p:nvPr>
            <p:ph type="sldNum" sz="quarter" idx="2"/>
          </p:nvPr>
        </p:nvSpPr>
        <p:spPr>
          <a:xfrm>
            <a:off x="11144959" y="6380603"/>
            <a:ext cx="182216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OPF furniture 12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422" name="OPF heading slides.12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K13 Rich table edit</a:t>
            </a:r>
          </a:p>
        </p:txBody>
      </p:sp>
      <p:graphicFrame>
        <p:nvGraphicFramePr>
          <p:cNvPr id="423" name="OPF table 2"/>
          <p:cNvGraphicFramePr/>
          <p:nvPr/>
        </p:nvGraphicFramePr>
        <p:xfrm>
          <a:off x="548640" y="1404747"/>
          <a:ext cx="11094720" cy="154305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Label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Alpha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Bold cell</a:t>
                      </a:r>
                      <a:r>
                        <a:rPr b="0"/>
                        <a:t> and plain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Beta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Keep this row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</a:tr>
            </a:tbl>
          </a:graphicData>
        </a:graphic>
      </p:graphicFrame>
      <p:sp>
        <p:nvSpPr>
          <p:cNvPr id="424" name="OPF furniture 12 part 1 line 0"/>
          <p:cNvSpPr txBox="1"/>
          <p:nvPr>
            <p:ph type="sldNum" sz="quarter" idx="2"/>
          </p:nvPr>
        </p:nvSpPr>
        <p:spPr>
          <a:xfrm>
            <a:off x="11143991" y="6380603"/>
            <a:ext cx="182216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OPF furniture 13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429" name="OPF heading slides.13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K14 Number reorder A</a:t>
            </a:r>
          </a:p>
        </p:txBody>
      </p:sp>
      <p:sp>
        <p:nvSpPr>
          <p:cNvPr id="430" name="OPF native body slides.13.text"/>
          <p:cNvSpPr txBox="1"/>
          <p:nvPr>
            <p:ph type="body" idx="1"/>
          </p:nvPr>
        </p:nvSpPr>
        <p:spPr>
          <a:xfrm>
            <a:off x="548639" y="1404746"/>
            <a:ext cx="11094722" cy="48615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2000"/>
              </a:lnSpc>
              <a:buSzTx/>
              <a:buNone/>
            </a:lvl1pPr>
          </a:lstStyle>
          <a:p>
            <a:pPr/>
            <a:r>
              <a:t>Move this slide after K15; observe the native slide number.</a:t>
            </a:r>
          </a:p>
        </p:txBody>
      </p:sp>
      <p:sp>
        <p:nvSpPr>
          <p:cNvPr id="431" name="OPF furniture 13 part 1 line 0"/>
          <p:cNvSpPr txBox="1"/>
          <p:nvPr>
            <p:ph type="sldNum" sz="quarter" idx="2"/>
          </p:nvPr>
        </p:nvSpPr>
        <p:spPr>
          <a:xfrm>
            <a:off x="11141759" y="6380603"/>
            <a:ext cx="182217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OPF furniture 14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436" name="OPF heading slides.14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K15 Number reorder B</a:t>
            </a:r>
          </a:p>
        </p:txBody>
      </p:sp>
      <p:sp>
        <p:nvSpPr>
          <p:cNvPr id="437" name="OPF native body slides.14.text"/>
          <p:cNvSpPr txBox="1"/>
          <p:nvPr>
            <p:ph type="body" idx="1"/>
          </p:nvPr>
        </p:nvSpPr>
        <p:spPr>
          <a:xfrm>
            <a:off x="548639" y="1404746"/>
            <a:ext cx="11094722" cy="48615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2000"/>
              </a:lnSpc>
              <a:buSzTx/>
              <a:buNone/>
            </a:lvl1pPr>
          </a:lstStyle>
          <a:p>
            <a:pPr/>
            <a:r>
              <a:t>This slide moves before K14; observe the native slide number.</a:t>
            </a:r>
          </a:p>
        </p:txBody>
      </p:sp>
      <p:sp>
        <p:nvSpPr>
          <p:cNvPr id="438" name="OPF furniture 14 part 1 line 0"/>
          <p:cNvSpPr txBox="1"/>
          <p:nvPr>
            <p:ph type="sldNum" sz="quarter" idx="2"/>
          </p:nvPr>
        </p:nvSpPr>
        <p:spPr>
          <a:xfrm>
            <a:off x="11143694" y="6380603"/>
            <a:ext cx="182216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OPF furniture 15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443" name="OPF heading slides.15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K16 Notes and final control</a:t>
            </a:r>
          </a:p>
        </p:txBody>
      </p:sp>
      <p:sp>
        <p:nvSpPr>
          <p:cNvPr id="444" name="OPF native body slides.15.text"/>
          <p:cNvSpPr txBox="1"/>
          <p:nvPr>
            <p:ph type="body" idx="1"/>
          </p:nvPr>
        </p:nvSpPr>
        <p:spPr>
          <a:xfrm>
            <a:off x="548639" y="1404746"/>
            <a:ext cx="11094722" cy="48615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2000"/>
              </a:lnSpc>
              <a:buSzTx/>
              <a:buNone/>
            </a:lvl1pPr>
          </a:lstStyle>
          <a:p>
            <a:pPr/>
            <a:r>
              <a:t>Untouched final control. Notes are edited separately.</a:t>
            </a:r>
          </a:p>
        </p:txBody>
      </p:sp>
      <p:sp>
        <p:nvSpPr>
          <p:cNvPr id="445" name="OPF furniture 15 part 1 line 0"/>
          <p:cNvSpPr txBox="1"/>
          <p:nvPr>
            <p:ph type="sldNum" sz="quarter" idx="2"/>
          </p:nvPr>
        </p:nvSpPr>
        <p:spPr>
          <a:xfrm>
            <a:off x="11143991" y="6380603"/>
            <a:ext cx="182216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OPF furniture 16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450" name="OPF heading slides.16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K17 Flat bullet body</a:t>
            </a:r>
          </a:p>
        </p:txBody>
      </p:sp>
      <p:sp>
        <p:nvSpPr>
          <p:cNvPr id="451" name="OPF native body slides.16.items"/>
          <p:cNvSpPr txBox="1"/>
          <p:nvPr>
            <p:ph type="body" idx="1"/>
          </p:nvPr>
        </p:nvSpPr>
        <p:spPr>
          <a:xfrm>
            <a:off x="548639" y="1407852"/>
            <a:ext cx="11094722" cy="4858453"/>
          </a:xfrm>
          <a:prstGeom prst="rect">
            <a:avLst/>
          </a:prstGeom>
        </p:spPr>
        <p:txBody>
          <a:bodyPr lIns="0" tIns="0" rIns="0" bIns="0"/>
          <a:lstStyle/>
          <a:p>
            <a:pPr marL="335280" indent="-335280">
              <a:lnSpc>
                <a:spcPct val="122000"/>
              </a:lnSpc>
              <a:spcBef>
                <a:spcPts val="500"/>
              </a:spcBef>
              <a:defRPr sz="2400"/>
            </a:pPr>
            <a:r>
              <a:t>KN_ORIGINAL_FLAT_LIST</a:t>
            </a:r>
          </a:p>
          <a:p>
            <a:pPr marL="335280" indent="-335280">
              <a:lnSpc>
                <a:spcPct val="122000"/>
              </a:lnSpc>
              <a:spcBef>
                <a:spcPts val="500"/>
              </a:spcBef>
              <a:defRPr b="1" sz="2400"/>
            </a:pPr>
            <a:r>
              <a:t>Bold flat item</a:t>
            </a:r>
          </a:p>
          <a:p>
            <a:pPr marL="335280" indent="-335280">
              <a:lnSpc>
                <a:spcPct val="122000"/>
              </a:lnSpc>
              <a:spcBef>
                <a:spcPts val="500"/>
              </a:spcBef>
              <a:defRPr sz="2400"/>
            </a:pPr>
            <a:r>
              <a:t>Final flat item.</a:t>
            </a:r>
          </a:p>
        </p:txBody>
      </p:sp>
      <p:sp>
        <p:nvSpPr>
          <p:cNvPr id="452" name="OPF furniture 16 part 1 line 0"/>
          <p:cNvSpPr txBox="1"/>
          <p:nvPr>
            <p:ph type="sldNum" sz="quarter" idx="2"/>
          </p:nvPr>
        </p:nvSpPr>
        <p:spPr>
          <a:xfrm>
            <a:off x="11144959" y="6380603"/>
            <a:ext cx="182216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pptx.gallery">
  <a:themeElements>
    <a:clrScheme name="pptx.gallery">
      <a:dk1>
        <a:srgbClr val="000000"/>
      </a:dk1>
      <a:lt1>
        <a:srgbClr val="011842"/>
      </a:lt1>
      <a:dk2>
        <a:srgbClr val="A7A7A7"/>
      </a:dk2>
      <a:lt2>
        <a:srgbClr val="535353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FF"/>
      </a:hlink>
      <a:folHlink>
        <a:srgbClr val="FF00FF"/>
      </a:folHlink>
    </a:clrScheme>
    <a:fontScheme name="pptx.gallery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pptx.galle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pptx.gallery">
  <a:themeElements>
    <a:clrScheme name="pptx.gallery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FF"/>
      </a:hlink>
      <a:folHlink>
        <a:srgbClr val="FF00FF"/>
      </a:folHlink>
    </a:clrScheme>
    <a:fontScheme name="pptx.gallery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pptx.galle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