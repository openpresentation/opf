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5E0"/>
          </a:solidFill>
        </a:fill>
      </a:tcStyle>
    </a:wholeTbl>
    <a:band2H>
      <a:tcTxStyle b="def" i="def"/>
      <a:tcStyle>
        <a:tcBdr/>
        <a:fill>
          <a:solidFill>
            <a:srgbClr val="E7EB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DEB"/>
          </a:solidFill>
        </a:fill>
      </a:tcStyle>
    </a:wholeTbl>
    <a:band2H>
      <a:tcTxStyle b="def" i="def"/>
      <a:tcStyle>
        <a:tcBdr/>
        <a:fill>
          <a:solidFill>
            <a:srgbClr val="E9EF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1DE"/>
          </a:solidFill>
        </a:fill>
      </a:tcStyle>
    </a:wholeTbl>
    <a:band2H>
      <a:tcTxStyle b="def" i="def"/>
      <a:tcStyle>
        <a:tcBdr/>
        <a:fill>
          <a:solidFill>
            <a:srgbClr val="E7F1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547"/>
          <c:y val="0.0359113"/>
          <c:w val="0.961145"/>
          <c:h val="0.895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12.000000</c:v>
                </c:pt>
                <c:pt idx="1">
                  <c:v>24.000000</c:v>
                </c:pt>
                <c:pt idx="2">
                  <c:v>18.000000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6"/>
        <c:minorUnit val="3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338074"/>
          <c:y val="0.0359345"/>
          <c:w val="0.961193"/>
          <c:h val="0.8952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10.000000</c:v>
                </c:pt>
                <c:pt idx="1">
                  <c:v>20.000000</c:v>
                </c:pt>
                <c:pt idx="2">
                  <c:v>15.000000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1200" u="none">
                <a:solidFill>
                  <a:srgbClr val="FFFFFF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5"/>
        <c:minorUnit val="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K01 speaker notes: preserve this sentence.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K02 speaker notes: preserve this sentence.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6" name="Shape 2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K03 speaker notes: preserve this sentence.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K04 speaker notes: preserve this sentence.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K05 speaker notes: preserve this sentence.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K06 speaker notes: preserve this sentence.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4" name="Shape 3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K07 speaker notes: preserve this sentence.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1" name="Shape 3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K08 speaker notes: preserve this sentence.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K09 speaker notes: preserve this sentence.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Shape 3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K10 speaker notes: preserve this sentence.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3" name="Shape 3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K11 speaker notes: preserve this sentence.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0" name="Shape 3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K12 speaker notes: preserve this sentence.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7" name="Shape 3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K13 speaker notes: preserve this sentence.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4" name="Shape 3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K14 speaker notes: preserve this sentence.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1" name="Shape 4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K15 speaker notes: preserve this sentence.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K16 speaker notes: preserve this sentence.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548640" y="548640"/>
            <a:ext cx="543306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548640" y="3641692"/>
            <a:ext cx="543306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media"/>
          <p:cNvSpPr/>
          <p:nvPr>
            <p:ph type="pic" idx="21"/>
          </p:nvPr>
        </p:nvSpPr>
        <p:spPr>
          <a:xfrm>
            <a:off x="6210300" y="0"/>
            <a:ext cx="5981700" cy="6858000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548640" y="548640"/>
            <a:ext cx="11094720" cy="297875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sz="half" idx="1"/>
          </p:nvPr>
        </p:nvSpPr>
        <p:spPr>
          <a:xfrm>
            <a:off x="548640" y="3641692"/>
            <a:ext cx="11094720" cy="264176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548640" y="548640"/>
            <a:ext cx="11094720" cy="4925187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sz="half" idx="1"/>
          </p:nvPr>
        </p:nvSpPr>
        <p:spPr>
          <a:xfrm>
            <a:off x="548640" y="1809560"/>
            <a:ext cx="543306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9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28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37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ctr">
              <a:spcBef>
                <a:spcPts val="400"/>
              </a:spcBef>
              <a:defRPr sz="1800"/>
            </a:lvl1pPr>
            <a:lvl2pPr marL="742950" indent="-285750" algn="ctr">
              <a:spcBef>
                <a:spcPts val="400"/>
              </a:spcBef>
              <a:defRPr sz="1800"/>
            </a:lvl2pPr>
            <a:lvl3pPr marL="1143000" indent="-228600" algn="ctr">
              <a:spcBef>
                <a:spcPts val="400"/>
              </a:spcBef>
              <a:defRPr sz="1800"/>
            </a:lvl3pPr>
            <a:lvl4pPr marL="1600200" indent="-228600" algn="ctr">
              <a:spcBef>
                <a:spcPts val="400"/>
              </a:spcBef>
              <a:defRPr sz="1800"/>
            </a:lvl4pPr>
            <a:lvl5pPr marL="2057400" indent="-228600" algn="ctr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64" name="media"/>
          <p:cNvSpPr/>
          <p:nvPr>
            <p:ph type="pic" idx="21"/>
          </p:nvPr>
        </p:nvSpPr>
        <p:spPr>
          <a:xfrm>
            <a:off x="0" y="1809560"/>
            <a:ext cx="12192000" cy="5048442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73" name="media"/>
          <p:cNvSpPr/>
          <p:nvPr>
            <p:ph type="pic" sz="half" idx="21"/>
          </p:nvPr>
        </p:nvSpPr>
        <p:spPr>
          <a:xfrm>
            <a:off x="548640" y="1809560"/>
            <a:ext cx="543306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74" name="Body Level One…"/>
          <p:cNvSpPr txBox="1"/>
          <p:nvPr>
            <p:ph type="body" sz="half" idx="1"/>
          </p:nvPr>
        </p:nvSpPr>
        <p:spPr>
          <a:xfrm>
            <a:off x="6210300" y="1809560"/>
            <a:ext cx="543306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83" name="pictures"/>
          <p:cNvSpPr/>
          <p:nvPr>
            <p:ph type="pic" idx="2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192" name="Body Level One…"/>
          <p:cNvSpPr txBox="1"/>
          <p:nvPr>
            <p:ph type="body" idx="1"/>
          </p:nvPr>
        </p:nvSpPr>
        <p:spPr>
          <a:xfrm>
            <a:off x="548640" y="1809560"/>
            <a:ext cx="11094720" cy="366426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quarter" idx="1"/>
          </p:nvPr>
        </p:nvSpPr>
        <p:spPr>
          <a:xfrm>
            <a:off x="548640" y="5702427"/>
            <a:ext cx="11094720" cy="5810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19" name="Body Level One…"/>
          <p:cNvSpPr txBox="1"/>
          <p:nvPr>
            <p:ph type="body" sz="half" idx="1"/>
          </p:nvPr>
        </p:nvSpPr>
        <p:spPr>
          <a:xfrm>
            <a:off x="7296911" y="1809560"/>
            <a:ext cx="4346449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half" idx="1"/>
          </p:nvPr>
        </p:nvSpPr>
        <p:spPr>
          <a:xfrm>
            <a:off x="548640" y="1809560"/>
            <a:ext cx="6519672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37" name="Body Level One…"/>
          <p:cNvSpPr txBox="1"/>
          <p:nvPr>
            <p:ph type="body" sz="quarter" idx="1"/>
          </p:nvPr>
        </p:nvSpPr>
        <p:spPr>
          <a:xfrm>
            <a:off x="548640" y="1809560"/>
            <a:ext cx="5433060" cy="283019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8" name="media"/>
          <p:cNvSpPr/>
          <p:nvPr>
            <p:ph type="pic" sz="quarter" idx="21"/>
          </p:nvPr>
        </p:nvSpPr>
        <p:spPr>
          <a:xfrm>
            <a:off x="6210300" y="1809560"/>
            <a:ext cx="5433060" cy="2830196"/>
          </a:xfrm>
          <a:prstGeom prst="rect">
            <a:avLst/>
          </a:prstGeom>
        </p:spPr>
        <p:txBody>
          <a:bodyPr lIns="91439" rIns="91439"/>
          <a:lstStyle/>
          <a:p>
            <a:pPr/>
          </a:p>
        </p:txBody>
      </p:sp>
      <p:sp>
        <p:nvSpPr>
          <p:cNvPr id="2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47" name="Body Level One…"/>
          <p:cNvSpPr txBox="1"/>
          <p:nvPr>
            <p:ph type="body" sz="half" idx="1"/>
          </p:nvPr>
        </p:nvSpPr>
        <p:spPr>
          <a:xfrm>
            <a:off x="548640" y="1809560"/>
            <a:ext cx="11094720" cy="169811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56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Text"/>
          <p:cNvSpPr txBox="1"/>
          <p:nvPr>
            <p:ph type="title"/>
          </p:nvPr>
        </p:nvSpPr>
        <p:spPr>
          <a:xfrm>
            <a:off x="548640" y="548640"/>
            <a:ext cx="11094720" cy="10323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265" name="Body Level One…"/>
          <p:cNvSpPr txBox="1"/>
          <p:nvPr>
            <p:ph type="body" idx="1"/>
          </p:nvPr>
        </p:nvSpPr>
        <p:spPr>
          <a:xfrm>
            <a:off x="548640" y="1809560"/>
            <a:ext cx="11094720" cy="447389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400"/>
              </a:spcBef>
              <a:defRPr sz="1800"/>
            </a:lvl1pPr>
            <a:lvl2pPr marL="742950" indent="-285750">
              <a:spcBef>
                <a:spcPts val="400"/>
              </a:spcBef>
              <a:defRPr sz="1800"/>
            </a:lvl2pPr>
            <a:lvl3pPr marL="1143000" indent="-228600">
              <a:spcBef>
                <a:spcPts val="400"/>
              </a:spcBef>
              <a:defRPr sz="1800"/>
            </a:lvl3pPr>
            <a:lvl4pPr marL="1600200" indent="-228600">
              <a:spcBef>
                <a:spcPts val="400"/>
              </a:spcBef>
              <a:defRPr sz="1800"/>
            </a:lvl4pPr>
            <a:lvl5pPr marL="2057400" indent="-228600">
              <a:spcBef>
                <a:spcPts val="400"/>
              </a:spcBef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11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11144735" y="6380603"/>
            <a:ext cx="182216" cy="1728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200">
                <a:solidFill>
                  <a:srgbClr val="F0F0F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PF heading slides.0.title line 0"/>
          <p:cNvSpPr txBox="1"/>
          <p:nvPr>
            <p:ph type="title"/>
          </p:nvPr>
        </p:nvSpPr>
        <p:spPr>
          <a:xfrm>
            <a:off x="548639" y="2888035"/>
            <a:ext cx="11094722" cy="627508"/>
          </a:xfrm>
          <a:prstGeom prst="rect">
            <a:avLst/>
          </a:prstGeom>
        </p:spPr>
        <p:txBody>
          <a:bodyPr lIns="0" tIns="0" rIns="0" bIns="0" anchor="t"/>
          <a:lstStyle/>
          <a:p>
            <a:pPr/>
            <a:r>
              <a:t>K01 Title and subtitle</a:t>
            </a:r>
          </a:p>
        </p:txBody>
      </p:sp>
      <p:sp>
        <p:nvSpPr>
          <p:cNvPr id="276" name="OPF heading slides.0.subtitle line 0"/>
          <p:cNvSpPr txBox="1"/>
          <p:nvPr/>
        </p:nvSpPr>
        <p:spPr>
          <a:xfrm>
            <a:off x="4971374" y="3629843"/>
            <a:ext cx="224925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Native layout baseline</a:t>
            </a:r>
          </a:p>
        </p:txBody>
      </p:sp>
      <p:sp>
        <p:nvSpPr>
          <p:cNvPr id="277" name="OPF furniture 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78" name="OPF furniture 0 part 1 line 0"/>
          <p:cNvSpPr txBox="1"/>
          <p:nvPr>
            <p:ph type="sldNum" sz="quarter" idx="2"/>
          </p:nvPr>
        </p:nvSpPr>
        <p:spPr>
          <a:xfrm>
            <a:off x="11199950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PF heading slides.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K02 Paragraph editing</a:t>
            </a:r>
          </a:p>
        </p:txBody>
      </p:sp>
      <p:sp>
        <p:nvSpPr>
          <p:cNvPr id="283" name="OPF text slides.1.text line 0"/>
          <p:cNvSpPr txBox="1"/>
          <p:nvPr/>
        </p:nvSpPr>
        <p:spPr>
          <a:xfrm>
            <a:off x="548639" y="1410112"/>
            <a:ext cx="6031087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KN_ORIGINAL_PARAGRAPH. Keep this second sentence.</a:t>
            </a:r>
          </a:p>
        </p:txBody>
      </p:sp>
      <p:sp>
        <p:nvSpPr>
          <p:cNvPr id="284" name="OPF text slides.1.text line 1"/>
          <p:cNvSpPr txBox="1"/>
          <p:nvPr/>
        </p:nvSpPr>
        <p:spPr>
          <a:xfrm>
            <a:off x="557699" y="1700625"/>
            <a:ext cx="30884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second authored paragraph.</a:t>
            </a:r>
          </a:p>
        </p:txBody>
      </p:sp>
      <p:sp>
        <p:nvSpPr>
          <p:cNvPr id="285" name="OPF furniture 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86" name="OPF furniture 1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OPF heading slides.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K03 Rich text</a:t>
            </a:r>
          </a:p>
        </p:txBody>
      </p:sp>
      <p:sp>
        <p:nvSpPr>
          <p:cNvPr id="291" name="Text 1"/>
          <p:cNvSpPr txBox="1"/>
          <p:nvPr/>
        </p:nvSpPr>
        <p:spPr>
          <a:xfrm>
            <a:off x="548639" y="1404747"/>
            <a:ext cx="5208328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Bold words</a:t>
            </a:r>
            <a:r>
              <a:rPr b="0"/>
              <a:t> and </a:t>
            </a:r>
            <a:r>
              <a:rPr b="0" i="1"/>
              <a:t>italic words</a:t>
            </a:r>
            <a:r>
              <a:rPr b="0"/>
              <a:t> and </a:t>
            </a:r>
            <a:r>
              <a:rPr i="1"/>
              <a:t>bold italic words</a:t>
            </a:r>
          </a:p>
        </p:txBody>
      </p:sp>
      <p:sp>
        <p:nvSpPr>
          <p:cNvPr id="292" name="Text 2"/>
          <p:cNvSpPr txBox="1"/>
          <p:nvPr/>
        </p:nvSpPr>
        <p:spPr>
          <a:xfrm>
            <a:off x="557699" y="1695258"/>
            <a:ext cx="2554314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second rich paragraph.</a:t>
            </a:r>
          </a:p>
        </p:txBody>
      </p:sp>
      <p:sp>
        <p:nvSpPr>
          <p:cNvPr id="293" name="OPF furniture 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294" name="OPF furniture 2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OPF heading slides.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K04 List editing</a:t>
            </a:r>
          </a:p>
        </p:txBody>
      </p:sp>
      <p:sp>
        <p:nvSpPr>
          <p:cNvPr id="299" name="OPF list slides.3.items line 0"/>
          <p:cNvSpPr txBox="1"/>
          <p:nvPr/>
        </p:nvSpPr>
        <p:spPr>
          <a:xfrm>
            <a:off x="548639" y="1410112"/>
            <a:ext cx="321069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KN_ORIGINAL_LIST</a:t>
            </a:r>
          </a:p>
        </p:txBody>
      </p:sp>
      <p:sp>
        <p:nvSpPr>
          <p:cNvPr id="300" name="OPF list slides.3.items line 1"/>
          <p:cNvSpPr txBox="1"/>
          <p:nvPr/>
        </p:nvSpPr>
        <p:spPr>
          <a:xfrm>
            <a:off x="548639" y="1867312"/>
            <a:ext cx="190650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Parent item</a:t>
            </a:r>
          </a:p>
        </p:txBody>
      </p:sp>
      <p:sp>
        <p:nvSpPr>
          <p:cNvPr id="301" name="OPF list slides.3.items line 2"/>
          <p:cNvSpPr txBox="1"/>
          <p:nvPr/>
        </p:nvSpPr>
        <p:spPr>
          <a:xfrm>
            <a:off x="883919" y="2275745"/>
            <a:ext cx="3204742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900">
                <a:solidFill>
                  <a:srgbClr val="F0F0F0"/>
                </a:solidFill>
              </a:defRPr>
            </a:lvl1pPr>
          </a:lstStyle>
          <a:p>
            <a:pPr/>
            <a:r>
              <a:t>Description remains attached.</a:t>
            </a:r>
          </a:p>
        </p:txBody>
      </p:sp>
      <p:sp>
        <p:nvSpPr>
          <p:cNvPr id="302" name="OPF list slides.3.items line 3"/>
          <p:cNvSpPr txBox="1"/>
          <p:nvPr/>
        </p:nvSpPr>
        <p:spPr>
          <a:xfrm>
            <a:off x="548639" y="2666010"/>
            <a:ext cx="2360554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1" marL="670560" indent="-335280">
              <a:buClr>
                <a:srgbClr val="FFFFFF"/>
              </a:buClr>
              <a:buSzPts val="2400"/>
              <a:buFont typeface="Arial"/>
              <a:buChar char="◦"/>
              <a:defRPr sz="2400">
                <a:solidFill>
                  <a:srgbClr val="FFFFFF"/>
                </a:solidFill>
              </a:defRPr>
            </a:pPr>
            <a:r>
              <a:t>Nested child</a:t>
            </a:r>
          </a:p>
        </p:txBody>
      </p:sp>
      <p:sp>
        <p:nvSpPr>
          <p:cNvPr id="303" name="OPF list slides.3.items line 4"/>
          <p:cNvSpPr txBox="1"/>
          <p:nvPr/>
        </p:nvSpPr>
        <p:spPr>
          <a:xfrm>
            <a:off x="548639" y="3123210"/>
            <a:ext cx="1669129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Final item</a:t>
            </a:r>
          </a:p>
        </p:txBody>
      </p:sp>
      <p:sp>
        <p:nvSpPr>
          <p:cNvPr id="304" name="OPF furniture 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05" name="OPF furniture 3 part 1 line 0"/>
          <p:cNvSpPr txBox="1"/>
          <p:nvPr>
            <p:ph type="sldNum" sz="quarter" idx="2"/>
          </p:nvPr>
        </p:nvSpPr>
        <p:spPr>
          <a:xfrm>
            <a:off x="11196975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PF heading slides.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K05 Long paragraph</a:t>
            </a:r>
          </a:p>
        </p:txBody>
      </p:sp>
      <p:sp>
        <p:nvSpPr>
          <p:cNvPr id="310" name="OPF text slides.4.text line 0"/>
          <p:cNvSpPr txBox="1"/>
          <p:nvPr/>
        </p:nvSpPr>
        <p:spPr>
          <a:xfrm>
            <a:off x="557699" y="1410112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1" name="OPF text slides.4.text line 1"/>
          <p:cNvSpPr txBox="1"/>
          <p:nvPr/>
        </p:nvSpPr>
        <p:spPr>
          <a:xfrm>
            <a:off x="557699" y="1700625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2" name="OPF text slides.4.text line 2"/>
          <p:cNvSpPr txBox="1"/>
          <p:nvPr/>
        </p:nvSpPr>
        <p:spPr>
          <a:xfrm>
            <a:off x="557699" y="1991137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3" name="OPF text slides.4.text line 3"/>
          <p:cNvSpPr txBox="1"/>
          <p:nvPr/>
        </p:nvSpPr>
        <p:spPr>
          <a:xfrm>
            <a:off x="557699" y="2281650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4" name="OPF text slides.4.text line 4"/>
          <p:cNvSpPr txBox="1"/>
          <p:nvPr/>
        </p:nvSpPr>
        <p:spPr>
          <a:xfrm>
            <a:off x="557699" y="2572162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5" name="OPF text slides.4.text line 5"/>
          <p:cNvSpPr txBox="1"/>
          <p:nvPr/>
        </p:nvSpPr>
        <p:spPr>
          <a:xfrm>
            <a:off x="557699" y="2862675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6" name="OPF text slides.4.text line 6"/>
          <p:cNvSpPr txBox="1"/>
          <p:nvPr/>
        </p:nvSpPr>
        <p:spPr>
          <a:xfrm>
            <a:off x="557699" y="3153187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7" name="OPF text slides.4.text line 7"/>
          <p:cNvSpPr txBox="1"/>
          <p:nvPr/>
        </p:nvSpPr>
        <p:spPr>
          <a:xfrm>
            <a:off x="557699" y="3443699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8" name="OPF text slides.4.text line 8"/>
          <p:cNvSpPr txBox="1"/>
          <p:nvPr/>
        </p:nvSpPr>
        <p:spPr>
          <a:xfrm>
            <a:off x="557699" y="3734213"/>
            <a:ext cx="106364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19" name="OPF text slides.4.text line 9"/>
          <p:cNvSpPr txBox="1"/>
          <p:nvPr/>
        </p:nvSpPr>
        <p:spPr>
          <a:xfrm>
            <a:off x="557699" y="4024724"/>
            <a:ext cx="106364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 native editor should preserve words, spacing and paragraph boundaries while a user edits the content. </a:t>
            </a:r>
          </a:p>
        </p:txBody>
      </p:sp>
      <p:sp>
        <p:nvSpPr>
          <p:cNvPr id="320" name="OPF furniture 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21" name="OPF furniture 4 part 1 line 0"/>
          <p:cNvSpPr txBox="1"/>
          <p:nvPr>
            <p:ph type="sldNum" sz="quarter" idx="2"/>
          </p:nvPr>
        </p:nvSpPr>
        <p:spPr>
          <a:xfrm>
            <a:off x="11198909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OPF heading slides.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K06 Long list</a:t>
            </a:r>
          </a:p>
        </p:txBody>
      </p:sp>
      <p:sp>
        <p:nvSpPr>
          <p:cNvPr id="326" name="OPF list slides.5.items line 0"/>
          <p:cNvSpPr txBox="1"/>
          <p:nvPr/>
        </p:nvSpPr>
        <p:spPr>
          <a:xfrm>
            <a:off x="548639" y="1410112"/>
            <a:ext cx="10834560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 list item whose words wrap across more than one visual line while retaining </a:t>
            </a:r>
          </a:p>
        </p:txBody>
      </p:sp>
      <p:sp>
        <p:nvSpPr>
          <p:cNvPr id="327" name="OPF list slides.5.items line 1"/>
          <p:cNvSpPr txBox="1"/>
          <p:nvPr/>
        </p:nvSpPr>
        <p:spPr>
          <a:xfrm>
            <a:off x="883919" y="1781968"/>
            <a:ext cx="10798276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its semantic item boundary. A list item whose words wrap across more than one </a:t>
            </a:r>
          </a:p>
        </p:txBody>
      </p:sp>
      <p:sp>
        <p:nvSpPr>
          <p:cNvPr id="328" name="OPF list slides.5.items line 2"/>
          <p:cNvSpPr txBox="1"/>
          <p:nvPr/>
        </p:nvSpPr>
        <p:spPr>
          <a:xfrm>
            <a:off x="883919" y="2153824"/>
            <a:ext cx="7240986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visual line while retaining its semantic item boundary. </a:t>
            </a:r>
          </a:p>
        </p:txBody>
      </p:sp>
      <p:sp>
        <p:nvSpPr>
          <p:cNvPr id="329" name="OPF list slides.5.items line 3"/>
          <p:cNvSpPr txBox="1"/>
          <p:nvPr/>
        </p:nvSpPr>
        <p:spPr>
          <a:xfrm>
            <a:off x="548639" y="2611024"/>
            <a:ext cx="505839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Second item remains independent.</a:t>
            </a:r>
          </a:p>
        </p:txBody>
      </p:sp>
      <p:sp>
        <p:nvSpPr>
          <p:cNvPr id="330" name="OPF list slides.5.items line 4"/>
          <p:cNvSpPr txBox="1"/>
          <p:nvPr/>
        </p:nvSpPr>
        <p:spPr>
          <a:xfrm>
            <a:off x="548639" y="3068224"/>
            <a:ext cx="1702913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35280" indent="-335280">
              <a:buClr>
                <a:srgbClr val="FFFFFF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Third item</a:t>
            </a:r>
          </a:p>
        </p:txBody>
      </p:sp>
      <p:sp>
        <p:nvSpPr>
          <p:cNvPr id="331" name="OPF list slides.5.items line 5"/>
          <p:cNvSpPr txBox="1"/>
          <p:nvPr/>
        </p:nvSpPr>
        <p:spPr>
          <a:xfrm>
            <a:off x="883919" y="3476657"/>
            <a:ext cx="7845290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900">
                <a:solidFill>
                  <a:srgbClr val="F0F0F0"/>
                </a:solidFill>
              </a:defRPr>
            </a:lvl1pPr>
          </a:lstStyle>
          <a:p>
            <a:pPr/>
            <a:r>
              <a:t>The description wraps separately from the item title and remains editable.</a:t>
            </a:r>
          </a:p>
        </p:txBody>
      </p:sp>
      <p:sp>
        <p:nvSpPr>
          <p:cNvPr id="332" name="OPF furniture 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33" name="OPF furniture 5 part 1 line 0"/>
          <p:cNvSpPr txBox="1"/>
          <p:nvPr>
            <p:ph type="sldNum" sz="quarter" idx="2"/>
          </p:nvPr>
        </p:nvSpPr>
        <p:spPr>
          <a:xfrm>
            <a:off x="11199206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PF heading slides.6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K07 Layout and reapply</a:t>
            </a:r>
          </a:p>
        </p:txBody>
      </p:sp>
      <p:sp>
        <p:nvSpPr>
          <p:cNvPr id="338" name="OPF text slides.6.blocks.0.text line 0"/>
          <p:cNvSpPr txBox="1"/>
          <p:nvPr/>
        </p:nvSpPr>
        <p:spPr>
          <a:xfrm>
            <a:off x="548639" y="1407853"/>
            <a:ext cx="3404755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Left-column story remains visible.</a:t>
            </a:r>
          </a:p>
        </p:txBody>
      </p:sp>
      <p:sp>
        <p:nvSpPr>
          <p:cNvPr id="339" name="OPF metric 1 value line 1"/>
          <p:cNvSpPr txBox="1"/>
          <p:nvPr/>
        </p:nvSpPr>
        <p:spPr>
          <a:xfrm>
            <a:off x="6210299" y="1407853"/>
            <a:ext cx="817899" cy="81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5700">
                <a:solidFill>
                  <a:schemeClr val="accent1"/>
                </a:solidFill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340" name="OPF metric 1 label line 1"/>
          <p:cNvSpPr txBox="1"/>
          <p:nvPr/>
        </p:nvSpPr>
        <p:spPr>
          <a:xfrm>
            <a:off x="6216508" y="2405310"/>
            <a:ext cx="164481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FFFFFF"/>
                </a:solidFill>
              </a:defRPr>
            </a:lvl1pPr>
          </a:lstStyle>
          <a:p>
            <a:pPr/>
            <a:r>
              <a:t>teams in the pilot</a:t>
            </a:r>
          </a:p>
        </p:txBody>
      </p:sp>
      <p:sp>
        <p:nvSpPr>
          <p:cNvPr id="341" name="OPF furniture 6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42" name="OPF furniture 6 part 1 line 0"/>
          <p:cNvSpPr txBox="1"/>
          <p:nvPr>
            <p:ph type="sldNum" sz="quarter" idx="2"/>
          </p:nvPr>
        </p:nvSpPr>
        <p:spPr>
          <a:xfrm>
            <a:off x="11200174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OPF heading slides.7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K08 Replace this picture</a:t>
            </a:r>
          </a:p>
        </p:txBody>
      </p:sp>
      <p:pic>
        <p:nvPicPr>
          <p:cNvPr id="347" name="OPF image 1" descr="OPF image 1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tretch>
            <a:fillRect/>
          </a:stretch>
        </p:blipFill>
        <p:spPr>
          <a:xfrm>
            <a:off x="645853" y="1407851"/>
            <a:ext cx="10900295" cy="5450149"/>
          </a:xfrm>
          <a:prstGeom prst="rect">
            <a:avLst/>
          </a:prstGeom>
        </p:spPr>
      </p:pic>
      <p:sp>
        <p:nvSpPr>
          <p:cNvPr id="348" name="OPF furniture 7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49" name="OPF furniture 7 part 1 line 0"/>
          <p:cNvSpPr txBox="1"/>
          <p:nvPr>
            <p:ph type="sldNum" sz="quarter" idx="2"/>
          </p:nvPr>
        </p:nvSpPr>
        <p:spPr>
          <a:xfrm>
            <a:off x="11199133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PF heading slides.8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K09 Crop this picture</a:t>
            </a:r>
          </a:p>
        </p:txBody>
      </p:sp>
      <p:pic>
        <p:nvPicPr>
          <p:cNvPr id="354" name="OPF image 2" descr="OPF image 2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0" t="0" r="44087" b="0"/>
          <a:stretch>
            <a:fillRect/>
          </a:stretch>
        </p:blipFill>
        <p:spPr>
          <a:xfrm>
            <a:off x="548640" y="1407853"/>
            <a:ext cx="5433060" cy="4858452"/>
          </a:xfrm>
          <a:prstGeom prst="rect">
            <a:avLst/>
          </a:prstGeom>
        </p:spPr>
      </p:pic>
      <p:sp>
        <p:nvSpPr>
          <p:cNvPr id="355" name="OPF text slides.8.blocks.1.text line 0"/>
          <p:cNvSpPr txBox="1"/>
          <p:nvPr/>
        </p:nvSpPr>
        <p:spPr>
          <a:xfrm>
            <a:off x="6210299" y="3677534"/>
            <a:ext cx="4282543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Keep this caption while adjusting the crop.</a:t>
            </a:r>
          </a:p>
        </p:txBody>
      </p:sp>
      <p:sp>
        <p:nvSpPr>
          <p:cNvPr id="356" name="OPF furniture 8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57" name="OPF furniture 8 part 1 line 0"/>
          <p:cNvSpPr txBox="1"/>
          <p:nvPr>
            <p:ph type="sldNum" sz="quarter" idx="2"/>
          </p:nvPr>
        </p:nvSpPr>
        <p:spPr>
          <a:xfrm>
            <a:off x="11199728" y="6380603"/>
            <a:ext cx="127001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OPF heading slides.9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K10 Column chart data</a:t>
            </a:r>
          </a:p>
        </p:txBody>
      </p:sp>
      <p:graphicFrame>
        <p:nvGraphicFramePr>
          <p:cNvPr id="362" name="OPF chart 1"/>
          <p:cNvGraphicFramePr/>
          <p:nvPr/>
        </p:nvGraphicFramePr>
        <p:xfrm>
          <a:off x="580350" y="1397032"/>
          <a:ext cx="10897910" cy="48122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3" name="OPF furniture 9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64" name="OPF furniture 9 part 1 line 0"/>
          <p:cNvSpPr txBox="1"/>
          <p:nvPr>
            <p:ph type="sldNum" sz="quarter" idx="2"/>
          </p:nvPr>
        </p:nvSpPr>
        <p:spPr>
          <a:xfrm>
            <a:off x="11143248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OPF heading slides.10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K11 Line chart style</a:t>
            </a:r>
          </a:p>
        </p:txBody>
      </p:sp>
      <p:graphicFrame>
        <p:nvGraphicFramePr>
          <p:cNvPr id="369" name="OPF chart 2"/>
          <p:cNvGraphicFramePr/>
          <p:nvPr/>
        </p:nvGraphicFramePr>
        <p:xfrm>
          <a:off x="580350" y="1400138"/>
          <a:ext cx="10913150" cy="48091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0" name="OPF furniture 10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71" name="OPF furniture 10 part 1 line 0"/>
          <p:cNvSpPr txBox="1"/>
          <p:nvPr>
            <p:ph type="sldNum" sz="quarter" idx="2"/>
          </p:nvPr>
        </p:nvSpPr>
        <p:spPr>
          <a:xfrm>
            <a:off x="11156046" y="6380603"/>
            <a:ext cx="170905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OPF heading slides.11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K12 Table cell edit</a:t>
            </a:r>
          </a:p>
        </p:txBody>
      </p:sp>
      <p:graphicFrame>
        <p:nvGraphicFramePr>
          <p:cNvPr id="376" name="OPF table 1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KN_ORIGINAL_CELL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377" name="OPF furniture 11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78" name="OPF furniture 11 part 1 line 0"/>
          <p:cNvSpPr txBox="1"/>
          <p:nvPr>
            <p:ph type="sldNum" sz="quarter" idx="2"/>
          </p:nvPr>
        </p:nvSpPr>
        <p:spPr>
          <a:xfrm>
            <a:off x="11144959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OPF heading slides.12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K13 Rich table edit</a:t>
            </a:r>
          </a:p>
        </p:txBody>
      </p:sp>
      <p:graphicFrame>
        <p:nvGraphicFramePr>
          <p:cNvPr id="383" name="OPF table 2"/>
          <p:cNvGraphicFramePr/>
          <p:nvPr/>
        </p:nvGraphicFramePr>
        <p:xfrm>
          <a:off x="548640" y="1404747"/>
          <a:ext cx="11094720" cy="15430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Bold cell</a:t>
                      </a:r>
                      <a:r>
                        <a:rPr b="0"/>
                        <a:t> and plain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Beta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Keep this row</a:t>
                      </a:r>
                    </a:p>
                  </a:txBody>
                  <a:tcPr marL="76200" marR="76200" marT="76200" marB="76200" anchor="t" anchorCtr="0" horzOverflow="overflow">
                    <a:lnL>
                      <a:solidFill>
                        <a:srgbClr val="475569"/>
                      </a:solidFill>
                    </a:lnL>
                    <a:lnR>
                      <a:solidFill>
                        <a:srgbClr val="475569"/>
                      </a:solidFill>
                    </a:lnR>
                    <a:lnT>
                      <a:solidFill>
                        <a:srgbClr val="475569"/>
                      </a:solidFill>
                    </a:lnT>
                    <a:lnB>
                      <a:solidFill>
                        <a:srgbClr val="475569"/>
                      </a:solidFill>
                    </a:lnB>
                    <a:solidFill>
                      <a:srgbClr val="011842"/>
                    </a:solidFill>
                  </a:tcPr>
                </a:tc>
              </a:tr>
            </a:tbl>
          </a:graphicData>
        </a:graphic>
      </p:graphicFrame>
      <p:sp>
        <p:nvSpPr>
          <p:cNvPr id="384" name="OPF furniture 12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85" name="OPF furniture 12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OPF heading slides.13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K14 Number reorder A</a:t>
            </a:r>
          </a:p>
        </p:txBody>
      </p:sp>
      <p:sp>
        <p:nvSpPr>
          <p:cNvPr id="390" name="OPF text slides.13.text line 0"/>
          <p:cNvSpPr txBox="1"/>
          <p:nvPr/>
        </p:nvSpPr>
        <p:spPr>
          <a:xfrm>
            <a:off x="548639" y="1404747"/>
            <a:ext cx="5934089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Move this slide after K15; observe the native slide number.</a:t>
            </a:r>
          </a:p>
        </p:txBody>
      </p:sp>
      <p:sp>
        <p:nvSpPr>
          <p:cNvPr id="391" name="OPF furniture 13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92" name="OPF furniture 13 part 1 line 0"/>
          <p:cNvSpPr txBox="1"/>
          <p:nvPr>
            <p:ph type="sldNum" sz="quarter" idx="2"/>
          </p:nvPr>
        </p:nvSpPr>
        <p:spPr>
          <a:xfrm>
            <a:off x="11141759" y="6380603"/>
            <a:ext cx="182217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OPF heading slides.14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K15 Number reorder B</a:t>
            </a:r>
          </a:p>
        </p:txBody>
      </p:sp>
      <p:sp>
        <p:nvSpPr>
          <p:cNvPr id="397" name="OPF text slides.14.text line 0"/>
          <p:cNvSpPr txBox="1"/>
          <p:nvPr/>
        </p:nvSpPr>
        <p:spPr>
          <a:xfrm>
            <a:off x="552815" y="1404747"/>
            <a:ext cx="6315275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This slide moves before K14; observe the native slide number.</a:t>
            </a:r>
          </a:p>
        </p:txBody>
      </p:sp>
      <p:sp>
        <p:nvSpPr>
          <p:cNvPr id="398" name="OPF furniture 14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399" name="OPF furniture 14 part 1 line 0"/>
          <p:cNvSpPr txBox="1"/>
          <p:nvPr>
            <p:ph type="sldNum" sz="quarter" idx="2"/>
          </p:nvPr>
        </p:nvSpPr>
        <p:spPr>
          <a:xfrm>
            <a:off x="11143694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OPF heading slides.15.title line 0"/>
          <p:cNvSpPr txBox="1"/>
          <p:nvPr>
            <p:ph type="title"/>
          </p:nvPr>
        </p:nvSpPr>
        <p:spPr>
          <a:xfrm>
            <a:off x="548639" y="548640"/>
            <a:ext cx="11094722" cy="627508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K16 Notes and final control</a:t>
            </a:r>
          </a:p>
        </p:txBody>
      </p:sp>
      <p:sp>
        <p:nvSpPr>
          <p:cNvPr id="404" name="OPF text slides.15.text line 0"/>
          <p:cNvSpPr txBox="1"/>
          <p:nvPr/>
        </p:nvSpPr>
        <p:spPr>
          <a:xfrm>
            <a:off x="548639" y="1404747"/>
            <a:ext cx="532017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Untouched final control. Notes are edited separately.</a:t>
            </a:r>
          </a:p>
        </p:txBody>
      </p:sp>
      <p:sp>
        <p:nvSpPr>
          <p:cNvPr id="405" name="OPF furniture 15 part 0 line 0"/>
          <p:cNvSpPr txBox="1"/>
          <p:nvPr/>
        </p:nvSpPr>
        <p:spPr>
          <a:xfrm>
            <a:off x="859987" y="6380603"/>
            <a:ext cx="141912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0F0F0"/>
                </a:solidFill>
              </a:defRPr>
            </a:lvl1pPr>
          </a:lstStyle>
          <a:p>
            <a:pPr/>
            <a:r>
              <a:t>Keynote qualification</a:t>
            </a:r>
          </a:p>
        </p:txBody>
      </p:sp>
      <p:sp>
        <p:nvSpPr>
          <p:cNvPr id="406" name="OPF furniture 15 part 1 line 0"/>
          <p:cNvSpPr txBox="1"/>
          <p:nvPr>
            <p:ph type="sldNum" sz="quarter" idx="2"/>
          </p:nvPr>
        </p:nvSpPr>
        <p:spPr>
          <a:xfrm>
            <a:off x="11143991" y="6380603"/>
            <a:ext cx="182216" cy="1728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011842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ptx.gallery">
  <a:themeElements>
    <a:clrScheme name="pptx.galler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FF"/>
      </a:hlink>
      <a:folHlink>
        <a:srgbClr val="FF00FF"/>
      </a:folHlink>
    </a:clrScheme>
    <a:fontScheme name="pptx.galler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ptx.gall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