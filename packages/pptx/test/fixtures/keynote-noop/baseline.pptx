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Metric1.xml" ContentType="application/vnd.openxmlformats-officedocument.presentationml.tags+xml"/>
  <Override PartName="/ppt/tags/opfMetric2.xml" ContentType="application/vnd.openxmlformats-officedocument.presentationml.tag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  <Override PartName="/ppt/tags/opfHeading4.xml" ContentType="application/vnd.openxmlformats-officedocument.presentationml.tags+xml"/>
  <Override PartName="/ppt/tags/opfHeading5.xml" ContentType="application/vnd.openxmlformats-officedocument.presentationml.tags+xml"/>
  <Override PartName="/ppt/tags/opfHeading6.xml" ContentType="application/vnd.openxmlformats-officedocument.presentationml.tags+xml"/>
  <Override PartName="/ppt/tags/opfHeading7.xml" ContentType="application/vnd.openxmlformats-officedocument.presentationml.tags+xml"/>
  <Override PartName="/ppt/tags/opfHeading8.xml" ContentType="application/vnd.openxmlformats-officedocument.presentationml.tags+xml"/>
  <Override PartName="/ppt/tags/opfHeading9.xml" ContentType="application/vnd.openxmlformats-officedocument.presentationml.tags+xml"/>
  <Override PartName="/ppt/tags/opfHeading10.xml" ContentType="application/vnd.openxmlformats-officedocument.presentationml.tags+xml"/>
  <Override PartName="/ppt/tags/opfHeading11.xml" ContentType="application/vnd.openxmlformats-officedocument.presentationml.tags+xml"/>
  <Override PartName="/ppt/tags/opfHeading12.xml" ContentType="application/vnd.openxmlformats-officedocument.presentationml.tags+xml"/>
  <Override PartName="/ppt/tags/opfHeading13.xml" ContentType="application/vnd.openxmlformats-officedocument.presentationml.tags+xml"/>
  <Override PartName="/ppt/tags/opfHeading14.xml" ContentType="application/vnd.openxmlformats-officedocument.presentationml.tags+xml"/>
  <Override PartName="/ppt/tags/opfHeading15.xml" ContentType="application/vnd.openxmlformats-officedocument.presentationml.tags+xml"/>
  <Override PartName="/ppt/tags/opfHeading16.xml" ContentType="application/vnd.openxmlformats-officedocument.presentationml.tags+xml"/>
  <Override PartName="/ppt/tags/opfHeading17.xml" ContentType="application/vnd.openxmlformats-officedocument.presentationml.tags+xml"/>
  <Override PartName="/ppt/tags/opfText1.xml" ContentType="application/vnd.openxmlformats-officedocument.presentationml.tags+xml"/>
  <Override PartName="/ppt/tags/opfText2.xml" ContentType="application/vnd.openxmlformats-officedocument.presentationml.tags+xml"/>
  <Override PartName="/ppt/tags/opfText3.xml" ContentType="application/vnd.openxmlformats-officedocument.presentationml.tags+xml"/>
  <Override PartName="/ppt/tags/opfText4.xml" ContentType="application/vnd.openxmlformats-officedocument.presentationml.tags+xml"/>
  <Override PartName="/ppt/tags/opfText5.xml" ContentType="application/vnd.openxmlformats-officedocument.presentationml.tags+xml"/>
  <Override PartName="/ppt/tags/opfText6.xml" ContentType="application/vnd.openxmlformats-officedocument.presentationml.tags+xml"/>
  <Override PartName="/ppt/tags/opfText7.xml" ContentType="application/vnd.openxmlformats-officedocument.presentationml.tags+xml"/>
  <Override PartName="/ppt/tags/opfText8.xml" ContentType="application/vnd.openxmlformats-officedocument.presentationml.tags+xml"/>
  <Override PartName="/ppt/tags/opfText9.xml" ContentType="application/vnd.openxmlformats-officedocument.presentationml.tags+xml"/>
  <Override PartName="/ppt/tags/opfText10.xml" ContentType="application/vnd.openxmlformats-officedocument.presentationml.tags+xml"/>
  <Override PartName="/ppt/tags/opfText11.xml" ContentType="application/vnd.openxmlformats-officedocument.presentationml.tags+xml"/>
  <Override PartName="/ppt/tags/opfText12.xml" ContentType="application/vnd.openxmlformats-officedocument.presentationml.tags+xml"/>
  <Override PartName="/ppt/tags/opfText13.xml" ContentType="application/vnd.openxmlformats-officedocument.presentationml.tags+xml"/>
  <Override PartName="/ppt/tags/opfText14.xml" ContentType="application/vnd.openxmlformats-officedocument.presentationml.tags+xml"/>
  <Override PartName="/ppt/tags/opfText15.xml" ContentType="application/vnd.openxmlformats-officedocument.presentationml.tags+xml"/>
  <Override PartName="/ppt/tags/opfText16.xml" ContentType="application/vnd.openxmlformats-officedocument.presentationml.tags+xml"/>
  <Override PartName="/ppt/tags/opfText17.xml" ContentType="application/vnd.openxmlformats-officedocument.presentationml.tags+xml"/>
  <Override PartName="/ppt/tags/opfFurniture1.xml" ContentType="application/vnd.openxmlformats-officedocument.presentationml.tags+xml"/>
  <Override PartName="/ppt/tags/opfFurniture2.xml" ContentType="application/vnd.openxmlformats-officedocument.presentationml.tags+xml"/>
  <Override PartName="/ppt/tags/opfFurniture3.xml" ContentType="application/vnd.openxmlformats-officedocument.presentationml.tags+xml"/>
  <Override PartName="/ppt/tags/opfFurniture4.xml" ContentType="application/vnd.openxmlformats-officedocument.presentationml.tags+xml"/>
  <Override PartName="/ppt/tags/opfFurniture5.xml" ContentType="application/vnd.openxmlformats-officedocument.presentationml.tags+xml"/>
  <Override PartName="/ppt/tags/opfFurniture6.xml" ContentType="application/vnd.openxmlformats-officedocument.presentationml.tags+xml"/>
  <Override PartName="/ppt/tags/opfFurniture7.xml" ContentType="application/vnd.openxmlformats-officedocument.presentationml.tags+xml"/>
  <Override PartName="/ppt/tags/opfFurniture8.xml" ContentType="application/vnd.openxmlformats-officedocument.presentationml.tags+xml"/>
  <Override PartName="/ppt/tags/opfFurniture9.xml" ContentType="application/vnd.openxmlformats-officedocument.presentationml.tags+xml"/>
  <Override PartName="/ppt/tags/opfFurniture10.xml" ContentType="application/vnd.openxmlformats-officedocument.presentationml.tags+xml"/>
  <Override PartName="/ppt/tags/opfFurniture11.xml" ContentType="application/vnd.openxmlformats-officedocument.presentationml.tags+xml"/>
  <Override PartName="/ppt/tags/opfFurniture12.xml" ContentType="application/vnd.openxmlformats-officedocument.presentationml.tags+xml"/>
  <Override PartName="/ppt/tags/opfFurniture13.xml" ContentType="application/vnd.openxmlformats-officedocument.presentationml.tags+xml"/>
  <Override PartName="/ppt/tags/opfFurniture14.xml" ContentType="application/vnd.openxmlformats-officedocument.presentationml.tags+xml"/>
  <Override PartName="/ppt/tags/opfFurniture15.xml" ContentType="application/vnd.openxmlformats-officedocument.presentationml.tags+xml"/>
  <Override PartName="/ppt/tags/opfFurniture16.xml" ContentType="application/vnd.openxmlformats-officedocument.presentationml.tags+xml"/>
  <Override PartName="/ppt/tags/opfFurniture17.xml" ContentType="application/vnd.openxmlformats-officedocument.presentationml.tags+xml"/>
  <Override PartName="/ppt/tags/opfFurniture18.xml" ContentType="application/vnd.openxmlformats-officedocument.presentationml.tags+xml"/>
  <Override PartName="/ppt/tags/opfFurniture19.xml" ContentType="application/vnd.openxmlformats-officedocument.presentationml.tags+xml"/>
  <Override PartName="/ppt/tags/opfFurniture20.xml" ContentType="application/vnd.openxmlformats-officedocument.presentationml.tags+xml"/>
  <Override PartName="/ppt/tags/opfFurniture21.xml" ContentType="application/vnd.openxmlformats-officedocument.presentationml.tags+xml"/>
  <Override PartName="/ppt/tags/opfFurniture22.xml" ContentType="application/vnd.openxmlformats-officedocument.presentationml.tags+xml"/>
  <Override PartName="/ppt/tags/opfFurniture23.xml" ContentType="application/vnd.openxmlformats-officedocument.presentationml.tags+xml"/>
  <Override PartName="/ppt/tags/opfFurniture24.xml" ContentType="application/vnd.openxmlformats-officedocument.presentationml.tags+xml"/>
  <Override PartName="/ppt/tags/opfFurniture25.xml" ContentType="application/vnd.openxmlformats-officedocument.presentationml.tags+xml"/>
  <Override PartName="/ppt/tags/opfFurniture26.xml" ContentType="application/vnd.openxmlformats-officedocument.presentationml.tags+xml"/>
  <Override PartName="/ppt/tags/opfFurniture27.xml" ContentType="application/vnd.openxmlformats-officedocument.presentationml.tags+xml"/>
  <Override PartName="/ppt/tags/opfFurniture28.xml" ContentType="application/vnd.openxmlformats-officedocument.presentationml.tags+xml"/>
  <Override PartName="/ppt/tags/opfFurniture29.xml" ContentType="application/vnd.openxmlformats-officedocument.presentationml.tags+xml"/>
  <Override PartName="/ppt/tags/opfFurniture30.xml" ContentType="application/vnd.openxmlformats-officedocument.presentationml.tags+xml"/>
  <Override PartName="/ppt/tags/opfFurniture31.xml" ContentType="application/vnd.openxmlformats-officedocument.presentationml.tags+xml"/>
  <Override PartName="/ppt/tags/opfFurniture32.xml" ContentType="application/vnd.openxmlformats-officedocument.presentationml.tags+xml"/>
  <Override PartName="/ppt/tags/opfFurnitureSlide0.xml" ContentType="application/vnd.openxmlformats-officedocument.presentationml.tags+xml"/>
  <Override PartName="/ppt/tags/opfFurnitureSlide1.xml" ContentType="application/vnd.openxmlformats-officedocument.presentationml.tags+xml"/>
  <Override PartName="/ppt/tags/opfFurnitureSlide2.xml" ContentType="application/vnd.openxmlformats-officedocument.presentationml.tags+xml"/>
  <Override PartName="/ppt/tags/opfFurnitureSlide3.xml" ContentType="application/vnd.openxmlformats-officedocument.presentationml.tags+xml"/>
  <Override PartName="/ppt/tags/opfFurnitureSlide4.xml" ContentType="application/vnd.openxmlformats-officedocument.presentationml.tags+xml"/>
  <Override PartName="/ppt/tags/opfFurnitureSlide5.xml" ContentType="application/vnd.openxmlformats-officedocument.presentationml.tags+xml"/>
  <Override PartName="/ppt/tags/opfFurnitureSlide6.xml" ContentType="application/vnd.openxmlformats-officedocument.presentationml.tags+xml"/>
  <Override PartName="/ppt/tags/opfFurnitureSlide7.xml" ContentType="application/vnd.openxmlformats-officedocument.presentationml.tags+xml"/>
  <Override PartName="/ppt/tags/opfFurnitureSlide8.xml" ContentType="application/vnd.openxmlformats-officedocument.presentationml.tags+xml"/>
  <Override PartName="/ppt/tags/opfFurnitureSlide9.xml" ContentType="application/vnd.openxmlformats-officedocument.presentationml.tags+xml"/>
  <Override PartName="/ppt/tags/opfFurnitureSlide10.xml" ContentType="application/vnd.openxmlformats-officedocument.presentationml.tags+xml"/>
  <Override PartName="/ppt/tags/opfFurnitureSlide11.xml" ContentType="application/vnd.openxmlformats-officedocument.presentationml.tags+xml"/>
  <Override PartName="/ppt/tags/opfFurnitureSlide12.xml" ContentType="application/vnd.openxmlformats-officedocument.presentationml.tags+xml"/>
  <Override PartName="/ppt/tags/opfFurnitureSlide13.xml" ContentType="application/vnd.openxmlformats-officedocument.presentationml.tags+xml"/>
  <Override PartName="/ppt/tags/opfFurnitureSlide14.xml" ContentType="application/vnd.openxmlformats-officedocument.presentationml.tags+xml"/>
  <Override PartName="/ppt/tags/opfFurnitureSlide15.xml" ContentType="application/vnd.openxmlformats-officedocument.presentationml.tags+xml"/>
  <Override PartName="/ppt/tags/opfImage1.xml" ContentType="application/vnd.openxmlformats-officedocument.presentationml.tags+xml"/>
  <Override PartName="/ppt/media/image-8-1.png" ContentType="image/png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tags/opfDocument.xml" ContentType="application/vnd.openxmlformats-officedocument.presentationml.tags+xml"/>
  <Override PartName="/ppt/tags/opfData1.xml" ContentType="application/vnd.openxmlformats-officedocument.presentationml.tags+xml"/>
  <Override PartName="/ppt/tags/opfData2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24</c:v>
                </c:pt>
                <c:pt idx="2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47556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Demand</c:v>
                </c:pt>
              </c:strCache>
            </c:strRef>
          </c:tx>
          <c:spPr>
            <a:solidFill>
              <a:srgbClr val="2874A6"/>
            </a:solidFill>
            <a:ln w="25400" cap="flat">
              <a:solidFill>
                <a:srgbClr val="2874A6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2874A6"/>
              </a:solidFill>
              <a:ln w="9525" cap="flat">
                <a:solidFill>
                  <a:srgbClr val="2874A6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47556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K01 speaker notes: preserve this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K02 speaker notes: preserve this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K03 speaker notes: preserve this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K04 speaker notes: preserve this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K05 speaker notes: preserve this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K06 speaker notes: preserve this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K07 speaker notes: preserve this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K08 speaker notes: preserve this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K09 speaker notes: preserve this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K10 speaker notes: preserve this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K11 speaker notes: preserve this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K12 speaker notes: preserve this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K13 speaker notes: preserve this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K14 speaker notes: preserve this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K15 speaker notes: preserve this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K16 speaker notes: preserve this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1" hdr="0" ftr="1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78753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41693"/>
            <a:ext cx="5433060" cy="2641759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78753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41693"/>
            <a:ext cx="11094720" cy="2641759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73893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25187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02427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664268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664268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702427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64268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02427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64268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02427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64268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02427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64268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02427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3019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3019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68354"/>
            <a:ext cx="11094720" cy="1415098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69811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36277"/>
            <a:ext cx="11094720" cy="2547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7389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1" hdr="0" ftr="1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ptx.galler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chemeClr val="bg2"/>
                </a:solidFill>
                <a:latin typeface="Arial" pitchFamily="34" charset="0"/>
              </a:defRPr>
            </a:lvl1pPr>
          </a:lstStyle>
          <a:p>
            <a:fld id="{0F0F2701-0001-4000-8000-000000000001}" type="datetimeFigureOut">
              <a:rPr lang="en-US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859988" y="6380604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chemeClr val="bg2"/>
                </a:solidFill>
                <a:latin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57031" y="6380604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>
                <a:solidFill>
                  <a:schemeClr val="bg2"/>
                </a:solidFill>
                <a:latin typeface="Arial" pitchFamily="34" charset="0"/>
              </a:defRPr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sldNum="1" hdr="0" ftr="1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Heading2" Type="http://schemas.openxmlformats.org/officeDocument/2006/relationships/tags" Target="../tags/opfHeading2.xml"/><Relationship Id="rIdOpfFurniture1" Type="http://schemas.openxmlformats.org/officeDocument/2006/relationships/tags" Target="../tags/opfFurniture1.xml"/><Relationship Id="rIdOpfFurniture2" Type="http://schemas.openxmlformats.org/officeDocument/2006/relationships/tags" Target="../tags/opfFurniture2.xml"/><Relationship Id="rIdOpfFurnitureSlide" Type="http://schemas.openxmlformats.org/officeDocument/2006/relationships/tags" Target="../tags/opfFurnitureSlide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OpfHeading10" Type="http://schemas.openxmlformats.org/officeDocument/2006/relationships/tags" Target="../tags/opfHeading10.xml"/><Relationship Id="rIdOpfText4" Type="http://schemas.openxmlformats.org/officeDocument/2006/relationships/tags" Target="../tags/opfText4.xml"/><Relationship Id="rIdOpfText5" Type="http://schemas.openxmlformats.org/officeDocument/2006/relationships/tags" Target="../tags/opfText5.xml"/><Relationship Id="rIdOpfFurniture17" Type="http://schemas.openxmlformats.org/officeDocument/2006/relationships/tags" Target="../tags/opfFurniture17.xml"/><Relationship Id="rIdOpfFurniture18" Type="http://schemas.openxmlformats.org/officeDocument/2006/relationships/tags" Target="../tags/opfFurniture18.xml"/><Relationship Id="rIdOpfFurnitureSlide" Type="http://schemas.openxmlformats.org/officeDocument/2006/relationships/tags" Target="../tags/opfFurniture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OpfHeading11" Type="http://schemas.openxmlformats.org/officeDocument/2006/relationships/tags" Target="../tags/opfHeading11.xml"/><Relationship Id="rIdOpfFurniture19" Type="http://schemas.openxmlformats.org/officeDocument/2006/relationships/tags" Target="../tags/opfFurniture19.xml"/><Relationship Id="rIdOpfFurniture20" Type="http://schemas.openxmlformats.org/officeDocument/2006/relationships/tags" Target="../tags/opfFurniture20.xml"/><Relationship Id="rIdOpfFurnitureSlide" Type="http://schemas.openxmlformats.org/officeDocument/2006/relationships/tags" Target="../tags/opfFurniture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OpfHeading12" Type="http://schemas.openxmlformats.org/officeDocument/2006/relationships/tags" Target="../tags/opfHeading12.xml"/><Relationship Id="rIdOpfFurniture21" Type="http://schemas.openxmlformats.org/officeDocument/2006/relationships/tags" Target="../tags/opfFurniture21.xml"/><Relationship Id="rIdOpfFurniture22" Type="http://schemas.openxmlformats.org/officeDocument/2006/relationships/tags" Target="../tags/opfFurniture22.xml"/><Relationship Id="rIdOpfFurnitureSlide" Type="http://schemas.openxmlformats.org/officeDocument/2006/relationships/tags" Target="../tags/opfFurniture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OpfHeading13" Type="http://schemas.openxmlformats.org/officeDocument/2006/relationships/tags" Target="../tags/opfHeading13.xml"/><Relationship Id="rIdOpfText6" Type="http://schemas.openxmlformats.org/officeDocument/2006/relationships/tags" Target="../tags/opfText6.xml"/><Relationship Id="rIdOpfText7" Type="http://schemas.openxmlformats.org/officeDocument/2006/relationships/tags" Target="../tags/opfText7.xml"/><Relationship Id="rIdOpfText8" Type="http://schemas.openxmlformats.org/officeDocument/2006/relationships/tags" Target="../tags/opfText8.xml"/><Relationship Id="rIdOpfText9" Type="http://schemas.openxmlformats.org/officeDocument/2006/relationships/tags" Target="../tags/opfText9.xml"/><Relationship Id="rIdOpfText10" Type="http://schemas.openxmlformats.org/officeDocument/2006/relationships/tags" Target="../tags/opfText10.xml"/><Relationship Id="rIdOpfText11" Type="http://schemas.openxmlformats.org/officeDocument/2006/relationships/tags" Target="../tags/opfText11.xml"/><Relationship Id="rIdOpfText12" Type="http://schemas.openxmlformats.org/officeDocument/2006/relationships/tags" Target="../tags/opfText12.xml"/><Relationship Id="rIdOpfText13" Type="http://schemas.openxmlformats.org/officeDocument/2006/relationships/tags" Target="../tags/opfText13.xml"/><Relationship Id="rIdOpfText14" Type="http://schemas.openxmlformats.org/officeDocument/2006/relationships/tags" Target="../tags/opfText14.xml"/><Relationship Id="rIdOpfText15" Type="http://schemas.openxmlformats.org/officeDocument/2006/relationships/tags" Target="../tags/opfText15.xml"/><Relationship Id="rIdOpfFurniture23" Type="http://schemas.openxmlformats.org/officeDocument/2006/relationships/tags" Target="../tags/opfFurniture23.xml"/><Relationship Id="rIdOpfFurniture24" Type="http://schemas.openxmlformats.org/officeDocument/2006/relationships/tags" Target="../tags/opfFurniture24.xml"/><Relationship Id="rIdOpfFurnitureSlide" Type="http://schemas.openxmlformats.org/officeDocument/2006/relationships/tags" Target="../tags/opfFurniture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OpfHeading14" Type="http://schemas.openxmlformats.org/officeDocument/2006/relationships/tags" Target="../tags/opfHeading14.xml"/><Relationship Id="rIdOpfFurniture25" Type="http://schemas.openxmlformats.org/officeDocument/2006/relationships/tags" Target="../tags/opfFurniture25.xml"/><Relationship Id="rIdOpfFurniture26" Type="http://schemas.openxmlformats.org/officeDocument/2006/relationships/tags" Target="../tags/opfFurniture26.xml"/><Relationship Id="rIdOpfFurnitureSlide" Type="http://schemas.openxmlformats.org/officeDocument/2006/relationships/tags" Target="../tags/opfFurnitureSlid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OpfMetric1" Type="http://schemas.openxmlformats.org/officeDocument/2006/relationships/tags" Target="../tags/opfMetric1.xml"/><Relationship Id="rIdOpfMetric2" Type="http://schemas.openxmlformats.org/officeDocument/2006/relationships/tags" Target="../tags/opfMetric2.xml"/><Relationship Id="rIdOpfHeading15" Type="http://schemas.openxmlformats.org/officeDocument/2006/relationships/tags" Target="../tags/opfHeading15.xml"/><Relationship Id="rIdOpfText16" Type="http://schemas.openxmlformats.org/officeDocument/2006/relationships/tags" Target="../tags/opfText16.xml"/><Relationship Id="rIdOpfFurniture27" Type="http://schemas.openxmlformats.org/officeDocument/2006/relationships/tags" Target="../tags/opfFurniture27.xml"/><Relationship Id="rIdOpfFurniture28" Type="http://schemas.openxmlformats.org/officeDocument/2006/relationships/tags" Target="../tags/opfFurniture28.xml"/><Relationship Id="rIdOpfFurnitureSlide" Type="http://schemas.openxmlformats.org/officeDocument/2006/relationships/tags" Target="../tags/opfFurnitureSlid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8.xml"/><Relationship Id="rId3" Type="http://schemas.openxmlformats.org/officeDocument/2006/relationships/notesSlide" Target="../notesSlides/notesSlide8.xml"/><Relationship Id="rIdOpfHeading16" Type="http://schemas.openxmlformats.org/officeDocument/2006/relationships/tags" Target="../tags/opfHeading16.xml"/><Relationship Id="rIdOpfFurniture29" Type="http://schemas.openxmlformats.org/officeDocument/2006/relationships/tags" Target="../tags/opfFurniture29.xml"/><Relationship Id="rIdOpfFurniture30" Type="http://schemas.openxmlformats.org/officeDocument/2006/relationships/tags" Target="../tags/opfFurniture30.xml"/><Relationship Id="rIdOpfFurnitureSlide" Type="http://schemas.openxmlformats.org/officeDocument/2006/relationships/tags" Target="../tags/opfFurnitureSlide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9.xml"/><Relationship Id="rId3" Type="http://schemas.openxmlformats.org/officeDocument/2006/relationships/notesSlide" Target="../notesSlides/notesSlide9.xml"/><Relationship Id="rIdOpfHeading17" Type="http://schemas.openxmlformats.org/officeDocument/2006/relationships/tags" Target="../tags/opfHeading17.xml"/><Relationship Id="rIdOpfText17" Type="http://schemas.openxmlformats.org/officeDocument/2006/relationships/tags" Target="../tags/opfText17.xml"/><Relationship Id="rIdOpfFurniture31" Type="http://schemas.openxmlformats.org/officeDocument/2006/relationships/tags" Target="../tags/opfFurniture31.xml"/><Relationship Id="rIdOpfFurniture32" Type="http://schemas.openxmlformats.org/officeDocument/2006/relationships/tags" Target="../tags/opfFurniture32.xml"/><Relationship Id="rIdOpfFurnitureSlide" Type="http://schemas.openxmlformats.org/officeDocument/2006/relationships/tags" Target="../tags/opfFurnitureSlide8.xml"/><Relationship Id="rIdOpfImage1" Type="http://schemas.openxmlformats.org/officeDocument/2006/relationships/tags" Target="../tags/opfImag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1.xml"/><Relationship Id="rId3" Type="http://schemas.openxmlformats.org/officeDocument/2006/relationships/notesSlide" Target="../notesSlides/notesSlide10.xml"/><Relationship Id="rIdOpfHeading3" Type="http://schemas.openxmlformats.org/officeDocument/2006/relationships/tags" Target="../tags/opfHeading3.xml"/><Relationship Id="rIdOpfFurniture3" Type="http://schemas.openxmlformats.org/officeDocument/2006/relationships/tags" Target="../tags/opfFurniture3.xml"/><Relationship Id="rIdOpfFurniture4" Type="http://schemas.openxmlformats.org/officeDocument/2006/relationships/tags" Target="../tags/opfFurniture4.xml"/><Relationship Id="rIdOpfFurnitureSlide" Type="http://schemas.openxmlformats.org/officeDocument/2006/relationships/tags" Target="../tags/opfFurnitureSlide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21.xml"/><Relationship Id="rId3" Type="http://schemas.openxmlformats.org/officeDocument/2006/relationships/notesSlide" Target="../notesSlides/notesSlide11.xml"/><Relationship Id="rIdOpfHeading4" Type="http://schemas.openxmlformats.org/officeDocument/2006/relationships/tags" Target="../tags/opfHeading4.xml"/><Relationship Id="rIdOpfFurniture5" Type="http://schemas.openxmlformats.org/officeDocument/2006/relationships/tags" Target="../tags/opfFurniture5.xml"/><Relationship Id="rIdOpfFurniture6" Type="http://schemas.openxmlformats.org/officeDocument/2006/relationships/tags" Target="../tags/opfFurniture6.xml"/><Relationship Id="rIdOpfFurnitureSlide" Type="http://schemas.openxmlformats.org/officeDocument/2006/relationships/tags" Target="../tags/opfFurnitureSlide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Relationship Id="rIdOpfHeading5" Type="http://schemas.openxmlformats.org/officeDocument/2006/relationships/tags" Target="../tags/opfHeading5.xml"/><Relationship Id="rIdOpfFurniture7" Type="http://schemas.openxmlformats.org/officeDocument/2006/relationships/tags" Target="../tags/opfFurniture7.xml"/><Relationship Id="rIdOpfFurniture8" Type="http://schemas.openxmlformats.org/officeDocument/2006/relationships/tags" Target="../tags/opfFurniture8.xml"/><Relationship Id="rIdOpfFurnitureSlide" Type="http://schemas.openxmlformats.org/officeDocument/2006/relationships/tags" Target="../tags/opfFurnitureSlide11.xml"/><Relationship Id="rIdOpfData1" Type="http://schemas.openxmlformats.org/officeDocument/2006/relationships/tags" Target="../tags/opfData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3.xml"/><Relationship Id="rIdOpfHeading6" Type="http://schemas.openxmlformats.org/officeDocument/2006/relationships/tags" Target="../tags/opfHeading6.xml"/><Relationship Id="rIdOpfFurniture9" Type="http://schemas.openxmlformats.org/officeDocument/2006/relationships/tags" Target="../tags/opfFurniture9.xml"/><Relationship Id="rIdOpfFurniture10" Type="http://schemas.openxmlformats.org/officeDocument/2006/relationships/tags" Target="../tags/opfFurniture10.xml"/><Relationship Id="rIdOpfFurnitureSlide" Type="http://schemas.openxmlformats.org/officeDocument/2006/relationships/tags" Target="../tags/opfFurnitureSlide12.xml"/><Relationship Id="rIdOpfData2" Type="http://schemas.openxmlformats.org/officeDocument/2006/relationships/tags" Target="../tags/opfData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OpfHeading7" Type="http://schemas.openxmlformats.org/officeDocument/2006/relationships/tags" Target="../tags/opfHeading7.xml"/><Relationship Id="rIdOpfText1" Type="http://schemas.openxmlformats.org/officeDocument/2006/relationships/tags" Target="../tags/opfText1.xml"/><Relationship Id="rIdOpfFurniture11" Type="http://schemas.openxmlformats.org/officeDocument/2006/relationships/tags" Target="../tags/opfFurniture11.xml"/><Relationship Id="rIdOpfFurniture12" Type="http://schemas.openxmlformats.org/officeDocument/2006/relationships/tags" Target="../tags/opfFurniture12.xml"/><Relationship Id="rIdOpfFurnitureSlide" Type="http://schemas.openxmlformats.org/officeDocument/2006/relationships/tags" Target="../tags/opfFurnitureSlide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OpfHeading8" Type="http://schemas.openxmlformats.org/officeDocument/2006/relationships/tags" Target="../tags/opfHeading8.xml"/><Relationship Id="rIdOpfText2" Type="http://schemas.openxmlformats.org/officeDocument/2006/relationships/tags" Target="../tags/opfText2.xml"/><Relationship Id="rIdOpfFurniture13" Type="http://schemas.openxmlformats.org/officeDocument/2006/relationships/tags" Target="../tags/opfFurniture13.xml"/><Relationship Id="rIdOpfFurniture14" Type="http://schemas.openxmlformats.org/officeDocument/2006/relationships/tags" Target="../tags/opfFurniture14.xml"/><Relationship Id="rIdOpfFurnitureSlide" Type="http://schemas.openxmlformats.org/officeDocument/2006/relationships/tags" Target="../tags/opfFurnitureSlide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OpfHeading9" Type="http://schemas.openxmlformats.org/officeDocument/2006/relationships/tags" Target="../tags/opfHeading9.xml"/><Relationship Id="rIdOpfText3" Type="http://schemas.openxmlformats.org/officeDocument/2006/relationships/tags" Target="../tags/opfText3.xml"/><Relationship Id="rIdOpfFurniture15" Type="http://schemas.openxmlformats.org/officeDocument/2006/relationships/tags" Target="../tags/opfFurniture15.xml"/><Relationship Id="rIdOpfFurniture16" Type="http://schemas.openxmlformats.org/officeDocument/2006/relationships/tags" Target="../tags/opfFurniture16.xml"/><Relationship Id="rIdOpfFurnitureSlide" Type="http://schemas.openxmlformats.org/officeDocument/2006/relationships/tags" Target="../tags/opfFurniture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ctrTitle"/>
            <p:custDataLst>
              <p:tags r:id="rIdOpfHeading1"/>
            </p:custDataLst>
          </p:nvPr>
        </p:nvSpPr>
        <p:spPr>
          <a:xfrm>
            <a:off x="548640" y="2888036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rial" pitchFamily="34" charset="0"/>
              </a:rPr>
              <a:t>K01 Title and subtitle</a:t>
            </a:r>
            <a:endParaRPr lang="en-US" sz="4050" dirty="0"/>
          </a:p>
        </p:txBody>
      </p:sp>
      <p:sp>
        <p:nvSpPr>
          <p:cNvPr id="3" name="OPF heading slides.0.subtitle line 0"/>
          <p:cNvSpPr/>
          <p:nvPr>
            <p:custDataLst>
              <p:tags r:id="rIdOpfHeading2"/>
            </p:custDataLst>
          </p:nvPr>
        </p:nvSpPr>
        <p:spPr>
          <a:xfrm>
            <a:off x="548640" y="3629843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Arial" pitchFamily="34" charset="0"/>
              </a:rPr>
              <a:t>Native layout baseline</a:t>
            </a:r>
            <a:endParaRPr lang="en-US" sz="1875" dirty="0"/>
          </a:p>
        </p:txBody>
      </p:sp>
      <p:sp>
        <p:nvSpPr>
          <p:cNvPr id="4" name="OPF furniture 0 part 0 line 0"/>
          <p:cNvSpPr>
            <a:spLocks noGrp="1"/>
          </p:cNvSpPr>
          <p:nvPr>
            <p:ph type="ftr" sz="quarter" idx="11"/>
            <p:custDataLst>
              <p:tags r:id="rIdOpfFurniture1"/>
            </p:custDataLst>
          </p:nvPr>
        </p:nvSpPr>
        <p:spPr>
          <a:xfrm>
            <a:off x="859988" y="6380604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</a:rPr>
              <a:t>Keynote qualification</a:t>
            </a:r>
            <a:endParaRPr lang="en-US" sz="1200" dirty="0"/>
          </a:p>
        </p:txBody>
      </p:sp>
      <p:sp>
        <p:nvSpPr>
          <p:cNvPr id="5" name="OPF furniture 0 part 1 line 0"/>
          <p:cNvSpPr>
            <a:spLocks noGrp="1"/>
          </p:cNvSpPr>
          <p:nvPr>
            <p:ph type="sldNum" sz="quarter" idx="12"/>
            <p:custDataLst>
              <p:tags r:id="rIdOpfFurniture2"/>
            </p:custDataLst>
          </p:nvPr>
        </p:nvSpPr>
        <p:spPr>
          <a:xfrm>
            <a:off x="8157031" y="6380604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fld id="{0F0F2700-0000-4000-8000-000000000001}" type="slidenum">
              <a:rPr lang="en-US" sz="1200" dirty="0">
                <a:solidFill>
                  <a:schemeClr val="bg2"/>
                </a:solidFill>
                <a:latin typeface="Arial" pitchFamily="34" charset="0"/>
              </a:rPr>
              <a:t>1</a:t>
            </a:fld>
            <a:endParaRPr lang="en-US" sz="1200" dirty="0"/>
          </a:p>
        </p:txBody>
      </p:sp>
    </p:spTree>
    <p:custDataLst>
      <p:tags r:id="rIdOpfFurnitureSlide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>
            <a:spLocks noGrp="1"/>
          </p:cNvSpPr>
          <p:nvPr>
            <p:ph type="title"/>
            <p:custDataLst>
              <p:tags r:id="rIdOpfHeading10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rial" pitchFamily="34" charset="0"/>
              </a:rPr>
              <a:t>K02 Paragraph editing</a:t>
            </a:r>
            <a:endParaRPr lang="en-US" sz="4050" dirty="0"/>
          </a:p>
        </p:txBody>
      </p:sp>
      <p:sp>
        <p:nvSpPr>
          <p:cNvPr id="3" name="OPF text slides.1.text line 0"/>
          <p:cNvSpPr/>
          <p:nvPr>
            <p:custDataLst>
              <p:tags r:id="rIdOpfText4"/>
            </p:custDataLst>
          </p:nvPr>
        </p:nvSpPr>
        <p:spPr>
          <a:xfrm>
            <a:off x="548640" y="1410113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Arial" pitchFamily="34" charset="0"/>
              </a:rPr>
              <a:t>KN_ORIGINAL_PARAGRAPH. Keep this second sentence.</a:t>
            </a:r>
            <a:endParaRPr lang="en-US" sz="1875" dirty="0"/>
          </a:p>
        </p:txBody>
      </p:sp>
      <p:sp>
        <p:nvSpPr>
          <p:cNvPr id="4" name="OPF text slides.1.text line 1"/>
          <p:cNvSpPr/>
          <p:nvPr>
            <p:custDataLst>
              <p:tags r:id="rIdOpfText5"/>
            </p:custDataLst>
          </p:nvPr>
        </p:nvSpPr>
        <p:spPr>
          <a:xfrm>
            <a:off x="557700" y="170062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Arial" pitchFamily="34" charset="0"/>
              </a:rPr>
              <a:t>A second authored paragraph.</a:t>
            </a:r>
            <a:endParaRPr lang="en-US" sz="1875" dirty="0"/>
          </a:p>
        </p:txBody>
      </p:sp>
      <p:sp>
        <p:nvSpPr>
          <p:cNvPr id="5" name="OPF furniture 1 part 0 line 0"/>
          <p:cNvSpPr>
            <a:spLocks noGrp="1"/>
          </p:cNvSpPr>
          <p:nvPr>
            <p:ph type="ftr" sz="quarter" idx="11"/>
            <p:custDataLst>
              <p:tags r:id="rIdOpfFurniture17"/>
            </p:custDataLst>
          </p:nvPr>
        </p:nvSpPr>
        <p:spPr>
          <a:xfrm>
            <a:off x="859988" y="6380604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</a:rPr>
              <a:t>Keynote qualification</a:t>
            </a:r>
            <a:endParaRPr lang="en-US" sz="1200" dirty="0"/>
          </a:p>
        </p:txBody>
      </p:sp>
      <p:sp>
        <p:nvSpPr>
          <p:cNvPr id="6" name="OPF furniture 1 part 1 line 0"/>
          <p:cNvSpPr>
            <a:spLocks noGrp="1"/>
          </p:cNvSpPr>
          <p:nvPr>
            <p:ph type="sldNum" sz="quarter" idx="12"/>
            <p:custDataLst>
              <p:tags r:id="rIdOpfFurniture18"/>
            </p:custDataLst>
          </p:nvPr>
        </p:nvSpPr>
        <p:spPr>
          <a:xfrm>
            <a:off x="8157255" y="6380604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fld id="{0F0F2700-0000-4000-8000-000000000002}" type="slidenum">
              <a:rPr lang="en-US" sz="1200" dirty="0">
                <a:solidFill>
                  <a:schemeClr val="bg2"/>
                </a:solidFill>
                <a:latin typeface="Arial" pitchFamily="34" charset="0"/>
              </a:rPr>
              <a:t>2</a:t>
            </a:fld>
            <a:endParaRPr lang="en-US" sz="1200" dirty="0"/>
          </a:p>
        </p:txBody>
      </p:sp>
    </p:spTree>
    <p:custDataLst>
      <p:tags r:id="rIdOpfFurnitureSlide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>
            <a:spLocks noGrp="1"/>
          </p:cNvSpPr>
          <p:nvPr>
            <p:ph type="title"/>
            <p:custDataLst>
              <p:tags r:id="rIdOpfHeading1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rial" pitchFamily="34" charset="0"/>
              </a:rPr>
              <a:t>K03 Rich text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548640" y="1404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b="1" dirty="0">
                <a:solidFill>
                  <a:schemeClr val="bg1"/>
                </a:solidFill>
                <a:latin typeface="Arial" pitchFamily="34" charset="0"/>
              </a:rPr>
              <a:t>Bold words</a:t>
            </a:r>
            <a:r>
              <a:rPr lang="en-US" sz="1875" dirty="0">
                <a:solidFill>
                  <a:schemeClr val="bg1"/>
                </a:solidFill>
                <a:latin typeface="Arial" pitchFamily="34" charset="0"/>
              </a:rPr>
              <a:t> and </a:t>
            </a:r>
            <a:r>
              <a:rPr lang="en-US" sz="1875" i="1" dirty="0">
                <a:solidFill>
                  <a:schemeClr val="bg1"/>
                </a:solidFill>
                <a:latin typeface="Arial" pitchFamily="34" charset="0"/>
              </a:rPr>
              <a:t>italic words</a:t>
            </a:r>
            <a:r>
              <a:rPr lang="en-US" sz="1875" dirty="0">
                <a:solidFill>
                  <a:schemeClr val="bg1"/>
                </a:solidFill>
                <a:latin typeface="Arial" pitchFamily="34" charset="0"/>
              </a:rPr>
              <a:t> and </a:t>
            </a:r>
            <a:r>
              <a:rPr lang="en-US" sz="1875" b="1" i="1" dirty="0">
                <a:solidFill>
                  <a:schemeClr val="bg1"/>
                </a:solidFill>
                <a:latin typeface="Arial" pitchFamily="34" charset="0"/>
              </a:rPr>
              <a:t>bold italic words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557700" y="1695259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chemeClr val="bg1"/>
                </a:solidFill>
                <a:latin typeface="Arial" pitchFamily="34" charset="0"/>
              </a:rPr>
              <a:t>A second rich paragraph.</a:t>
            </a:r>
            <a:endParaRPr lang="en-US" sz="1875" dirty="0"/>
          </a:p>
        </p:txBody>
      </p:sp>
      <p:sp>
        <p:nvSpPr>
          <p:cNvPr id="5" name="OPF furniture 2 part 0 line 0"/>
          <p:cNvSpPr>
            <a:spLocks noGrp="1"/>
          </p:cNvSpPr>
          <p:nvPr>
            <p:ph type="ftr" sz="quarter" idx="11"/>
            <p:custDataLst>
              <p:tags r:id="rIdOpfFurniture19"/>
            </p:custDataLst>
          </p:nvPr>
        </p:nvSpPr>
        <p:spPr>
          <a:xfrm>
            <a:off x="859988" y="6380604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</a:rPr>
              <a:t>Keynote qualification</a:t>
            </a:r>
            <a:endParaRPr lang="en-US" sz="1200" dirty="0"/>
          </a:p>
        </p:txBody>
      </p:sp>
      <p:sp>
        <p:nvSpPr>
          <p:cNvPr id="6" name="OPF furniture 2 part 1 line 0"/>
          <p:cNvSpPr>
            <a:spLocks noGrp="1"/>
          </p:cNvSpPr>
          <p:nvPr>
            <p:ph type="sldNum" sz="quarter" idx="12"/>
            <p:custDataLst>
              <p:tags r:id="rIdOpfFurniture20"/>
            </p:custDataLst>
          </p:nvPr>
        </p:nvSpPr>
        <p:spPr>
          <a:xfrm>
            <a:off x="8156287" y="6380604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fld id="{0F0F2700-0000-4000-8000-000000000003}" type="slidenum">
              <a:rPr lang="en-US" sz="1200" dirty="0">
                <a:solidFill>
                  <a:schemeClr val="bg2"/>
                </a:solidFill>
                <a:latin typeface="Arial" pitchFamily="34" charset="0"/>
              </a:rPr>
              <a:t>3</a:t>
            </a:fld>
            <a:endParaRPr lang="en-US" sz="1200" dirty="0"/>
          </a:p>
        </p:txBody>
      </p:sp>
    </p:spTree>
    <p:custDataLst>
      <p:tags r:id="rIdOpfFurnitureSlide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3.title line 0"/>
          <p:cNvSpPr>
            <a:spLocks noGrp="1"/>
          </p:cNvSpPr>
          <p:nvPr>
            <p:ph type="title"/>
            <p:custDataLst>
              <p:tags r:id="rIdOpfHeading1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rial" pitchFamily="34" charset="0"/>
              </a:rPr>
              <a:t>K04 List editing</a:t>
            </a:r>
            <a:endParaRPr lang="en-US" sz="4050" dirty="0"/>
          </a:p>
        </p:txBody>
      </p:sp>
      <p:sp>
        <p:nvSpPr>
          <p:cNvPr id="3" name="OPF list slides.3.items line 0"/>
          <p:cNvSpPr/>
          <p:nvPr/>
        </p:nvSpPr>
        <p:spPr>
          <a:xfrm>
            <a:off x="548640" y="1410113"/>
            <a:ext cx="110947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35280" indent="-335280">
              <a:lnSpc>
                <a:spcPct val="100000"/>
              </a:lnSpc>
              <a:buClr>
                <a:schemeClr val="bg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</a:rPr>
              <a:t>KN_ORIGINAL_LIST</a:t>
            </a:r>
            <a:endParaRPr lang="en-US" sz="2400" dirty="0"/>
          </a:p>
        </p:txBody>
      </p:sp>
      <p:sp>
        <p:nvSpPr>
          <p:cNvPr id="4" name="OPF list slides.3.items line 1"/>
          <p:cNvSpPr/>
          <p:nvPr/>
        </p:nvSpPr>
        <p:spPr>
          <a:xfrm>
            <a:off x="548640" y="1867313"/>
            <a:ext cx="110947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35280" indent="-335280">
              <a:lnSpc>
                <a:spcPct val="100000"/>
              </a:lnSpc>
              <a:buClr>
                <a:schemeClr val="bg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</a:rPr>
              <a:t>Parent item</a:t>
            </a:r>
            <a:endParaRPr lang="en-US" sz="2400" dirty="0"/>
          </a:p>
        </p:txBody>
      </p:sp>
      <p:sp>
        <p:nvSpPr>
          <p:cNvPr id="5" name="OPF list slides.3.items line 2"/>
          <p:cNvSpPr/>
          <p:nvPr/>
        </p:nvSpPr>
        <p:spPr>
          <a:xfrm>
            <a:off x="883920" y="2275745"/>
            <a:ext cx="10759440" cy="30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68" dirty="0">
                <a:solidFill>
                  <a:schemeClr val="bg2"/>
                </a:solidFill>
                <a:latin typeface="Arial" pitchFamily="34" charset="0"/>
              </a:rPr>
              <a:t>Description remains attached.</a:t>
            </a:r>
            <a:endParaRPr lang="en-US" sz="1968" dirty="0"/>
          </a:p>
        </p:txBody>
      </p:sp>
      <p:sp>
        <p:nvSpPr>
          <p:cNvPr id="6" name="OPF list slides.3.items line 3"/>
          <p:cNvSpPr/>
          <p:nvPr/>
        </p:nvSpPr>
        <p:spPr>
          <a:xfrm>
            <a:off x="548640" y="2666011"/>
            <a:ext cx="110947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70560" indent="-335280">
              <a:lnSpc>
                <a:spcPct val="100000"/>
              </a:lnSpc>
              <a:buClr>
                <a:schemeClr val="bg1"/>
              </a:buClr>
              <a:buSzPts val="2400"/>
              <a:buFont typeface="Arial"/>
              <a:buChar char="◦"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</a:rPr>
              <a:t>Nested child</a:t>
            </a:r>
            <a:endParaRPr lang="en-US" sz="2400" dirty="0"/>
          </a:p>
        </p:txBody>
      </p:sp>
      <p:sp>
        <p:nvSpPr>
          <p:cNvPr id="7" name="OPF list slides.3.items line 4"/>
          <p:cNvSpPr/>
          <p:nvPr/>
        </p:nvSpPr>
        <p:spPr>
          <a:xfrm>
            <a:off x="548640" y="3123211"/>
            <a:ext cx="110947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35280" indent="-335280">
              <a:lnSpc>
                <a:spcPct val="100000"/>
              </a:lnSpc>
              <a:buClr>
                <a:schemeClr val="bg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</a:rPr>
              <a:t>Final item</a:t>
            </a:r>
            <a:endParaRPr lang="en-US" sz="2400" dirty="0"/>
          </a:p>
        </p:txBody>
      </p:sp>
      <p:sp>
        <p:nvSpPr>
          <p:cNvPr id="8" name="OPF furniture 3 part 0 line 0"/>
          <p:cNvSpPr>
            <a:spLocks noGrp="1"/>
          </p:cNvSpPr>
          <p:nvPr>
            <p:ph type="ftr" sz="quarter" idx="11"/>
            <p:custDataLst>
              <p:tags r:id="rIdOpfFurniture21"/>
            </p:custDataLst>
          </p:nvPr>
        </p:nvSpPr>
        <p:spPr>
          <a:xfrm>
            <a:off x="859988" y="6380604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</a:rPr>
              <a:t>Keynote qualification</a:t>
            </a:r>
            <a:endParaRPr lang="en-US" sz="1200" dirty="0"/>
          </a:p>
        </p:txBody>
      </p:sp>
      <p:sp>
        <p:nvSpPr>
          <p:cNvPr id="9" name="OPF furniture 3 part 1 line 0"/>
          <p:cNvSpPr>
            <a:spLocks noGrp="1"/>
          </p:cNvSpPr>
          <p:nvPr>
            <p:ph type="sldNum" sz="quarter" idx="12"/>
            <p:custDataLst>
              <p:tags r:id="rIdOpfFurniture22"/>
            </p:custDataLst>
          </p:nvPr>
        </p:nvSpPr>
        <p:spPr>
          <a:xfrm>
            <a:off x="8154055" y="6380604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fld id="{0F0F2700-0000-4000-8000-000000000004}" type="slidenum">
              <a:rPr lang="en-US" sz="1200" dirty="0">
                <a:solidFill>
                  <a:schemeClr val="bg2"/>
                </a:solidFill>
                <a:latin typeface="Arial" pitchFamily="34" charset="0"/>
              </a:rPr>
              <a:t>4</a:t>
            </a:fld>
            <a:endParaRPr lang="en-US" sz="1200" dirty="0"/>
          </a:p>
        </p:txBody>
      </p:sp>
    </p:spTree>
    <p:custDataLst>
      <p:tags r:id="rIdOpfFurnitureSlide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5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4.title line 0"/>
          <p:cNvSpPr>
            <a:spLocks noGrp="1"/>
          </p:cNvSpPr>
          <p:nvPr>
            <p:ph type="title"/>
            <p:custDataLst>
              <p:tags r:id="rIdOpfHeading13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rial" pitchFamily="34" charset="0"/>
              </a:rPr>
              <a:t>K05 Long paragraph</a:t>
            </a:r>
            <a:endParaRPr lang="en-US" sz="4050" dirty="0"/>
          </a:p>
        </p:txBody>
      </p:sp>
      <p:sp>
        <p:nvSpPr>
          <p:cNvPr id="3" name="OPF text slides.4.text line 0"/>
          <p:cNvSpPr/>
          <p:nvPr>
            <p:custDataLst>
              <p:tags r:id="rIdOpfText6"/>
            </p:custDataLst>
          </p:nvPr>
        </p:nvSpPr>
        <p:spPr>
          <a:xfrm>
            <a:off x="557700" y="1410113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Arial" pitchFamily="34" charset="0"/>
              </a:rPr>
              <a:t>A native editor should preserve words, spacing and paragraph boundaries while a user edits the content. </a:t>
            </a:r>
            <a:endParaRPr lang="en-US" sz="1875" dirty="0"/>
          </a:p>
        </p:txBody>
      </p:sp>
      <p:sp>
        <p:nvSpPr>
          <p:cNvPr id="4" name="OPF text slides.4.text line 1"/>
          <p:cNvSpPr/>
          <p:nvPr>
            <p:custDataLst>
              <p:tags r:id="rIdOpfText7"/>
            </p:custDataLst>
          </p:nvPr>
        </p:nvSpPr>
        <p:spPr>
          <a:xfrm>
            <a:off x="557700" y="170062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Arial" pitchFamily="34" charset="0"/>
              </a:rPr>
              <a:t>A native editor should preserve words, spacing and paragraph boundaries while a user edits the content. </a:t>
            </a:r>
            <a:endParaRPr lang="en-US" sz="1875" dirty="0"/>
          </a:p>
        </p:txBody>
      </p:sp>
      <p:sp>
        <p:nvSpPr>
          <p:cNvPr id="5" name="OPF text slides.4.text line 2"/>
          <p:cNvSpPr/>
          <p:nvPr>
            <p:custDataLst>
              <p:tags r:id="rIdOpfText8"/>
            </p:custDataLst>
          </p:nvPr>
        </p:nvSpPr>
        <p:spPr>
          <a:xfrm>
            <a:off x="557700" y="1991138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Arial" pitchFamily="34" charset="0"/>
              </a:rPr>
              <a:t>A native editor should preserve words, spacing and paragraph boundaries while a user edits the content. </a:t>
            </a:r>
            <a:endParaRPr lang="en-US" sz="1875" dirty="0"/>
          </a:p>
        </p:txBody>
      </p:sp>
      <p:sp>
        <p:nvSpPr>
          <p:cNvPr id="6" name="OPF text slides.4.text line 3"/>
          <p:cNvSpPr/>
          <p:nvPr>
            <p:custDataLst>
              <p:tags r:id="rIdOpfText9"/>
            </p:custDataLst>
          </p:nvPr>
        </p:nvSpPr>
        <p:spPr>
          <a:xfrm>
            <a:off x="557700" y="2281650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Arial" pitchFamily="34" charset="0"/>
              </a:rPr>
              <a:t>A native editor should preserve words, spacing and paragraph boundaries while a user edits the content. </a:t>
            </a:r>
            <a:endParaRPr lang="en-US" sz="1875" dirty="0"/>
          </a:p>
        </p:txBody>
      </p:sp>
      <p:sp>
        <p:nvSpPr>
          <p:cNvPr id="7" name="OPF text slides.4.text line 4"/>
          <p:cNvSpPr/>
          <p:nvPr>
            <p:custDataLst>
              <p:tags r:id="rIdOpfText10"/>
            </p:custDataLst>
          </p:nvPr>
        </p:nvSpPr>
        <p:spPr>
          <a:xfrm>
            <a:off x="557700" y="2572163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Arial" pitchFamily="34" charset="0"/>
              </a:rPr>
              <a:t>A native editor should preserve words, spacing and paragraph boundaries while a user edits the content. </a:t>
            </a:r>
            <a:endParaRPr lang="en-US" sz="1875" dirty="0"/>
          </a:p>
        </p:txBody>
      </p:sp>
      <p:sp>
        <p:nvSpPr>
          <p:cNvPr id="8" name="OPF text slides.4.text line 5"/>
          <p:cNvSpPr/>
          <p:nvPr>
            <p:custDataLst>
              <p:tags r:id="rIdOpfText11"/>
            </p:custDataLst>
          </p:nvPr>
        </p:nvSpPr>
        <p:spPr>
          <a:xfrm>
            <a:off x="557700" y="2862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Arial" pitchFamily="34" charset="0"/>
              </a:rPr>
              <a:t>A native editor should preserve words, spacing and paragraph boundaries while a user edits the content. </a:t>
            </a:r>
            <a:endParaRPr lang="en-US" sz="1875" dirty="0"/>
          </a:p>
        </p:txBody>
      </p:sp>
      <p:sp>
        <p:nvSpPr>
          <p:cNvPr id="9" name="OPF text slides.4.text line 6"/>
          <p:cNvSpPr/>
          <p:nvPr>
            <p:custDataLst>
              <p:tags r:id="rIdOpfText12"/>
            </p:custDataLst>
          </p:nvPr>
        </p:nvSpPr>
        <p:spPr>
          <a:xfrm>
            <a:off x="557700" y="3153188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Arial" pitchFamily="34" charset="0"/>
              </a:rPr>
              <a:t>A native editor should preserve words, spacing and paragraph boundaries while a user edits the content. </a:t>
            </a:r>
            <a:endParaRPr lang="en-US" sz="1875" dirty="0"/>
          </a:p>
        </p:txBody>
      </p:sp>
      <p:sp>
        <p:nvSpPr>
          <p:cNvPr id="10" name="OPF text slides.4.text line 7"/>
          <p:cNvSpPr/>
          <p:nvPr>
            <p:custDataLst>
              <p:tags r:id="rIdOpfText13"/>
            </p:custDataLst>
          </p:nvPr>
        </p:nvSpPr>
        <p:spPr>
          <a:xfrm>
            <a:off x="557700" y="3443700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Arial" pitchFamily="34" charset="0"/>
              </a:rPr>
              <a:t>A native editor should preserve words, spacing and paragraph boundaries while a user edits the content. </a:t>
            </a:r>
            <a:endParaRPr lang="en-US" sz="1875" dirty="0"/>
          </a:p>
        </p:txBody>
      </p:sp>
      <p:sp>
        <p:nvSpPr>
          <p:cNvPr id="11" name="OPF text slides.4.text line 8"/>
          <p:cNvSpPr/>
          <p:nvPr>
            <p:custDataLst>
              <p:tags r:id="rIdOpfText14"/>
            </p:custDataLst>
          </p:nvPr>
        </p:nvSpPr>
        <p:spPr>
          <a:xfrm>
            <a:off x="557700" y="3734213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Arial" pitchFamily="34" charset="0"/>
              </a:rPr>
              <a:t>A native editor should preserve words, spacing and paragraph boundaries while a user edits the content. </a:t>
            </a:r>
            <a:endParaRPr lang="en-US" sz="1875" dirty="0"/>
          </a:p>
        </p:txBody>
      </p:sp>
      <p:sp>
        <p:nvSpPr>
          <p:cNvPr id="12" name="OPF text slides.4.text line 9"/>
          <p:cNvSpPr/>
          <p:nvPr>
            <p:custDataLst>
              <p:tags r:id="rIdOpfText15"/>
            </p:custDataLst>
          </p:nvPr>
        </p:nvSpPr>
        <p:spPr>
          <a:xfrm>
            <a:off x="557700" y="402472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Arial" pitchFamily="34" charset="0"/>
              </a:rPr>
              <a:t>A native editor should preserve words, spacing and paragraph boundaries while a user edits the content. </a:t>
            </a:r>
            <a:endParaRPr lang="en-US" sz="1875" dirty="0"/>
          </a:p>
        </p:txBody>
      </p:sp>
      <p:sp>
        <p:nvSpPr>
          <p:cNvPr id="13" name="OPF furniture 4 part 0 line 0"/>
          <p:cNvSpPr>
            <a:spLocks noGrp="1"/>
          </p:cNvSpPr>
          <p:nvPr>
            <p:ph type="ftr" sz="quarter" idx="11"/>
            <p:custDataLst>
              <p:tags r:id="rIdOpfFurniture23"/>
            </p:custDataLst>
          </p:nvPr>
        </p:nvSpPr>
        <p:spPr>
          <a:xfrm>
            <a:off x="859988" y="6380604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</a:rPr>
              <a:t>Keynote qualification</a:t>
            </a:r>
            <a:endParaRPr lang="en-US" sz="1200" dirty="0"/>
          </a:p>
        </p:txBody>
      </p:sp>
      <p:sp>
        <p:nvSpPr>
          <p:cNvPr id="14" name="OPF furniture 4 part 1 line 0"/>
          <p:cNvSpPr>
            <a:spLocks noGrp="1"/>
          </p:cNvSpPr>
          <p:nvPr>
            <p:ph type="sldNum" sz="quarter" idx="12"/>
            <p:custDataLst>
              <p:tags r:id="rIdOpfFurniture24"/>
            </p:custDataLst>
          </p:nvPr>
        </p:nvSpPr>
        <p:spPr>
          <a:xfrm>
            <a:off x="8155990" y="6380604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fld id="{0F0F2700-0000-4000-8000-000000000005}" type="slidenum">
              <a:rPr lang="en-US" sz="1200" dirty="0">
                <a:solidFill>
                  <a:schemeClr val="bg2"/>
                </a:solidFill>
                <a:latin typeface="Arial" pitchFamily="34" charset="0"/>
              </a:rPr>
              <a:t>5</a:t>
            </a:fld>
            <a:endParaRPr lang="en-US" sz="1200" dirty="0"/>
          </a:p>
        </p:txBody>
      </p:sp>
    </p:spTree>
    <p:custDataLst>
      <p:tags r:id="rIdOpfFurnitureSlide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6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5.title line 0"/>
          <p:cNvSpPr>
            <a:spLocks noGrp="1"/>
          </p:cNvSpPr>
          <p:nvPr>
            <p:ph type="title"/>
            <p:custDataLst>
              <p:tags r:id="rIdOpfHeading14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rial" pitchFamily="34" charset="0"/>
              </a:rPr>
              <a:t>K06 Long list</a:t>
            </a:r>
            <a:endParaRPr lang="en-US" sz="4050" dirty="0"/>
          </a:p>
        </p:txBody>
      </p:sp>
      <p:sp>
        <p:nvSpPr>
          <p:cNvPr id="3" name="OPF list slides.5.items line 0"/>
          <p:cNvSpPr/>
          <p:nvPr/>
        </p:nvSpPr>
        <p:spPr>
          <a:xfrm>
            <a:off x="548640" y="1410113"/>
            <a:ext cx="110947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35280" indent="-335280">
              <a:lnSpc>
                <a:spcPct val="100000"/>
              </a:lnSpc>
              <a:buClr>
                <a:schemeClr val="bg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</a:rPr>
              <a:t>A list item whose words wrap across more than one visual line while retaining </a:t>
            </a:r>
            <a:endParaRPr lang="en-US" sz="2400" dirty="0"/>
          </a:p>
        </p:txBody>
      </p:sp>
      <p:sp>
        <p:nvSpPr>
          <p:cNvPr id="4" name="OPF list slides.5.items line 1"/>
          <p:cNvSpPr/>
          <p:nvPr/>
        </p:nvSpPr>
        <p:spPr>
          <a:xfrm>
            <a:off x="883920" y="1781969"/>
            <a:ext cx="1075944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</a:rPr>
              <a:t>its semantic item boundary. A list item whose words wrap across more than one </a:t>
            </a:r>
            <a:endParaRPr lang="en-US" sz="2400" dirty="0"/>
          </a:p>
        </p:txBody>
      </p:sp>
      <p:sp>
        <p:nvSpPr>
          <p:cNvPr id="5" name="OPF list slides.5.items line 2"/>
          <p:cNvSpPr/>
          <p:nvPr/>
        </p:nvSpPr>
        <p:spPr>
          <a:xfrm>
            <a:off x="883920" y="2153825"/>
            <a:ext cx="1075944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</a:rPr>
              <a:t>visual line while retaining its semantic item boundary. </a:t>
            </a:r>
            <a:endParaRPr lang="en-US" sz="2400" dirty="0"/>
          </a:p>
        </p:txBody>
      </p:sp>
      <p:sp>
        <p:nvSpPr>
          <p:cNvPr id="6" name="OPF list slides.5.items line 3"/>
          <p:cNvSpPr/>
          <p:nvPr/>
        </p:nvSpPr>
        <p:spPr>
          <a:xfrm>
            <a:off x="548640" y="2611025"/>
            <a:ext cx="110947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35280" indent="-335280">
              <a:lnSpc>
                <a:spcPct val="100000"/>
              </a:lnSpc>
              <a:buClr>
                <a:schemeClr val="bg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</a:rPr>
              <a:t>Second item remains independent.</a:t>
            </a:r>
            <a:endParaRPr lang="en-US" sz="2400" dirty="0"/>
          </a:p>
        </p:txBody>
      </p:sp>
      <p:sp>
        <p:nvSpPr>
          <p:cNvPr id="7" name="OPF list slides.5.items line 4"/>
          <p:cNvSpPr/>
          <p:nvPr/>
        </p:nvSpPr>
        <p:spPr>
          <a:xfrm>
            <a:off x="548640" y="3068225"/>
            <a:ext cx="110947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35280" indent="-335280">
              <a:lnSpc>
                <a:spcPct val="100000"/>
              </a:lnSpc>
              <a:buClr>
                <a:schemeClr val="bg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</a:rPr>
              <a:t>Third item</a:t>
            </a:r>
            <a:endParaRPr lang="en-US" sz="2400" dirty="0"/>
          </a:p>
        </p:txBody>
      </p:sp>
      <p:sp>
        <p:nvSpPr>
          <p:cNvPr id="8" name="OPF list slides.5.items line 5"/>
          <p:cNvSpPr/>
          <p:nvPr/>
        </p:nvSpPr>
        <p:spPr>
          <a:xfrm>
            <a:off x="883920" y="3476657"/>
            <a:ext cx="10759440" cy="30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68" dirty="0">
                <a:solidFill>
                  <a:schemeClr val="bg2"/>
                </a:solidFill>
                <a:latin typeface="Arial" pitchFamily="34" charset="0"/>
              </a:rPr>
              <a:t>The description wraps separately from the item title and remains editable.</a:t>
            </a:r>
            <a:endParaRPr lang="en-US" sz="1968" dirty="0"/>
          </a:p>
        </p:txBody>
      </p:sp>
      <p:sp>
        <p:nvSpPr>
          <p:cNvPr id="9" name="OPF furniture 5 part 0 line 0"/>
          <p:cNvSpPr>
            <a:spLocks noGrp="1"/>
          </p:cNvSpPr>
          <p:nvPr>
            <p:ph type="ftr" sz="quarter" idx="11"/>
            <p:custDataLst>
              <p:tags r:id="rIdOpfFurniture25"/>
            </p:custDataLst>
          </p:nvPr>
        </p:nvSpPr>
        <p:spPr>
          <a:xfrm>
            <a:off x="859988" y="6380604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</a:rPr>
              <a:t>Keynote qualification</a:t>
            </a:r>
            <a:endParaRPr lang="en-US" sz="1200" dirty="0"/>
          </a:p>
        </p:txBody>
      </p:sp>
      <p:sp>
        <p:nvSpPr>
          <p:cNvPr id="10" name="OPF furniture 5 part 1 line 0"/>
          <p:cNvSpPr>
            <a:spLocks noGrp="1"/>
          </p:cNvSpPr>
          <p:nvPr>
            <p:ph type="sldNum" sz="quarter" idx="12"/>
            <p:custDataLst>
              <p:tags r:id="rIdOpfFurniture26"/>
            </p:custDataLst>
          </p:nvPr>
        </p:nvSpPr>
        <p:spPr>
          <a:xfrm>
            <a:off x="8156287" y="6380604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fld id="{0F0F2700-0000-4000-8000-000000000006}" type="slidenum">
              <a:rPr lang="en-US" sz="1200" dirty="0">
                <a:solidFill>
                  <a:schemeClr val="bg2"/>
                </a:solidFill>
                <a:latin typeface="Arial" pitchFamily="34" charset="0"/>
              </a:rPr>
              <a:t>6</a:t>
            </a:fld>
            <a:endParaRPr lang="en-US" sz="1200" dirty="0"/>
          </a:p>
        </p:txBody>
      </p:sp>
    </p:spTree>
    <p:custDataLst>
      <p:tags r:id="rIdOpfFurnitureSlide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7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6.title line 0"/>
          <p:cNvSpPr>
            <a:spLocks noGrp="1"/>
          </p:cNvSpPr>
          <p:nvPr>
            <p:ph type="title"/>
            <p:custDataLst>
              <p:tags r:id="rIdOpfHeading15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rial" pitchFamily="34" charset="0"/>
              </a:rPr>
              <a:t>K07 Layout and reapply</a:t>
            </a:r>
            <a:endParaRPr lang="en-US" sz="4050" dirty="0"/>
          </a:p>
        </p:txBody>
      </p:sp>
      <p:sp>
        <p:nvSpPr>
          <p:cNvPr id="3" name="OPF text slides.6.blocks.0.text line 0"/>
          <p:cNvSpPr/>
          <p:nvPr>
            <p:custDataLst>
              <p:tags r:id="rIdOpfText16"/>
            </p:custDataLst>
          </p:nvPr>
        </p:nvSpPr>
        <p:spPr>
          <a:xfrm>
            <a:off x="548640" y="1407853"/>
            <a:ext cx="543306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Arial" pitchFamily="34" charset="0"/>
              </a:rPr>
              <a:t>Left-column story remains visible.</a:t>
            </a:r>
            <a:endParaRPr lang="en-US" sz="1875" dirty="0"/>
          </a:p>
        </p:txBody>
      </p:sp>
      <p:sp>
        <p:nvSpPr>
          <p:cNvPr id="4" name="OPF metric 1 value line 1"/>
          <p:cNvSpPr/>
          <p:nvPr>
            <p:custDataLst>
              <p:tags r:id="rIdOpfMetric1"/>
            </p:custDataLst>
          </p:nvPr>
        </p:nvSpPr>
        <p:spPr>
          <a:xfrm>
            <a:off x="6210300" y="1407853"/>
            <a:ext cx="543306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Arial" pitchFamily="34" charset="0"/>
              </a:rPr>
              <a:t>24</a:t>
            </a:r>
            <a:endParaRPr lang="en-US" sz="5700" dirty="0"/>
          </a:p>
        </p:txBody>
      </p:sp>
      <p:sp>
        <p:nvSpPr>
          <p:cNvPr id="5" name="OPF metric 1 label line 1"/>
          <p:cNvSpPr/>
          <p:nvPr>
            <p:custDataLst>
              <p:tags r:id="rIdOpfMetric2"/>
            </p:custDataLst>
          </p:nvPr>
        </p:nvSpPr>
        <p:spPr>
          <a:xfrm>
            <a:off x="6216509" y="2405311"/>
            <a:ext cx="543306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25" dirty="0">
                <a:solidFill>
                  <a:schemeClr val="bg1"/>
                </a:solidFill>
                <a:latin typeface="Arial" pitchFamily="34" charset="0"/>
              </a:rPr>
              <a:t>teams in the pilot</a:t>
            </a:r>
            <a:endParaRPr lang="en-US" sz="1725" dirty="0"/>
          </a:p>
        </p:txBody>
      </p:sp>
      <p:sp>
        <p:nvSpPr>
          <p:cNvPr id="6" name="OPF furniture 6 part 0 line 0"/>
          <p:cNvSpPr>
            <a:spLocks noGrp="1"/>
          </p:cNvSpPr>
          <p:nvPr>
            <p:ph type="ftr" sz="quarter" idx="11"/>
            <p:custDataLst>
              <p:tags r:id="rIdOpfFurniture27"/>
            </p:custDataLst>
          </p:nvPr>
        </p:nvSpPr>
        <p:spPr>
          <a:xfrm>
            <a:off x="859988" y="6380604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</a:rPr>
              <a:t>Keynote qualification</a:t>
            </a:r>
            <a:endParaRPr lang="en-US" sz="1200" dirty="0"/>
          </a:p>
        </p:txBody>
      </p:sp>
      <p:sp>
        <p:nvSpPr>
          <p:cNvPr id="7" name="OPF furniture 6 part 1 line 0"/>
          <p:cNvSpPr>
            <a:spLocks noGrp="1"/>
          </p:cNvSpPr>
          <p:nvPr>
            <p:ph type="sldNum" sz="quarter" idx="12"/>
            <p:custDataLst>
              <p:tags r:id="rIdOpfFurniture28"/>
            </p:custDataLst>
          </p:nvPr>
        </p:nvSpPr>
        <p:spPr>
          <a:xfrm>
            <a:off x="8157255" y="6380604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fld id="{0F0F2700-0000-4000-8000-000000000007}" type="slidenum">
              <a:rPr lang="en-US" sz="1200" dirty="0">
                <a:solidFill>
                  <a:schemeClr val="bg2"/>
                </a:solidFill>
                <a:latin typeface="Arial" pitchFamily="34" charset="0"/>
              </a:rPr>
              <a:t>7</a:t>
            </a:fld>
            <a:endParaRPr lang="en-US" sz="1200" dirty="0"/>
          </a:p>
        </p:txBody>
      </p:sp>
    </p:spTree>
    <p:custDataLst>
      <p:tags r:id="rIdOpfFurnitureSlide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8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7.title line 0"/>
          <p:cNvSpPr>
            <a:spLocks noGrp="1"/>
          </p:cNvSpPr>
          <p:nvPr>
            <p:ph type="title"/>
            <p:custDataLst>
              <p:tags r:id="rIdOpfHeading16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rial" pitchFamily="34" charset="0"/>
              </a:rPr>
              <a:t>K08 Replace this picture</a:t>
            </a:r>
            <a:endParaRPr lang="en-US" sz="4050" dirty="0"/>
          </a:p>
        </p:txBody>
      </p:sp>
      <p:pic>
        <p:nvPicPr>
          <p:cNvPr id="3" name="OPF image 1" descr="Four colored quadrants and a circle"/>
          <p:cNvPicPr>
            <a:picLocks noGrp="1" noChangeAspect="1"/>
          </p:cNvPicPr>
          <p:nvPr>
            <p:ph type="pic" idx="500"/>
          </p:nvPr>
        </p:nvPicPr>
        <p:blipFill>
          <a:blip r:embed="rId1"/>
          <a:stretch>
            <a:fillRect/>
          </a:stretch>
        </p:blipFill>
        <p:spPr>
          <a:xfrm>
            <a:off x="645853" y="1407852"/>
            <a:ext cx="10900294" cy="5450148"/>
          </a:xfrm>
          <a:prstGeom prst="rect">
            <a:avLst/>
          </a:prstGeom>
        </p:spPr>
      </p:pic>
      <p:sp>
        <p:nvSpPr>
          <p:cNvPr id="4" name="OPF furniture 7 part 0 line 0"/>
          <p:cNvSpPr>
            <a:spLocks noGrp="1"/>
          </p:cNvSpPr>
          <p:nvPr>
            <p:ph type="ftr" sz="quarter" idx="11"/>
            <p:custDataLst>
              <p:tags r:id="rIdOpfFurniture29"/>
            </p:custDataLst>
          </p:nvPr>
        </p:nvSpPr>
        <p:spPr>
          <a:xfrm>
            <a:off x="859988" y="6380604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</a:rPr>
              <a:t>Keynote qualification</a:t>
            </a:r>
            <a:endParaRPr lang="en-US" sz="1200" dirty="0"/>
          </a:p>
        </p:txBody>
      </p:sp>
      <p:sp>
        <p:nvSpPr>
          <p:cNvPr id="5" name="OPF furniture 7 part 1 line 0"/>
          <p:cNvSpPr>
            <a:spLocks noGrp="1"/>
          </p:cNvSpPr>
          <p:nvPr>
            <p:ph type="sldNum" sz="quarter" idx="12"/>
            <p:custDataLst>
              <p:tags r:id="rIdOpfFurniture30"/>
            </p:custDataLst>
          </p:nvPr>
        </p:nvSpPr>
        <p:spPr>
          <a:xfrm>
            <a:off x="8156213" y="6380604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fld id="{0F0F2700-0000-4000-8000-000000000008}" type="slidenum">
              <a:rPr lang="en-US" sz="1200" dirty="0">
                <a:solidFill>
                  <a:schemeClr val="bg2"/>
                </a:solidFill>
                <a:latin typeface="Arial" pitchFamily="34" charset="0"/>
              </a:rPr>
              <a:t>8</a:t>
            </a:fld>
            <a:endParaRPr lang="en-US" sz="1200" dirty="0"/>
          </a:p>
        </p:txBody>
      </p:sp>
    </p:spTree>
    <p:custDataLst>
      <p:tags r:id="rIdOpfFurnitureSlide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9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8.title line 0"/>
          <p:cNvSpPr>
            <a:spLocks noGrp="1"/>
          </p:cNvSpPr>
          <p:nvPr>
            <p:ph type="title"/>
            <p:custDataLst>
              <p:tags r:id="rIdOpfHeading17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rial" pitchFamily="34" charset="0"/>
              </a:rPr>
              <a:t>K09 Crop this picture</a:t>
            </a:r>
            <a:endParaRPr lang="en-US" sz="4050" dirty="0"/>
          </a:p>
        </p:txBody>
      </p:sp>
      <p:pic>
        <p:nvPicPr>
          <p:cNvPr id="3" name="OPF image 2" descr="Crop witness"/>
          <p:cNvPicPr>
            <a:picLocks noGrp="1" noChangeAspect="1"/>
          </p:cNvPicPr>
          <p:nvPr>
            <p:ph type="pic" idx="500"/>
            <p:custDataLst>
              <p:tags r:id="rIdOpfImage1"/>
            </p:custDataLst>
          </p:nvPr>
        </p:nvPicPr>
        <p:blipFill>
          <a:blip r:embed="rId1"/>
          <a:srcRect l="0" t="0" r="44087" b="0"/>
          <a:stretch>
            <a:fillRect/>
          </a:stretch>
        </p:blipFill>
        <p:spPr>
          <a:xfrm>
            <a:off x="548640" y="1407853"/>
            <a:ext cx="5433060" cy="4858451"/>
          </a:xfrm>
          <a:prstGeom prst="rect">
            <a:avLst/>
          </a:prstGeom>
        </p:spPr>
      </p:pic>
      <p:sp>
        <p:nvSpPr>
          <p:cNvPr id="4" name="OPF text slides.8.blocks.1.text line 0"/>
          <p:cNvSpPr/>
          <p:nvPr>
            <p:custDataLst>
              <p:tags r:id="rIdOpfText17"/>
            </p:custDataLst>
          </p:nvPr>
        </p:nvSpPr>
        <p:spPr>
          <a:xfrm>
            <a:off x="6210300" y="3677535"/>
            <a:ext cx="543306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Arial" pitchFamily="34" charset="0"/>
              </a:rPr>
              <a:t>Keep this caption while adjusting the crop.</a:t>
            </a:r>
            <a:endParaRPr lang="en-US" sz="1875" dirty="0"/>
          </a:p>
        </p:txBody>
      </p:sp>
      <p:sp>
        <p:nvSpPr>
          <p:cNvPr id="5" name="OPF furniture 8 part 0 line 0"/>
          <p:cNvSpPr>
            <a:spLocks noGrp="1"/>
          </p:cNvSpPr>
          <p:nvPr>
            <p:ph type="ftr" sz="quarter" idx="11"/>
            <p:custDataLst>
              <p:tags r:id="rIdOpfFurniture31"/>
            </p:custDataLst>
          </p:nvPr>
        </p:nvSpPr>
        <p:spPr>
          <a:xfrm>
            <a:off x="859988" y="6380604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</a:rPr>
              <a:t>Keynote qualification</a:t>
            </a:r>
            <a:endParaRPr lang="en-US" sz="1200" dirty="0"/>
          </a:p>
        </p:txBody>
      </p:sp>
      <p:sp>
        <p:nvSpPr>
          <p:cNvPr id="6" name="OPF furniture 8 part 1 line 0"/>
          <p:cNvSpPr>
            <a:spLocks noGrp="1"/>
          </p:cNvSpPr>
          <p:nvPr>
            <p:ph type="sldNum" sz="quarter" idx="12"/>
            <p:custDataLst>
              <p:tags r:id="rIdOpfFurniture32"/>
            </p:custDataLst>
          </p:nvPr>
        </p:nvSpPr>
        <p:spPr>
          <a:xfrm>
            <a:off x="8156808" y="6380604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fld id="{0F0F2700-0000-4000-8000-000000000009}" type="slidenum">
              <a:rPr lang="en-US" sz="1200" dirty="0">
                <a:solidFill>
                  <a:schemeClr val="bg2"/>
                </a:solidFill>
                <a:latin typeface="Arial" pitchFamily="34" charset="0"/>
              </a:rPr>
              <a:t>9</a:t>
            </a:fld>
            <a:endParaRPr lang="en-US" sz="1200" dirty="0"/>
          </a:p>
        </p:txBody>
      </p:sp>
    </p:spTree>
    <p:custDataLst>
      <p:tags r:id="rIdOpfFurnitureSlide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0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9.title line 0"/>
          <p:cNvSpPr>
            <a:spLocks noGrp="1"/>
          </p:cNvSpPr>
          <p:nvPr>
            <p:ph type="title"/>
            <p:custDataLst>
              <p:tags r:id="rIdOpfHeading3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rial" pitchFamily="34" charset="0"/>
              </a:rPr>
              <a:t>K10 Column chart data</a:t>
            </a:r>
            <a:endParaRPr lang="en-US" sz="4050" dirty="0"/>
          </a:p>
        </p:txBody>
      </p:sp>
      <p:graphicFrame>
        <p:nvGraphicFramePr>
          <p:cNvPr id="3" name="OPF chart 1"/>
          <p:cNvGraphicFramePr/>
          <p:nvPr/>
        </p:nvGraphicFramePr>
        <p:xfrm>
          <a:off x="548640" y="1404747"/>
          <a:ext cx="11094720" cy="4861557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OPF furniture 9 part 0 line 0"/>
          <p:cNvSpPr>
            <a:spLocks noGrp="1"/>
          </p:cNvSpPr>
          <p:nvPr>
            <p:ph type="ftr" sz="quarter" idx="11"/>
            <p:custDataLst>
              <p:tags r:id="rIdOpfFurniture3"/>
            </p:custDataLst>
          </p:nvPr>
        </p:nvSpPr>
        <p:spPr>
          <a:xfrm>
            <a:off x="859988" y="6380604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</a:rPr>
              <a:t>Keynote qualification</a:t>
            </a:r>
            <a:endParaRPr lang="en-US" sz="1200" dirty="0"/>
          </a:p>
        </p:txBody>
      </p:sp>
      <p:sp>
        <p:nvSpPr>
          <p:cNvPr id="5" name="OPF furniture 9 part 1 line 0"/>
          <p:cNvSpPr>
            <a:spLocks noGrp="1"/>
          </p:cNvSpPr>
          <p:nvPr>
            <p:ph type="sldNum" sz="quarter" idx="12"/>
            <p:custDataLst>
              <p:tags r:id="rIdOpfFurniture4"/>
            </p:custDataLst>
          </p:nvPr>
        </p:nvSpPr>
        <p:spPr>
          <a:xfrm>
            <a:off x="8155543" y="6380604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fld id="{0F0F2700-0000-4000-8000-00000000000A}" type="slidenum">
              <a:rPr lang="en-US" sz="1200" dirty="0">
                <a:solidFill>
                  <a:schemeClr val="bg2"/>
                </a:solidFill>
                <a:latin typeface="Arial" pitchFamily="34" charset="0"/>
              </a:rPr>
              <a:t>10</a:t>
            </a:fld>
            <a:endParaRPr lang="en-US" sz="1200" dirty="0"/>
          </a:p>
        </p:txBody>
      </p:sp>
    </p:spTree>
    <p:custDataLst>
      <p:tags r:id="rIdOpfFurnitureSlide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0.title line 0"/>
          <p:cNvSpPr>
            <a:spLocks noGrp="1"/>
          </p:cNvSpPr>
          <p:nvPr>
            <p:ph type="title"/>
            <p:custDataLst>
              <p:tags r:id="rIdOpfHeading4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rial" pitchFamily="34" charset="0"/>
              </a:rPr>
              <a:t>K11 Line chart style</a:t>
            </a:r>
            <a:endParaRPr lang="en-US" sz="4050" dirty="0"/>
          </a:p>
        </p:txBody>
      </p:sp>
      <p:graphicFrame>
        <p:nvGraphicFramePr>
          <p:cNvPr id="3" name="OPF chart 2"/>
          <p:cNvGraphicFramePr/>
          <p:nvPr/>
        </p:nvGraphicFramePr>
        <p:xfrm>
          <a:off x="548640" y="1407853"/>
          <a:ext cx="11094720" cy="485845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OPF furniture 10 part 0 line 0"/>
          <p:cNvSpPr>
            <a:spLocks noGrp="1"/>
          </p:cNvSpPr>
          <p:nvPr>
            <p:ph type="ftr" sz="quarter" idx="11"/>
            <p:custDataLst>
              <p:tags r:id="rIdOpfFurniture5"/>
            </p:custDataLst>
          </p:nvPr>
        </p:nvSpPr>
        <p:spPr>
          <a:xfrm>
            <a:off x="859988" y="6380604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</a:rPr>
              <a:t>Keynote qualification</a:t>
            </a:r>
            <a:endParaRPr lang="en-US" sz="1200" dirty="0"/>
          </a:p>
        </p:txBody>
      </p:sp>
      <p:sp>
        <p:nvSpPr>
          <p:cNvPr id="5" name="OPF furniture 10 part 1 line 0"/>
          <p:cNvSpPr>
            <a:spLocks noGrp="1"/>
          </p:cNvSpPr>
          <p:nvPr>
            <p:ph type="sldNum" sz="quarter" idx="12"/>
            <p:custDataLst>
              <p:tags r:id="rIdOpfFurniture6"/>
            </p:custDataLst>
          </p:nvPr>
        </p:nvSpPr>
        <p:spPr>
          <a:xfrm>
            <a:off x="8157031" y="6380604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fld id="{0F0F2700-0000-4000-8000-00000000000B}" type="slidenum">
              <a:rPr lang="en-US" sz="1200" dirty="0">
                <a:solidFill>
                  <a:schemeClr val="bg2"/>
                </a:solidFill>
                <a:latin typeface="Arial" pitchFamily="34" charset="0"/>
              </a:rPr>
              <a:t>11</a:t>
            </a:fld>
            <a:endParaRPr lang="en-US" sz="1200" dirty="0"/>
          </a:p>
        </p:txBody>
      </p:sp>
    </p:spTree>
    <p:custDataLst>
      <p:tags r:id="rIdOpfFurnitureSlide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1.title line 0"/>
          <p:cNvSpPr>
            <a:spLocks noGrp="1"/>
          </p:cNvSpPr>
          <p:nvPr>
            <p:ph type="title"/>
            <p:custDataLst>
              <p:tags r:id="rIdOpfHeading5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rial" pitchFamily="34" charset="0"/>
              </a:rPr>
              <a:t>K12 Table cell edit</a:t>
            </a:r>
            <a:endParaRPr lang="en-US" sz="4050" dirty="0"/>
          </a:p>
        </p:txBody>
      </p:sp>
      <p:graphicFrame>
        <p:nvGraphicFramePr>
          <p:cNvPr id="3" name="OPF table 1"/>
          <p:cNvGraphicFramePr>
            <a:graphicFrameLocks noGrp="1"/>
          </p:cNvGraphicFramePr>
          <p:nvPr>
            <p:custDataLst>
              <p:tags r:id="rIdOpfData1"/>
            </p:custDataLst>
            <p:extLst>
              <p:ext uri="{D42A27DB-BD31-4B8C-83A1-F6EECF244321}">
                <p14:modId xmlns:p14="http://schemas.microsoft.com/office/powerpoint/2010/main" val="1579011936"/>
              </p:ext>
            </p:extLst>
          </p:nvPr>
        </p:nvGraphicFramePr>
        <p:xfrm>
          <a:off x="548640" y="1404747"/>
          <a:ext cx="11094720" cy="1543050"/>
        </p:xfrm>
        <a:graphic>
          <a:graphicData uri="http://schemas.openxmlformats.org/drawingml/2006/table">
            <a:tbl>
              <a:tblPr firstRow="1"/>
              <a:tblGrid>
                <a:gridCol w="5547360"/>
                <a:gridCol w="5547360"/>
              </a:tblGrid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</a:rPr>
                        <a:t>Team</a:t>
                      </a:r>
                      <a:endParaRPr lang="en-US" sz="1200" dirty="0">
                        <a:latin typeface="Arial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</a:rPr>
                        <a:t>Count</a:t>
                      </a:r>
                      <a:endParaRPr lang="en-US" sz="1200" dirty="0">
                        <a:latin typeface="Arial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itchFamily="34" charset="0"/>
                        </a:rPr>
                        <a:t>KN_ORIGINAL_CELL</a:t>
                      </a:r>
                      <a:endParaRPr lang="en-US" sz="1200" dirty="0">
                        <a:latin typeface="Arial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itchFamily="34" charset="0"/>
                        </a:rPr>
                        <a:t>12</a:t>
                      </a:r>
                      <a:endParaRPr lang="en-US" sz="1200" dirty="0">
                        <a:latin typeface="Arial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itchFamily="34" charset="0"/>
                        </a:rPr>
                        <a:t>Beta</a:t>
                      </a:r>
                      <a:endParaRPr lang="en-US" sz="1200" dirty="0">
                        <a:latin typeface="Arial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itchFamily="34" charset="0"/>
                        </a:rPr>
                        <a:t>24</a:t>
                      </a:r>
                      <a:endParaRPr lang="en-US" sz="1200" dirty="0">
                        <a:latin typeface="Arial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4" name="OPF furniture 11 part 0 line 0"/>
          <p:cNvSpPr>
            <a:spLocks noGrp="1"/>
          </p:cNvSpPr>
          <p:nvPr>
            <p:ph type="ftr" sz="quarter" idx="11"/>
            <p:custDataLst>
              <p:tags r:id="rIdOpfFurniture7"/>
            </p:custDataLst>
          </p:nvPr>
        </p:nvSpPr>
        <p:spPr>
          <a:xfrm>
            <a:off x="859988" y="6380604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</a:rPr>
              <a:t>Keynote qualification</a:t>
            </a:r>
            <a:endParaRPr lang="en-US" sz="1200" dirty="0"/>
          </a:p>
        </p:txBody>
      </p:sp>
      <p:sp>
        <p:nvSpPr>
          <p:cNvPr id="5" name="OPF furniture 11 part 1 line 0"/>
          <p:cNvSpPr>
            <a:spLocks noGrp="1"/>
          </p:cNvSpPr>
          <p:nvPr>
            <p:ph type="sldNum" sz="quarter" idx="12"/>
            <p:custDataLst>
              <p:tags r:id="rIdOpfFurniture8"/>
            </p:custDataLst>
          </p:nvPr>
        </p:nvSpPr>
        <p:spPr>
          <a:xfrm>
            <a:off x="8157255" y="6380604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fld id="{0F0F2700-0000-4000-8000-00000000000C}" type="slidenum">
              <a:rPr lang="en-US" sz="1200" dirty="0">
                <a:solidFill>
                  <a:schemeClr val="bg2"/>
                </a:solidFill>
                <a:latin typeface="Arial" pitchFamily="34" charset="0"/>
              </a:rPr>
              <a:t>12</a:t>
            </a:fld>
            <a:endParaRPr lang="en-US" sz="1200" dirty="0"/>
          </a:p>
        </p:txBody>
      </p:sp>
    </p:spTree>
    <p:custDataLst>
      <p:tags r:id="rIdOpfFurnitureSlide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2.title line 0"/>
          <p:cNvSpPr>
            <a:spLocks noGrp="1"/>
          </p:cNvSpPr>
          <p:nvPr>
            <p:ph type="title"/>
            <p:custDataLst>
              <p:tags r:id="rIdOpfHeading6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rial" pitchFamily="34" charset="0"/>
              </a:rPr>
              <a:t>K13 Rich table edit</a:t>
            </a:r>
            <a:endParaRPr lang="en-US" sz="4050" dirty="0"/>
          </a:p>
        </p:txBody>
      </p:sp>
      <p:graphicFrame>
        <p:nvGraphicFramePr>
          <p:cNvPr id="3" name="OPF table 2"/>
          <p:cNvGraphicFramePr>
            <a:graphicFrameLocks noGrp="1"/>
          </p:cNvGraphicFramePr>
          <p:nvPr>
            <p:custDataLst>
              <p:tags r:id="rIdOpfData2"/>
            </p:custDataLst>
            <p:extLst>
              <p:ext uri="{D42A27DB-BD31-4B8C-83A1-F6EECF244321}">
                <p14:modId xmlns:p14="http://schemas.microsoft.com/office/powerpoint/2010/main" val="1579011936"/>
              </p:ext>
            </p:extLst>
          </p:nvPr>
        </p:nvGraphicFramePr>
        <p:xfrm>
          <a:off x="548640" y="1404747"/>
          <a:ext cx="11094720" cy="1543050"/>
        </p:xfrm>
        <a:graphic>
          <a:graphicData uri="http://schemas.openxmlformats.org/drawingml/2006/table">
            <a:tbl>
              <a:tblPr firstRow="1"/>
              <a:tblGrid>
                <a:gridCol w="5547360"/>
                <a:gridCol w="5547360"/>
              </a:tblGrid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</a:rPr>
                        <a:t>Label</a:t>
                      </a:r>
                      <a:endParaRPr lang="en-US" sz="1200" dirty="0">
                        <a:latin typeface="Arial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</a:rPr>
                        <a:t>Note</a:t>
                      </a:r>
                      <a:endParaRPr lang="en-US" sz="1200" dirty="0">
                        <a:latin typeface="Arial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itchFamily="34" charset="0"/>
                        </a:rPr>
                        <a:t>Alpha</a:t>
                      </a:r>
                      <a:endParaRPr lang="en-US" sz="1200" dirty="0">
                        <a:latin typeface="Arial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</a:rPr>
                        <a:t>Bold cell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itchFamily="34" charset="0"/>
                        </a:rPr>
                        <a:t> and plain</a:t>
                      </a:r>
                      <a:endParaRPr lang="en-US" sz="1200" dirty="0">
                        <a:latin typeface="Arial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itchFamily="34" charset="0"/>
                        </a:rPr>
                        <a:t>Beta</a:t>
                      </a:r>
                      <a:endParaRPr lang="en-US" sz="1200" dirty="0">
                        <a:latin typeface="Arial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itchFamily="34" charset="0"/>
                        </a:rPr>
                        <a:t>Keep this row</a:t>
                      </a:r>
                      <a:endParaRPr lang="en-US" sz="1200" dirty="0">
                        <a:latin typeface="Arial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4" name="OPF furniture 12 part 0 line 0"/>
          <p:cNvSpPr>
            <a:spLocks noGrp="1"/>
          </p:cNvSpPr>
          <p:nvPr>
            <p:ph type="ftr" sz="quarter" idx="11"/>
            <p:custDataLst>
              <p:tags r:id="rIdOpfFurniture9"/>
            </p:custDataLst>
          </p:nvPr>
        </p:nvSpPr>
        <p:spPr>
          <a:xfrm>
            <a:off x="859988" y="6380604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</a:rPr>
              <a:t>Keynote qualification</a:t>
            </a:r>
            <a:endParaRPr lang="en-US" sz="1200" dirty="0"/>
          </a:p>
        </p:txBody>
      </p:sp>
      <p:sp>
        <p:nvSpPr>
          <p:cNvPr id="5" name="OPF furniture 12 part 1 line 0"/>
          <p:cNvSpPr>
            <a:spLocks noGrp="1"/>
          </p:cNvSpPr>
          <p:nvPr>
            <p:ph type="sldNum" sz="quarter" idx="12"/>
            <p:custDataLst>
              <p:tags r:id="rIdOpfFurniture10"/>
            </p:custDataLst>
          </p:nvPr>
        </p:nvSpPr>
        <p:spPr>
          <a:xfrm>
            <a:off x="8156287" y="6380604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fld id="{0F0F2700-0000-4000-8000-00000000000D}" type="slidenum">
              <a:rPr lang="en-US" sz="1200" dirty="0">
                <a:solidFill>
                  <a:schemeClr val="bg2"/>
                </a:solidFill>
                <a:latin typeface="Arial" pitchFamily="34" charset="0"/>
              </a:rPr>
              <a:t>13</a:t>
            </a:fld>
            <a:endParaRPr lang="en-US" sz="1200" dirty="0"/>
          </a:p>
        </p:txBody>
      </p:sp>
    </p:spTree>
    <p:custDataLst>
      <p:tags r:id="rIdOpfFurnitureSlide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3.title line 0"/>
          <p:cNvSpPr>
            <a:spLocks noGrp="1"/>
          </p:cNvSpPr>
          <p:nvPr>
            <p:ph type="title"/>
            <p:custDataLst>
              <p:tags r:id="rIdOpfHeading7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rial" pitchFamily="34" charset="0"/>
              </a:rPr>
              <a:t>K14 Number reorder A</a:t>
            </a:r>
            <a:endParaRPr lang="en-US" sz="4050" dirty="0"/>
          </a:p>
        </p:txBody>
      </p:sp>
      <p:sp>
        <p:nvSpPr>
          <p:cNvPr id="3" name="OPF text slides.13.text line 0"/>
          <p:cNvSpPr/>
          <p:nvPr>
            <p:custDataLst>
              <p:tags r:id="rIdOpfText1"/>
            </p:custDataLst>
          </p:nvPr>
        </p:nvSpPr>
        <p:spPr>
          <a:xfrm>
            <a:off x="548640" y="1404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Arial" pitchFamily="34" charset="0"/>
              </a:rPr>
              <a:t>Move this slide after K15; observe the native slide number.</a:t>
            </a:r>
            <a:endParaRPr lang="en-US" sz="1875" dirty="0"/>
          </a:p>
        </p:txBody>
      </p:sp>
      <p:sp>
        <p:nvSpPr>
          <p:cNvPr id="4" name="OPF furniture 13 part 0 line 0"/>
          <p:cNvSpPr>
            <a:spLocks noGrp="1"/>
          </p:cNvSpPr>
          <p:nvPr>
            <p:ph type="ftr" sz="quarter" idx="11"/>
            <p:custDataLst>
              <p:tags r:id="rIdOpfFurniture11"/>
            </p:custDataLst>
          </p:nvPr>
        </p:nvSpPr>
        <p:spPr>
          <a:xfrm>
            <a:off x="859988" y="6380604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</a:rPr>
              <a:t>Keynote qualification</a:t>
            </a:r>
            <a:endParaRPr lang="en-US" sz="1200" dirty="0"/>
          </a:p>
        </p:txBody>
      </p:sp>
      <p:sp>
        <p:nvSpPr>
          <p:cNvPr id="5" name="OPF furniture 13 part 1 line 0"/>
          <p:cNvSpPr>
            <a:spLocks noGrp="1"/>
          </p:cNvSpPr>
          <p:nvPr>
            <p:ph type="sldNum" sz="quarter" idx="12"/>
            <p:custDataLst>
              <p:tags r:id="rIdOpfFurniture12"/>
            </p:custDataLst>
          </p:nvPr>
        </p:nvSpPr>
        <p:spPr>
          <a:xfrm>
            <a:off x="8154055" y="6380604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fld id="{0F0F2700-0000-4000-8000-00000000000E}" type="slidenum">
              <a:rPr lang="en-US" sz="1200" dirty="0">
                <a:solidFill>
                  <a:schemeClr val="bg2"/>
                </a:solidFill>
                <a:latin typeface="Arial" pitchFamily="34" charset="0"/>
              </a:rPr>
              <a:t>14</a:t>
            </a:fld>
            <a:endParaRPr lang="en-US" sz="1200" dirty="0"/>
          </a:p>
        </p:txBody>
      </p:sp>
    </p:spTree>
    <p:custDataLst>
      <p:tags r:id="rIdOpfFurnitureSlide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5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4.title line 0"/>
          <p:cNvSpPr>
            <a:spLocks noGrp="1"/>
          </p:cNvSpPr>
          <p:nvPr>
            <p:ph type="title"/>
            <p:custDataLst>
              <p:tags r:id="rIdOpfHeading8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rial" pitchFamily="34" charset="0"/>
              </a:rPr>
              <a:t>K15 Number reorder B</a:t>
            </a:r>
            <a:endParaRPr lang="en-US" sz="4050" dirty="0"/>
          </a:p>
        </p:txBody>
      </p:sp>
      <p:sp>
        <p:nvSpPr>
          <p:cNvPr id="3" name="OPF text slides.14.text line 0"/>
          <p:cNvSpPr/>
          <p:nvPr>
            <p:custDataLst>
              <p:tags r:id="rIdOpfText2"/>
            </p:custDataLst>
          </p:nvPr>
        </p:nvSpPr>
        <p:spPr>
          <a:xfrm>
            <a:off x="552816" y="1404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Arial" pitchFamily="34" charset="0"/>
              </a:rPr>
              <a:t>This slide moves before K14; observe the native slide number.</a:t>
            </a:r>
            <a:endParaRPr lang="en-US" sz="1875" dirty="0"/>
          </a:p>
        </p:txBody>
      </p:sp>
      <p:sp>
        <p:nvSpPr>
          <p:cNvPr id="4" name="OPF furniture 14 part 0 line 0"/>
          <p:cNvSpPr>
            <a:spLocks noGrp="1"/>
          </p:cNvSpPr>
          <p:nvPr>
            <p:ph type="ftr" sz="quarter" idx="11"/>
            <p:custDataLst>
              <p:tags r:id="rIdOpfFurniture13"/>
            </p:custDataLst>
          </p:nvPr>
        </p:nvSpPr>
        <p:spPr>
          <a:xfrm>
            <a:off x="859988" y="6380604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</a:rPr>
              <a:t>Keynote qualification</a:t>
            </a:r>
            <a:endParaRPr lang="en-US" sz="1200" dirty="0"/>
          </a:p>
        </p:txBody>
      </p:sp>
      <p:sp>
        <p:nvSpPr>
          <p:cNvPr id="5" name="OPF furniture 14 part 1 line 0"/>
          <p:cNvSpPr>
            <a:spLocks noGrp="1"/>
          </p:cNvSpPr>
          <p:nvPr>
            <p:ph type="sldNum" sz="quarter" idx="12"/>
            <p:custDataLst>
              <p:tags r:id="rIdOpfFurniture14"/>
            </p:custDataLst>
          </p:nvPr>
        </p:nvSpPr>
        <p:spPr>
          <a:xfrm>
            <a:off x="8155990" y="6380604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fld id="{0F0F2700-0000-4000-8000-00000000000F}" type="slidenum">
              <a:rPr lang="en-US" sz="1200" dirty="0">
                <a:solidFill>
                  <a:schemeClr val="bg2"/>
                </a:solidFill>
                <a:latin typeface="Arial" pitchFamily="34" charset="0"/>
              </a:rPr>
              <a:t>15</a:t>
            </a:fld>
            <a:endParaRPr lang="en-US" sz="1200" dirty="0"/>
          </a:p>
        </p:txBody>
      </p:sp>
    </p:spTree>
    <p:custDataLst>
      <p:tags r:id="rIdOpfFurnitureSlide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6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5.title line 0"/>
          <p:cNvSpPr>
            <a:spLocks noGrp="1"/>
          </p:cNvSpPr>
          <p:nvPr>
            <p:ph type="title"/>
            <p:custDataLst>
              <p:tags r:id="rIdOpfHeading9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rial" pitchFamily="34" charset="0"/>
              </a:rPr>
              <a:t>K16 Notes and final control</a:t>
            </a:r>
            <a:endParaRPr lang="en-US" sz="4050" dirty="0"/>
          </a:p>
        </p:txBody>
      </p:sp>
      <p:sp>
        <p:nvSpPr>
          <p:cNvPr id="3" name="OPF text slides.15.text line 0"/>
          <p:cNvSpPr/>
          <p:nvPr>
            <p:custDataLst>
              <p:tags r:id="rIdOpfText3"/>
            </p:custDataLst>
          </p:nvPr>
        </p:nvSpPr>
        <p:spPr>
          <a:xfrm>
            <a:off x="548640" y="1404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Arial" pitchFamily="34" charset="0"/>
              </a:rPr>
              <a:t>Untouched final control. Notes are edited separately.</a:t>
            </a:r>
            <a:endParaRPr lang="en-US" sz="1875" dirty="0"/>
          </a:p>
        </p:txBody>
      </p:sp>
      <p:sp>
        <p:nvSpPr>
          <p:cNvPr id="4" name="OPF furniture 15 part 0 line 0"/>
          <p:cNvSpPr>
            <a:spLocks noGrp="1"/>
          </p:cNvSpPr>
          <p:nvPr>
            <p:ph type="ftr" sz="quarter" idx="11"/>
            <p:custDataLst>
              <p:tags r:id="rIdOpfFurniture15"/>
            </p:custDataLst>
          </p:nvPr>
        </p:nvSpPr>
        <p:spPr>
          <a:xfrm>
            <a:off x="859988" y="6380604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</a:rPr>
              <a:t>Keynote qualification</a:t>
            </a:r>
            <a:endParaRPr lang="en-US" sz="1200" dirty="0"/>
          </a:p>
        </p:txBody>
      </p:sp>
      <p:sp>
        <p:nvSpPr>
          <p:cNvPr id="5" name="OPF furniture 15 part 1 line 0"/>
          <p:cNvSpPr>
            <a:spLocks noGrp="1"/>
          </p:cNvSpPr>
          <p:nvPr>
            <p:ph type="sldNum" sz="quarter" idx="12"/>
            <p:custDataLst>
              <p:tags r:id="rIdOpfFurniture16"/>
            </p:custDataLst>
          </p:nvPr>
        </p:nvSpPr>
        <p:spPr>
          <a:xfrm>
            <a:off x="8156287" y="6380604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fld id="{0F0F2700-0000-4000-8000-000000000010}" type="slidenum">
              <a:rPr lang="en-US" sz="1200" dirty="0">
                <a:solidFill>
                  <a:schemeClr val="bg2"/>
                </a:solidFill>
                <a:latin typeface="Arial" pitchFamily="34" charset="0"/>
              </a:rPr>
              <a:t>16</a:t>
            </a:fld>
            <a:endParaRPr lang="en-US" sz="1200" dirty="0"/>
          </a:p>
        </p:txBody>
      </p:sp>
    </p:spTree>
    <p:custDataLst>
      <p:tags r:id="rIdOpfFurnitureSlide"/>
    </p:custDataLst>
  </p:cSld>
  <p:clrMapOvr>
    <a:masterClrMapping/>
  </p:clrMapOvr>
</p:sld>
</file>

<file path=ppt/tags/opfData1.xml><?xml version="1.0" encoding="utf-8"?>
<p:tagLst xmlns:p="http://schemas.openxmlformats.org/presentationml/2006/main">
  <p:tag name="OPF_DATA_V1" val="7B2276223A312C226B696E64223A227461626C65222C2268656164657273223A5B5D2C2263656C6C73223A5B5B302C312C31322C6E756C6C2C223132225D2C5B312C312C32342C6E756C6C2C223234225D5D2C22617574686F726564223A7B22636F6C756D6E73223A5B225465616D222C22436F756E74225D2C22726F7773223A5B5B224B4E5F4F524947494E414C5F43454C4C222C31325D2C5B2242657461222C32345D5D7D2C2265766964656E6365223A5B5B2233616135663435303066363165376330222C2263396437626536613833393635363737225D2C5B2231393662643331363165323131633362222C2239376366613231633438383363363233225D2C5B2262663631313766313930656665633335222C2261613364336463353031396332333438225D5D2C22656E7669726F6E6D656E74223A2265326434656663393261653565393363227D"/>
</p:tagLst>
</file>

<file path=ppt/tags/opfData2.xml><?xml version="1.0" encoding="utf-8"?>
<p:tagLst xmlns:p="http://schemas.openxmlformats.org/presentationml/2006/main">
  <p:tag name="OPF_DATA_V1" val="7B2276223A312C226B696E64223A227461626C65222C2268656164657273223A5B5D2C2263656C6C73223A5B5D2C22617574686F726564223A7B22636F6C756D6E73223A5B224C6162656C222C224E6F7465225D2C22726F7773223A5B5B22416C706861222C5B7B2274657874223A22426F6C642063656C6C222C22626F6C64223A747275657D2C2220616E6420706C61696E225D5D2C5B2242657461222C224B656570207468697320726F77225D5D7D2C2265766964656E6365223A5B5B2238353664633839613561363933346635222C2263646564653938666332306363316136225D2C5B2234316361393061656534613362313139222C2262343230333761373036613464383234225D2C5B2262663631313766313930656665633335222C2235636133656338366162343932623239225D5D2C22656E7669726F6E6D656E74223A2265326434656663393261653565393363227D"/>
</p:tagLst>
</file>

<file path=ppt/tags/opfDocument.xml><?xml version="1.0" encoding="utf-8"?>
<p:tagLst xmlns:p="http://schemas.openxmlformats.org/presentationml/2006/main">
  <p:tag name="OPF_DOCUMENT_V1" val="7B2276223A312C22736C69646573223A31362C22616273656E74223A5B2224736368656D61222C2264657369676E2E7468656D65222C2264657369676E2E636F6C6F72536368656D65225D2C2264657369676E223A7B22666F6E74536368656D65223A7B226D616A6F72223A22417269616C222C226D696E6F72223A22417269616C227D2C2264696D656E73696F6E73223A227769646573637265656E227D2C226D65746164617461223A7B226C616E6775616765223A22656E2D555322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417269616C222C226561223A22417269616C222C226373223A22227D2C226D696E6F72223A7B226C6174696E223A22417269616C222C226561223A22417269616C222C226373223A22227D7D2C2273697A65223A7B226378223A223132313932303030222C226379223A2236383538303030227D7D7D"/>
</p:tagLst>
</file>

<file path=ppt/tags/opfFurniture1.xml><?xml version="1.0" encoding="utf-8"?>
<p:tagLst xmlns:p="http://schemas.openxmlformats.org/presentationml/2006/main">
  <p:tag name="OPF_FURNITURE_V1" val="7B2276223A312C22726F6C65223A2274657874222C2267726F7570223A2230222C2270617274223A302C226C696E65223A302C22636F756E74223A312C22626F756E64617279223A22656E64222C22736570617261746F72223A22227D"/>
</p:tagLst>
</file>

<file path=ppt/tags/opfFurniture2.xml><?xml version="1.0" encoding="utf-8"?>
<p:tagLst xmlns:p="http://schemas.openxmlformats.org/presentationml/2006/main">
  <p:tag name="OPF_FURNITURE_V1" val="7B2276223A312C22726F6C65223A2274657874222C2267726F7570223A2230222C2270617274223A312C226C696E65223A302C22636F756E74223A312C22626F756E64617279223A22656E64222C22736570617261746F72223A22227D"/>
</p:tagLst>
</file>

<file path=ppt/tags/opfFurniture3.xml><?xml version="1.0" encoding="utf-8"?>
<p:tagLst xmlns:p="http://schemas.openxmlformats.org/presentationml/2006/main">
  <p:tag name="OPF_FURNITURE_V1" val="7B2276223A312C22726F6C65223A2274657874222C2267726F7570223A2239222C2270617274223A302C226C696E65223A302C22636F756E74223A312C22626F756E64617279223A22656E64222C22736570617261746F72223A22227D"/>
</p:tagLst>
</file>

<file path=ppt/tags/opfFurniture4.xml><?xml version="1.0" encoding="utf-8"?>
<p:tagLst xmlns:p="http://schemas.openxmlformats.org/presentationml/2006/main">
  <p:tag name="OPF_FURNITURE_V1" val="7B2276223A312C22726F6C65223A2274657874222C2267726F7570223A2239222C2270617274223A312C226C696E65223A302C22636F756E74223A312C22626F756E64617279223A22656E64222C22736570617261746F72223A22227D"/>
</p:tagLst>
</file>

<file path=ppt/tags/opfFurniture5.xml><?xml version="1.0" encoding="utf-8"?>
<p:tagLst xmlns:p="http://schemas.openxmlformats.org/presentationml/2006/main">
  <p:tag name="OPF_FURNITURE_V1" val="7B2276223A312C22726F6C65223A2274657874222C2267726F7570223A223130222C2270617274223A302C226C696E65223A302C22636F756E74223A312C22626F756E64617279223A22656E64222C22736570617261746F72223A22227D"/>
</p:tagLst>
</file>

<file path=ppt/tags/opfFurniture6.xml><?xml version="1.0" encoding="utf-8"?>
<p:tagLst xmlns:p="http://schemas.openxmlformats.org/presentationml/2006/main">
  <p:tag name="OPF_FURNITURE_V1" val="7B2276223A312C22726F6C65223A2274657874222C2267726F7570223A223130222C2270617274223A312C226C696E65223A302C22636F756E74223A312C22626F756E64617279223A22656E64222C22736570617261746F72223A22227D"/>
</p:tagLst>
</file>

<file path=ppt/tags/opfFurniture7.xml><?xml version="1.0" encoding="utf-8"?>
<p:tagLst xmlns:p="http://schemas.openxmlformats.org/presentationml/2006/main">
  <p:tag name="OPF_FURNITURE_V1" val="7B2276223A312C22726F6C65223A2274657874222C2267726F7570223A223131222C2270617274223A302C226C696E65223A302C22636F756E74223A312C22626F756E64617279223A22656E64222C22736570617261746F72223A22227D"/>
</p:tagLst>
</file>

<file path=ppt/tags/opfFurniture8.xml><?xml version="1.0" encoding="utf-8"?>
<p:tagLst xmlns:p="http://schemas.openxmlformats.org/presentationml/2006/main">
  <p:tag name="OPF_FURNITURE_V1" val="7B2276223A312C22726F6C65223A2274657874222C2267726F7570223A223131222C2270617274223A312C226C696E65223A302C22636F756E74223A312C22626F756E64617279223A22656E64222C22736570617261746F72223A22227D"/>
</p:tagLst>
</file>

<file path=ppt/tags/opfFurniture9.xml><?xml version="1.0" encoding="utf-8"?>
<p:tagLst xmlns:p="http://schemas.openxmlformats.org/presentationml/2006/main">
  <p:tag name="OPF_FURNITURE_V1" val="7B2276223A312C22726F6C65223A2274657874222C2267726F7570223A223132222C2270617274223A302C226C696E65223A302C22636F756E74223A312C22626F756E64617279223A22656E64222C22736570617261746F72223A22227D"/>
</p:tagLst>
</file>

<file path=ppt/tags/opfFurniture10.xml><?xml version="1.0" encoding="utf-8"?>
<p:tagLst xmlns:p="http://schemas.openxmlformats.org/presentationml/2006/main">
  <p:tag name="OPF_FURNITURE_V1" val="7B2276223A312C22726F6C65223A2274657874222C2267726F7570223A223132222C2270617274223A312C226C696E65223A302C22636F756E74223A312C22626F756E64617279223A22656E64222C22736570617261746F72223A22227D"/>
</p:tagLst>
</file>

<file path=ppt/tags/opfFurniture11.xml><?xml version="1.0" encoding="utf-8"?>
<p:tagLst xmlns:p="http://schemas.openxmlformats.org/presentationml/2006/main">
  <p:tag name="OPF_FURNITURE_V1" val="7B2276223A312C22726F6C65223A2274657874222C2267726F7570223A223133222C2270617274223A302C226C696E65223A302C22636F756E74223A312C22626F756E64617279223A22656E64222C22736570617261746F72223A22227D"/>
</p:tagLst>
</file>

<file path=ppt/tags/opfFurniture12.xml><?xml version="1.0" encoding="utf-8"?>
<p:tagLst xmlns:p="http://schemas.openxmlformats.org/presentationml/2006/main">
  <p:tag name="OPF_FURNITURE_V1" val="7B2276223A312C22726F6C65223A2274657874222C2267726F7570223A223133222C2270617274223A312C226C696E65223A302C22636F756E74223A312C22626F756E64617279223A22656E64222C22736570617261746F72223A22227D"/>
</p:tagLst>
</file>

<file path=ppt/tags/opfFurniture13.xml><?xml version="1.0" encoding="utf-8"?>
<p:tagLst xmlns:p="http://schemas.openxmlformats.org/presentationml/2006/main">
  <p:tag name="OPF_FURNITURE_V1" val="7B2276223A312C22726F6C65223A2274657874222C2267726F7570223A223134222C2270617274223A302C226C696E65223A302C22636F756E74223A312C22626F756E64617279223A22656E64222C22736570617261746F72223A22227D"/>
</p:tagLst>
</file>

<file path=ppt/tags/opfFurniture14.xml><?xml version="1.0" encoding="utf-8"?>
<p:tagLst xmlns:p="http://schemas.openxmlformats.org/presentationml/2006/main">
  <p:tag name="OPF_FURNITURE_V1" val="7B2276223A312C22726F6C65223A2274657874222C2267726F7570223A223134222C2270617274223A312C226C696E65223A302C22636F756E74223A312C22626F756E64617279223A22656E64222C22736570617261746F72223A22227D"/>
</p:tagLst>
</file>

<file path=ppt/tags/opfFurniture15.xml><?xml version="1.0" encoding="utf-8"?>
<p:tagLst xmlns:p="http://schemas.openxmlformats.org/presentationml/2006/main">
  <p:tag name="OPF_FURNITURE_V1" val="7B2276223A312C22726F6C65223A2274657874222C2267726F7570223A223135222C2270617274223A302C226C696E65223A302C22636F756E74223A312C22626F756E64617279223A22656E64222C22736570617261746F72223A22227D"/>
</p:tagLst>
</file>

<file path=ppt/tags/opfFurniture16.xml><?xml version="1.0" encoding="utf-8"?>
<p:tagLst xmlns:p="http://schemas.openxmlformats.org/presentationml/2006/main">
  <p:tag name="OPF_FURNITURE_V1" val="7B2276223A312C22726F6C65223A2274657874222C2267726F7570223A223135222C2270617274223A312C226C696E65223A302C22636F756E74223A312C22626F756E64617279223A22656E64222C22736570617261746F72223A22227D"/>
</p:tagLst>
</file>

<file path=ppt/tags/opfFurniture17.xml><?xml version="1.0" encoding="utf-8"?>
<p:tagLst xmlns:p="http://schemas.openxmlformats.org/presentationml/2006/main">
  <p:tag name="OPF_FURNITURE_V1" val="7B2276223A312C22726F6C65223A2274657874222C2267726F7570223A2231222C2270617274223A302C226C696E65223A302C22636F756E74223A312C22626F756E64617279223A22656E64222C22736570617261746F72223A22227D"/>
</p:tagLst>
</file>

<file path=ppt/tags/opfFurniture18.xml><?xml version="1.0" encoding="utf-8"?>
<p:tagLst xmlns:p="http://schemas.openxmlformats.org/presentationml/2006/main">
  <p:tag name="OPF_FURNITURE_V1" val="7B2276223A312C22726F6C65223A2274657874222C2267726F7570223A2231222C2270617274223A312C226C696E65223A302C22636F756E74223A312C22626F756E64617279223A22656E64222C22736570617261746F72223A22227D"/>
</p:tagLst>
</file>

<file path=ppt/tags/opfFurniture19.xml><?xml version="1.0" encoding="utf-8"?>
<p:tagLst xmlns:p="http://schemas.openxmlformats.org/presentationml/2006/main">
  <p:tag name="OPF_FURNITURE_V1" val="7B2276223A312C22726F6C65223A2274657874222C2267726F7570223A2232222C2270617274223A302C226C696E65223A302C22636F756E74223A312C22626F756E64617279223A22656E64222C22736570617261746F72223A22227D"/>
</p:tagLst>
</file>

<file path=ppt/tags/opfFurniture20.xml><?xml version="1.0" encoding="utf-8"?>
<p:tagLst xmlns:p="http://schemas.openxmlformats.org/presentationml/2006/main">
  <p:tag name="OPF_FURNITURE_V1" val="7B2276223A312C22726F6C65223A2274657874222C2267726F7570223A2232222C2270617274223A312C226C696E65223A302C22636F756E74223A312C22626F756E64617279223A22656E64222C22736570617261746F72223A22227D"/>
</p:tagLst>
</file>

<file path=ppt/tags/opfFurniture21.xml><?xml version="1.0" encoding="utf-8"?>
<p:tagLst xmlns:p="http://schemas.openxmlformats.org/presentationml/2006/main">
  <p:tag name="OPF_FURNITURE_V1" val="7B2276223A312C22726F6C65223A2274657874222C2267726F7570223A2233222C2270617274223A302C226C696E65223A302C22636F756E74223A312C22626F756E64617279223A22656E64222C22736570617261746F72223A22227D"/>
</p:tagLst>
</file>

<file path=ppt/tags/opfFurniture22.xml><?xml version="1.0" encoding="utf-8"?>
<p:tagLst xmlns:p="http://schemas.openxmlformats.org/presentationml/2006/main">
  <p:tag name="OPF_FURNITURE_V1" val="7B2276223A312C22726F6C65223A2274657874222C2267726F7570223A2233222C2270617274223A312C226C696E65223A302C22636F756E74223A312C22626F756E64617279223A22656E64222C22736570617261746F72223A22227D"/>
</p:tagLst>
</file>

<file path=ppt/tags/opfFurniture23.xml><?xml version="1.0" encoding="utf-8"?>
<p:tagLst xmlns:p="http://schemas.openxmlformats.org/presentationml/2006/main">
  <p:tag name="OPF_FURNITURE_V1" val="7B2276223A312C22726F6C65223A2274657874222C2267726F7570223A2234222C2270617274223A302C226C696E65223A302C22636F756E74223A312C22626F756E64617279223A22656E64222C22736570617261746F72223A22227D"/>
</p:tagLst>
</file>

<file path=ppt/tags/opfFurniture24.xml><?xml version="1.0" encoding="utf-8"?>
<p:tagLst xmlns:p="http://schemas.openxmlformats.org/presentationml/2006/main">
  <p:tag name="OPF_FURNITURE_V1" val="7B2276223A312C22726F6C65223A2274657874222C2267726F7570223A2234222C2270617274223A312C226C696E65223A302C22636F756E74223A312C22626F756E64617279223A22656E64222C22736570617261746F72223A22227D"/>
</p:tagLst>
</file>

<file path=ppt/tags/opfFurniture25.xml><?xml version="1.0" encoding="utf-8"?>
<p:tagLst xmlns:p="http://schemas.openxmlformats.org/presentationml/2006/main">
  <p:tag name="OPF_FURNITURE_V1" val="7B2276223A312C22726F6C65223A2274657874222C2267726F7570223A2235222C2270617274223A302C226C696E65223A302C22636F756E74223A312C22626F756E64617279223A22656E64222C22736570617261746F72223A22227D"/>
</p:tagLst>
</file>

<file path=ppt/tags/opfFurniture26.xml><?xml version="1.0" encoding="utf-8"?>
<p:tagLst xmlns:p="http://schemas.openxmlformats.org/presentationml/2006/main">
  <p:tag name="OPF_FURNITURE_V1" val="7B2276223A312C22726F6C65223A2274657874222C2267726F7570223A2235222C2270617274223A312C226C696E65223A302C22636F756E74223A312C22626F756E64617279223A22656E64222C22736570617261746F72223A22227D"/>
</p:tagLst>
</file>

<file path=ppt/tags/opfFurniture27.xml><?xml version="1.0" encoding="utf-8"?>
<p:tagLst xmlns:p="http://schemas.openxmlformats.org/presentationml/2006/main">
  <p:tag name="OPF_FURNITURE_V1" val="7B2276223A312C22726F6C65223A2274657874222C2267726F7570223A2236222C2270617274223A302C226C696E65223A302C22636F756E74223A312C22626F756E64617279223A22656E64222C22736570617261746F72223A22227D"/>
</p:tagLst>
</file>

<file path=ppt/tags/opfFurniture28.xml><?xml version="1.0" encoding="utf-8"?>
<p:tagLst xmlns:p="http://schemas.openxmlformats.org/presentationml/2006/main">
  <p:tag name="OPF_FURNITURE_V1" val="7B2276223A312C22726F6C65223A2274657874222C2267726F7570223A2236222C2270617274223A312C226C696E65223A302C22636F756E74223A312C22626F756E64617279223A22656E64222C22736570617261746F72223A22227D"/>
</p:tagLst>
</file>

<file path=ppt/tags/opfFurniture29.xml><?xml version="1.0" encoding="utf-8"?>
<p:tagLst xmlns:p="http://schemas.openxmlformats.org/presentationml/2006/main">
  <p:tag name="OPF_FURNITURE_V1" val="7B2276223A312C22726F6C65223A2274657874222C2267726F7570223A2237222C2270617274223A302C226C696E65223A302C22636F756E74223A312C22626F756E64617279223A22656E64222C22736570617261746F72223A22227D"/>
</p:tagLst>
</file>

<file path=ppt/tags/opfFurniture30.xml><?xml version="1.0" encoding="utf-8"?>
<p:tagLst xmlns:p="http://schemas.openxmlformats.org/presentationml/2006/main">
  <p:tag name="OPF_FURNITURE_V1" val="7B2276223A312C22726F6C65223A2274657874222C2267726F7570223A2237222C2270617274223A312C226C696E65223A302C22636F756E74223A312C22626F756E64617279223A22656E64222C22736570617261746F72223A22227D"/>
</p:tagLst>
</file>

<file path=ppt/tags/opfFurniture31.xml><?xml version="1.0" encoding="utf-8"?>
<p:tagLst xmlns:p="http://schemas.openxmlformats.org/presentationml/2006/main">
  <p:tag name="OPF_FURNITURE_V1" val="7B2276223A312C22726F6C65223A2274657874222C2267726F7570223A2238222C2270617274223A302C226C696E65223A302C22636F756E74223A312C22626F756E64617279223A22656E64222C22736570617261746F72223A22227D"/>
</p:tagLst>
</file>

<file path=ppt/tags/opfFurniture32.xml><?xml version="1.0" encoding="utf-8"?>
<p:tagLst xmlns:p="http://schemas.openxmlformats.org/presentationml/2006/main">
  <p:tag name="OPF_FURNITURE_V1" val="7B2276223A312C22726F6C65223A2274657874222C2267726F7570223A2238222C2270617274223A312C226C696E65223A302C22636F756E74223A312C22626F756E64617279223A22656E64222C22736570617261746F72223A22227D"/>
</p:tagLst>
</file>

<file path=ppt/tags/opfFurnitureSlide0.xml><?xml version="1.0" encoding="utf-8"?>
<p:tagLst xmlns:p="http://schemas.openxmlformats.org/presentationml/2006/main">
  <p:tag name="OPF_FURNITURE_V1" val="7B2276223A312C22726F6C65223A22736C696465222C2267726F7570223A2230222C22646566696E6974696F6E73223A7B22666F6F746572223A7B2273636F7065223A22676C6F62616C222C2276616C7565223A7B226C656674223A7B2274657874223A226C69746572616C227D2C227269676874223A7B2274657874223A226C69746572616C227D7D7D7D2C2274656D706C61746573223A7B22666F6F7465722E7269676874223A227B7B736C6964652E6E756D6265727D7D227D2C227061727473223A5B7B226B696E64223A22666F6F746572222C227A6F6E65223A226C656674222C226669656C64223A2274657874222C2274797065223A2274657874222C22636F756E74223A312C227068223A22667472227D2C7B226B696E64223A22666F6F746572222C227A6F6E65223A227269676874222C226669656C64223A2274657874222C2274797065223A2274657874222C22636F756E74223A312C227068223A22736C644E756D227D5D7D"/>
  <p:tag name="OPF_SLIDE_V1" val="7B2276223A312C22736C696465223A302C226C61796F7574223A22636F766572222C226E6174697665223A7B22737472756374757265223A223032653033363061623637336166222C226261636B67726F756E64223A223131336637323562636232336536222C227374796C65223A223063323364653265306133353561227D7D"/>
</p:tagLst>
</file>

<file path=ppt/tags/opfFurnitureSlide1.xml><?xml version="1.0" encoding="utf-8"?>
<p:tagLst xmlns:p="http://schemas.openxmlformats.org/presentationml/2006/main">
  <p:tag name="OPF_FURNITURE_V1" val="7B2276223A312C22726F6C65223A22736C696465222C2267726F7570223A2231222C22646566696E6974696F6E73223A7B22666F6F746572223A7B2273636F7065223A22676C6F62616C222C2276616C7565223A7B226C656674223A7B2274657874223A226C69746572616C227D2C227269676874223A7B2274657874223A226C69746572616C227D7D7D7D2C2274656D706C61746573223A7B22666F6F7465722E7269676874223A227B7B736C6964652E6E756D6265727D7D227D2C227061727473223A5B7B226B696E64223A22666F6F746572222C227A6F6E65223A226C656674222C226669656C64223A2274657874222C2274797065223A2274657874222C22636F756E74223A312C227068223A22667472227D2C7B226B696E64223A22666F6F746572222C227A6F6E65223A227269676874222C226669656C64223A2274657874222C2274797065223A2274657874222C22636F756E74223A312C227068223A22736C644E756D227D5D7D"/>
  <p:tag name="OPF_SLIDE_V1" val="7B2276223A312C22736C696465223A312C226C61796F7574223A2274657874222C22636F6E74656E74223A7B22666F726D223A22726F6F74222C226669656C64223A2274657874222C22626F78223A5B35372E362C3134382C313136342E382C3530392E385D7D2C226E6174697665223A7B22737472756374757265223A223161343361396364373030383738222C226261636B67726F756E64223A223131336637323562636232336536222C227374796C65223A223063323364653265306133353561227D7D"/>
</p:tagLst>
</file>

<file path=ppt/tags/opfFurnitureSlide2.xml><?xml version="1.0" encoding="utf-8"?>
<p:tagLst xmlns:p="http://schemas.openxmlformats.org/presentationml/2006/main">
  <p:tag name="OPF_FURNITURE_V1" val="7B2276223A312C22726F6C65223A22736C696465222C2267726F7570223A2232222C22646566696E6974696F6E73223A7B22666F6F746572223A7B2273636F7065223A22676C6F62616C222C2276616C7565223A7B226C656674223A7B2274657874223A226C69746572616C227D2C227269676874223A7B2274657874223A226C69746572616C227D7D7D7D2C2274656D706C61746573223A7B22666F6F7465722E7269676874223A227B7B736C6964652E6E756D6265727D7D227D2C227061727473223A5B7B226B696E64223A22666F6F746572222C227A6F6E65223A226C656674222C226669656C64223A2274657874222C2274797065223A2274657874222C22636F756E74223A312C227068223A22667472227D2C7B226B696E64223A22666F6F746572222C227A6F6E65223A227269676874222C226669656C64223A2274657874222C2274797065223A2274657874222C22636F756E74223A312C227068223A22736C644E756D227D5D7D"/>
  <p:tag name="OPF_SLIDE_V1" val="7B2276223A312C22736C696465223A322C226C61796F7574223A2274657874222C22636F6E74656E74223A7B22666F726D223A22726F6F74222C226669656C64223A2274657874222C22736F757263655374796C6573223A5B7B226C656E677468223A31307D2C7B226C656E677468223A352C22737472696E67223A747275657D2C7B226C656E677468223A31327D2C7B226C656E677468223A352C22737472696E67223A747275657D2C7B226C656E677468223A31377D2C7B226C656E677468223A32352C22737472696E67223A747275657D5D2C22626F78223A5B35372E362C3134372E352C313136342E382C3531302E345D2C2277726170223A7B226C696E6573223A322C2267617073223A5B225C6E225D7D7D2C226E6174697665223A7B22737472756374757265223A223063633733366537376633626536222C2272756E5374796C6573223A7B22666F6E7453697A65223A223134303361646264376665303766222C22666F6E7446616D696C79223A223135343031633763313565306632222C22636F6C6F72223A223039323332326363393535333462227D2C226261636B67726F756E64223A223131336637323562636232336536222C227374796C65223A223063323364653265306133353561227D7D"/>
</p:tagLst>
</file>

<file path=ppt/tags/opfFurnitureSlide3.xml><?xml version="1.0" encoding="utf-8"?>
<p:tagLst xmlns:p="http://schemas.openxmlformats.org/presentationml/2006/main">
  <p:tag name="OPF_FURNITURE_V1" val="7B2276223A312C22726F6C65223A22736C696465222C2267726F7570223A2233222C22646566696E6974696F6E73223A7B22666F6F746572223A7B2273636F7065223A22676C6F62616C222C2276616C7565223A7B226C656674223A7B2274657874223A226C69746572616C227D2C227269676874223A7B2274657874223A226C69746572616C227D7D7D7D2C2274656D706C61746573223A7B22666F6F7465722E7269676874223A227B7B736C6964652E6E756D6265727D7D227D2C227061727473223A5B7B226B696E64223A22666F6F746572222C227A6F6E65223A226C656674222C226669656C64223A2274657874222C2274797065223A2274657874222C22636F756E74223A312C227068223A22667472227D2C7B226B696E64223A22666F6F746572222C227A6F6E65223A227269676874222C226669656C64223A2274657874222C2274797065223A2274657874222C22636F756E74223A312C227068223A22736C644E756D227D5D7D"/>
  <p:tag name="OPF_SLIDE_V1" val="7B2276223A312C22736C696465223A332C226C61796F7574223A2274657874222C22636F6E74656E74223A7B22666F726D223A22726F6F74222C226669656C64223A226974656D73222C22626F78223A5B35372E362C3134382C313136342E382C3530392E385D7D2C226C69737452756E73223A5B5B22736C696465732E332E6974656D73222C7B2274657874223A7B22626F6C64223A66616C73652C22636F6C6F72223A2223464646464646222C22666F6E7453697A65223A32342C22666F6E7446616D696C79223A22417269616C227D2C226465736372697074696F6E223A7B22626F6C64223A66616C73652C22636F6C6F72223A2223463046304630222C22666F6E7453697A65223A31392E36382C22666F6E7446616D696C79223A22417269616C227D7D5D5D2C226C697374526F6C6573223A5B5B22736C696465732E332E6974656D73222C5B5B302C2274657874222C747275655D2C5B312C2274657874222C747275655D2C5B312C226465736372697074696F6E222C66616C73655D2C5B322C2274657874222C747275655D2C5B332C2274657874222C747275655D5D5D5D2C226E6174697665223A7B22737472756374757265223A223132343335663164666238626565222C226261636B67726F756E64223A223131336637323562636232336536222C227374796C65223A223063323364653265306133353561222C226C6973744964656E74697479223A223135323034366132323234376335227D7D"/>
</p:tagLst>
</file>

<file path=ppt/tags/opfFurnitureSlide4.xml><?xml version="1.0" encoding="utf-8"?>
<p:tagLst xmlns:p="http://schemas.openxmlformats.org/presentationml/2006/main">
  <p:tag name="OPF_FURNITURE_V1" val="7B2276223A312C22726F6C65223A22736C696465222C2267726F7570223A2234222C22646566696E6974696F6E73223A7B22666F6F746572223A7B2273636F7065223A22676C6F62616C222C2276616C7565223A7B226C656674223A7B2274657874223A226C69746572616C227D2C227269676874223A7B2274657874223A226C69746572616C227D7D7D7D2C2274656D706C61746573223A7B22666F6F7465722E7269676874223A227B7B736C6964652E6E756D6265727D7D227D2C227061727473223A5B7B226B696E64223A22666F6F746572222C227A6F6E65223A226C656674222C226669656C64223A2274657874222C2274797065223A2274657874222C22636F756E74223A312C227068223A22667472227D2C7B226B696E64223A22666F6F746572222C227A6F6E65223A227269676874222C226669656C64223A2274657874222C2274797065223A2274657874222C22636F756E74223A312C227068223A22736C644E756D227D5D7D"/>
  <p:tag name="OPF_SLIDE_V1" val="7B2276223A312C22736C696465223A342C226C61796F7574223A2274657874222C22636F6E74656E74223A7B22666F726D223A22726F6F74222C226669656C64223A2274657874222C22626F78223A5B35372E362C3134382C313136342E382C3530392E385D7D2C226E6174697665223A7B22737472756374757265223A223038613236386464633065303664222C226261636B67726F756E64223A223131336637323562636232336536222C227374796C65223A223063323364653265306133353561227D7D"/>
</p:tagLst>
</file>

<file path=ppt/tags/opfFurnitureSlide5.xml><?xml version="1.0" encoding="utf-8"?>
<p:tagLst xmlns:p="http://schemas.openxmlformats.org/presentationml/2006/main">
  <p:tag name="OPF_FURNITURE_V1" val="7B2276223A312C22726F6C65223A22736C696465222C2267726F7570223A2235222C22646566696E6974696F6E73223A7B22666F6F746572223A7B2273636F7065223A22676C6F62616C222C2276616C7565223A7B226C656674223A7B2274657874223A226C69746572616C227D2C227269676874223A7B2274657874223A226C69746572616C227D7D7D7D2C2274656D706C61746573223A7B22666F6F7465722E7269676874223A227B7B736C6964652E6E756D6265727D7D227D2C227061727473223A5B7B226B696E64223A22666F6F746572222C227A6F6E65223A226C656674222C226669656C64223A2274657874222C2274797065223A2274657874222C22636F756E74223A312C227068223A22667472227D2C7B226B696E64223A22666F6F746572222C227A6F6E65223A227269676874222C226669656C64223A2274657874222C2274797065223A2274657874222C22636F756E74223A312C227068223A22736C644E756D227D5D7D"/>
  <p:tag name="OPF_SLIDE_V1" val="7B2276223A312C22736C696465223A352C226C61796F7574223A2274657874222C22636F6E74656E74223A7B22666F726D223A22726F6F74222C226669656C64223A226974656D73222C22626F78223A5B35372E362C3134382C313136342E382C3530392E385D7D2C226C69737452756E73223A5B5B22736C696465732E352E6974656D73222C7B2274657874223A7B22626F6C64223A66616C73652C22636F6C6F72223A2223464646464646222C22666F6E7453697A65223A32342C22666F6E7446616D696C79223A22417269616C227D2C226465736372697074696F6E223A7B22626F6C64223A66616C73652C22636F6C6F72223A2223463046304630222C22666F6E7453697A65223A31392E36382C22666F6E7446616D696C79223A22417269616C227D7D5D5D2C226C697374526F6C6573223A5B5B22736C696465732E352E6974656D73222C5B5B302C2274657874222C747275655D2C5B302C2274657874222C66616C73655D2C5B302C2274657874222C66616C73655D2C5B312C2274657874222C747275655D2C5B322C2274657874222C747275655D2C5B322C226465736372697074696F6E222C66616C73655D5D5D5D2C226E6174697665223A7B22737472756374757265223A223136366334646464356439383566222C226261636B67726F756E64223A223131336637323562636232336536222C227374796C65223A223063323364653265306133353561222C226C6973744964656E74697479223A223035653230366638646636303038227D7D"/>
</p:tagLst>
</file>

<file path=ppt/tags/opfFurnitureSlide6.xml><?xml version="1.0" encoding="utf-8"?>
<p:tagLst xmlns:p="http://schemas.openxmlformats.org/presentationml/2006/main">
  <p:tag name="OPF_FURNITURE_V1" val="7B2276223A312C22726F6C65223A22736C696465222C2267726F7570223A2236222C22646566696E6974696F6E73223A7B22666F6F746572223A7B2273636F7065223A22676C6F62616C222C2276616C7565223A7B226C656674223A7B2274657874223A226C69746572616C227D2C227269676874223A7B2274657874223A226C69746572616C227D7D7D7D2C2274656D706C61746573223A7B22666F6F7465722E7269676874223A227B7B736C6964652E6E756D6265727D7D227D2C227061727473223A5B7B226B696E64223A22666F6F746572222C227A6F6E65223A226C656674222C226669656C64223A2274657874222C2274797065223A2274657874222C22636F756E74223A312C227068223A22667472227D2C7B226B696E64223A22666F6F746572222C227A6F6E65223A227269676874222C226669656C64223A2274657874222C2274797065223A2274657874222C22636F756E74223A312C227068223A22736C644E756D227D5D7D"/>
  <p:tag name="OPF_SLIDE_V1" val="7B2276223A312C22736C696465223A362C226C61796F7574223A2274776F2D636F6C756D6E222C22636F6E74656E74223A7B22666F726D223A22626C6F636B73222C22626C6F636B73223A5B7B2274223A226C656166222C226B223A2274657874222C22696E223A226669727374222C22626F78223A5B35372E362C3134372E382C3537302E342C3531302E315D7D2C7B2274223A226C656166222C226B223A226D6574726963222C22696E223A227365636F6E64222C22626F78223A5B3635322C3134372E382C3537302E342C3531302E315D7D5D7D2C226E6174697665223A7B22737472756374757265223A223064333532323132663566313734222C226261636B67726F756E64223A223131336637323562636232336536222C227374796C65223A223032383131656563393035633131227D7D"/>
</p:tagLst>
</file>

<file path=ppt/tags/opfFurnitureSlide7.xml><?xml version="1.0" encoding="utf-8"?>
<p:tagLst xmlns:p="http://schemas.openxmlformats.org/presentationml/2006/main">
  <p:tag name="OPF_FURNITURE_V1" val="7B2276223A312C22726F6C65223A22736C696465222C2267726F7570223A2237222C22646566696E6974696F6E73223A7B22666F6F746572223A7B2273636F7065223A22676C6F62616C222C2276616C7565223A7B226C656674223A7B2274657874223A226C69746572616C227D2C227269676874223A7B2274657874223A226C69746572616C227D7D7D7D2C2274656D706C61746573223A7B22666F6F7465722E7269676874223A227B7B736C6964652E6E756D6265727D7D227D2C227061727473223A5B7B226B696E64223A22666F6F746572222C227A6F6E65223A226C656674222C226669656C64223A2274657874222C2274797065223A2274657874222C22636F756E74223A312C227068223A22667472227D2C7B226B696E64223A22666F6F746572222C227A6F6E65223A227269676874222C226669656C64223A2274657874222C2274797065223A2274657874222C22636F756E74223A312C227068223A22736C644E756D227D5D7D"/>
  <p:tag name="OPF_SLIDE_V1" val="7B2276223A312C22736C696465223A372C226C61796F7574223A22696D616765222C22636F6E74656E74223A7B22666F726D223A22726F6F74222C226669656C64223A22696D616765222C22626F78223A5B302C3134372E382C313238302C3537322E325D7D2C2264657369676E223A7B22696D616765466974223A22636F6E7461696E227D2C226E6174697665223A7B22737472756374757265223A223163373533633765356664313739222C226261636B67726F756E64223A223131336637323562636232336536222C227374796C65223A223063323364653265306133353561227D7D"/>
</p:tagLst>
</file>

<file path=ppt/tags/opfFurnitureSlide8.xml><?xml version="1.0" encoding="utf-8"?>
<p:tagLst xmlns:p="http://schemas.openxmlformats.org/presentationml/2006/main">
  <p:tag name="OPF_FURNITURE_V1" val="7B2276223A312C22726F6C65223A22736C696465222C2267726F7570223A2238222C22646566696E6974696F6E73223A7B22666F6F746572223A7B2273636F7065223A22676C6F62616C222C2276616C7565223A7B226C656674223A7B2274657874223A226C69746572616C227D2C227269676874223A7B2274657874223A226C69746572616C227D7D7D7D2C2274656D706C61746573223A7B22666F6F7465722E7269676874223A227B7B736C6964652E6E756D6265727D7D227D2C227061727473223A5B7B226B696E64223A22666F6F746572222C227A6F6E65223A226C656674222C226669656C64223A2274657874222C2274797065223A2274657874222C22636F756E74223A312C227068223A22667472227D2C7B226B696E64223A22666F6F746572222C227A6F6E65223A227269676874222C226669656C64223A2274657874222C2274797065223A2274657874222C22636F756E74223A312C227068223A22736C644E756D227D5D7D"/>
  <p:tag name="OPF_SLIDE_V1" val="7B2276223A312C22736C696465223A382C226C61796F7574223A22696D6167652D626573696465222C22636F6E74656E74223A7B22666F726D223A22626C6F636B73222C22626C6F636B73223A5B7B2274223A226C656166222C226B223A22696D616765222C22696E223A226D65646961222C22626F78223A5B35372E362C3134372E382C3537302E342C3531302E315D7D2C7B2274223A226C656166222C226B223A2274657874222C22696E223A22626F6479222C22626F78223A5B3635322C3338362E312C3537302E342C33332E355D7D5D7D2C226E6174697665223A7B22737472756374757265223A223035343561356530353532363363222C226261636B67726F756E64223A223131336637323562636232336536222C227374796C65223A223063323364653265306133353561227D7D"/>
</p:tagLst>
</file>

<file path=ppt/tags/opfFurnitureSlide9.xml><?xml version="1.0" encoding="utf-8"?>
<p:tagLst xmlns:p="http://schemas.openxmlformats.org/presentationml/2006/main">
  <p:tag name="OPF_FURNITURE_V1" val="7B2276223A312C22726F6C65223A22736C696465222C2267726F7570223A2239222C22646566696E6974696F6E73223A7B22666F6F746572223A7B2273636F7065223A22676C6F62616C222C2276616C7565223A7B226C656674223A7B2274657874223A226C69746572616C227D2C227269676874223A7B2274657874223A226C69746572616C227D7D7D7D2C2274656D706C61746573223A7B22666F6F7465722E7269676874223A227B7B736C6964652E6E756D6265727D7D227D2C227061727473223A5B7B226B696E64223A22666F6F746572222C227A6F6E65223A226C656674222C226669656C64223A2274657874222C2274797065223A2274657874222C22636F756E74223A312C227068223A22667472227D2C7B226B696E64223A22666F6F746572222C227A6F6E65223A227269676874222C226669656C64223A2274657874222C2274797065223A2274657874222C22636F756E74223A312C227068223A22736C644E756D227D5D7D"/>
  <p:tag name="OPF_SLIDE_V1" val="7B2276223A312C22736C696465223A392C226C61796F7574223A226368617274222C22636F6E74656E74223A7B22666F726D223A22726F6F74222C226669656C64223A226368617274222C22626F78223A5B35372E362C3134372E352C313136342E382C3531302E345D7D2C226E6174697665223A7B22737472756374757265223A223039323335396136633962306630222C226261636B67726F756E64223A223131336637323562636232336536222C227374796C65223A223063323364653265306133353561227D7D"/>
</p:tagLst>
</file>

<file path=ppt/tags/opfFurnitureSlide10.xml><?xml version="1.0" encoding="utf-8"?>
<p:tagLst xmlns:p="http://schemas.openxmlformats.org/presentationml/2006/main">
  <p:tag name="OPF_FURNITURE_V1" val="7B2276223A312C22726F6C65223A22736C696465222C2267726F7570223A223130222C22646566696E6974696F6E73223A7B22666F6F746572223A7B2273636F7065223A22676C6F62616C222C2276616C7565223A7B226C656674223A7B2274657874223A226C69746572616C227D2C227269676874223A7B2274657874223A226C69746572616C227D7D7D7D2C2274656D706C61746573223A7B22666F6F7465722E7269676874223A227B7B736C6964652E6E756D6265727D7D227D2C227061727473223A5B7B226B696E64223A22666F6F746572222C227A6F6E65223A226C656674222C226669656C64223A2274657874222C2274797065223A2274657874222C22636F756E74223A312C227068223A22667472227D2C7B226B696E64223A22666F6F746572222C227A6F6E65223A227269676874222C226669656C64223A2274657874222C2274797065223A2274657874222C22636F756E74223A312C227068223A22736C644E756D227D5D7D"/>
  <p:tag name="OPF_SLIDE_V1" val="7B2276223A312C22736C696465223A31302C226C61796F7574223A226368617274222C22636F6E74656E74223A7B22666F726D223A22726F6F74222C226669656C64223A226368617274222C22626F78223A5B35372E362C3134372E382C313136342E382C3531302E315D7D2C226E6174697665223A7B22737472756374757265223A223038666432373236306637626165222C226261636B67726F756E64223A223131336637323562636232336536222C227374796C65223A223063323364653265306133353561227D7D"/>
</p:tagLst>
</file>

<file path=ppt/tags/opfFurnitureSlide11.xml><?xml version="1.0" encoding="utf-8"?>
<p:tagLst xmlns:p="http://schemas.openxmlformats.org/presentationml/2006/main">
  <p:tag name="OPF_FURNITURE_V1" val="7B2276223A312C22726F6C65223A22736C696465222C2267726F7570223A223131222C22646566696E6974696F6E73223A7B22666F6F746572223A7B2273636F7065223A22676C6F62616C222C2276616C7565223A7B226C656674223A7B2274657874223A226C69746572616C227D2C227269676874223A7B2274657874223A226C69746572616C227D7D7D7D2C2274656D706C61746573223A7B22666F6F7465722E7269676874223A227B7B736C6964652E6E756D6265727D7D227D2C227061727473223A5B7B226B696E64223A22666F6F746572222C227A6F6E65223A226C656674222C226669656C64223A2274657874222C2274797065223A2274657874222C22636F756E74223A312C227068223A22667472227D2C7B226B696E64223A22666F6F746572222C227A6F6E65223A227269676874222C226669656C64223A2274657874222C2274797065223A2274657874222C22636F756E74223A312C227068223A22736C644E756D227D5D7D"/>
  <p:tag name="OPF_SLIDE_V1" val="7B2276223A312C22736C696465223A31312C226C61796F7574223A227461626C65222C22636F6E74656E74223A7B22666F726D223A22726F6F74222C226669656C64223A227461626C65222C22626F78223A5B35372E362C3134372E352C313136342E382C3531302E345D7D2C226E6174697665223A7B22737472756374757265223A223134386538343366366165343436222C226261636B67726F756E64223A223131336637323562636232336536222C227374796C65223A223135363433353461313234333139227D7D"/>
</p:tagLst>
</file>

<file path=ppt/tags/opfFurnitureSlide12.xml><?xml version="1.0" encoding="utf-8"?>
<p:tagLst xmlns:p="http://schemas.openxmlformats.org/presentationml/2006/main">
  <p:tag name="OPF_FURNITURE_V1" val="7B2276223A312C22726F6C65223A22736C696465222C2267726F7570223A223132222C22646566696E6974696F6E73223A7B22666F6F746572223A7B2273636F7065223A22676C6F62616C222C2276616C7565223A7B226C656674223A7B2274657874223A226C69746572616C227D2C227269676874223A7B2274657874223A226C69746572616C227D7D7D7D2C2274656D706C61746573223A7B22666F6F7465722E7269676874223A227B7B736C6964652E6E756D6265727D7D227D2C227061727473223A5B7B226B696E64223A22666F6F746572222C227A6F6E65223A226C656674222C226669656C64223A2274657874222C2274797065223A2274657874222C22636F756E74223A312C227068223A22667472227D2C7B226B696E64223A22666F6F746572222C227A6F6E65223A227269676874222C226669656C64223A2274657874222C2274797065223A2274657874222C22636F756E74223A312C227068223A22736C644E756D227D5D7D"/>
  <p:tag name="OPF_SLIDE_V1" val="7B2276223A312C22736C696465223A31322C226C61796F7574223A227461626C65222C22636F6E74656E74223A7B22666F726D223A22726F6F74222C226669656C64223A227461626C65222C22626F78223A5B35372E362C3134372E352C313136342E382C3531302E345D7D2C226E6174697665223A7B22737472756374757265223A223031363165396135333136653331222C226261636B67726F756E64223A223131336637323562636232336536222C227374796C65223A223135363433353461313234333139227D7D"/>
</p:tagLst>
</file>

<file path=ppt/tags/opfFurnitureSlide13.xml><?xml version="1.0" encoding="utf-8"?>
<p:tagLst xmlns:p="http://schemas.openxmlformats.org/presentationml/2006/main">
  <p:tag name="OPF_FURNITURE_V1" val="7B2276223A312C22726F6C65223A22736C696465222C2267726F7570223A223133222C22646566696E6974696F6E73223A7B22666F6F746572223A7B2273636F7065223A22676C6F62616C222C2276616C7565223A7B226C656674223A7B2274657874223A226C69746572616C227D2C227269676874223A7B2274657874223A226C69746572616C227D7D7D7D2C2274656D706C61746573223A7B22666F6F7465722E7269676874223A227B7B736C6964652E6E756D6265727D7D227D2C227061727473223A5B7B226B696E64223A22666F6F746572222C227A6F6E65223A226C656674222C226669656C64223A2274657874222C2274797065223A2274657874222C22636F756E74223A312C227068223A22667472227D2C7B226B696E64223A22666F6F746572222C227A6F6E65223A227269676874222C226669656C64223A2274657874222C2274797065223A2274657874222C22636F756E74223A312C227068223A22736C644E756D227D5D7D"/>
  <p:tag name="OPF_SLIDE_V1" val="7B2276223A312C22736C696465223A31332C226C61796F7574223A2274657874222C22636F6E74656E74223A7B22666F726D223A22726F6F74222C226669656C64223A2274657874222C22626F78223A5B35372E362C3134372E352C313136342E382C3531302E345D7D2C226E6174697665223A7B22737472756374757265223A223064336535626536306466626635222C226261636B67726F756E64223A223131336637323562636232336536222C227374796C65223A223063323364653265306133353561227D7D"/>
</p:tagLst>
</file>

<file path=ppt/tags/opfFurnitureSlide14.xml><?xml version="1.0" encoding="utf-8"?>
<p:tagLst xmlns:p="http://schemas.openxmlformats.org/presentationml/2006/main">
  <p:tag name="OPF_FURNITURE_V1" val="7B2276223A312C22726F6C65223A22736C696465222C2267726F7570223A223134222C22646566696E6974696F6E73223A7B22666F6F746572223A7B2273636F7065223A22676C6F62616C222C2276616C7565223A7B226C656674223A7B2274657874223A226C69746572616C227D2C227269676874223A7B2274657874223A226C69746572616C227D7D7D7D2C2274656D706C61746573223A7B22666F6F7465722E7269676874223A227B7B736C6964652E6E756D6265727D7D227D2C227061727473223A5B7B226B696E64223A22666F6F746572222C227A6F6E65223A226C656674222C226669656C64223A2274657874222C2274797065223A2274657874222C22636F756E74223A312C227068223A22667472227D2C7B226B696E64223A22666F6F746572222C227A6F6E65223A227269676874222C226669656C64223A2274657874222C2274797065223A2274657874222C22636F756E74223A312C227068223A22736C644E756D227D5D7D"/>
  <p:tag name="OPF_SLIDE_V1" val="7B2276223A312C22736C696465223A31342C226C61796F7574223A2274657874222C22636F6E74656E74223A7B22666F726D223A22726F6F74222C226669656C64223A2274657874222C22626F78223A5B35372E362C3134372E352C313136342E382C3531302E345D7D2C226E6174697665223A7B22737472756374757265223A223130616330316263643932353466222C226261636B67726F756E64223A223131336637323562636232336536222C227374796C65223A223063323364653265306133353561227D7D"/>
</p:tagLst>
</file>

<file path=ppt/tags/opfFurnitureSlide15.xml><?xml version="1.0" encoding="utf-8"?>
<p:tagLst xmlns:p="http://schemas.openxmlformats.org/presentationml/2006/main">
  <p:tag name="OPF_FURNITURE_V1" val="7B2276223A312C22726F6C65223A22736C696465222C2267726F7570223A223135222C22646566696E6974696F6E73223A7B22666F6F746572223A7B2273636F7065223A22676C6F62616C222C2276616C7565223A7B226C656674223A7B2274657874223A226C69746572616C227D2C227269676874223A7B2274657874223A226C69746572616C227D7D7D7D2C2274656D706C61746573223A7B22666F6F7465722E7269676874223A227B7B736C6964652E6E756D6265727D7D227D2C227061727473223A5B7B226B696E64223A22666F6F746572222C227A6F6E65223A226C656674222C226669656C64223A2274657874222C2274797065223A2274657874222C22636F756E74223A312C227068223A22667472227D2C7B226B696E64223A22666F6F746572222C227A6F6E65223A227269676874222C226669656C64223A2274657874222C2274797065223A2274657874222C22636F756E74223A312C227068223A22736C644E756D227D5D7D"/>
  <p:tag name="OPF_SLIDE_V1" val="7B2276223A312C22736C696465223A31352C226C61796F7574223A2274657874222C22636F6E74656E74223A7B22666F726D223A22726F6F74222C226669656C64223A2274657874222C22626F78223A5B35372E362C3134372E352C313136342E382C3531302E345D7D2C226E6174697665223A7B22737472756374757265223A223036613466356231313763633463222C226261636B67726F756E64223A223131336637323562636232336536222C227374796C65223A22306332336465326530613335356122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Heading2.xml><?xml version="1.0" encoding="utf-8"?>
<p:tagLst xmlns:p="http://schemas.openxmlformats.org/presentationml/2006/main">
  <p:tag name="OPF_HEADING_V1" val="7B2276223A312C2267726F7570223A22736C696465732E302E7375627469746C65222C226669656C64223A227375627469746C65222C226C696E65223A302C22636F756E74223A312C22626F756E64617279223A22656E64222C22736570617261746F72223A22227D"/>
</p:tagLst>
</file>

<file path=ppt/tags/opfHeading3.xml><?xml version="1.0" encoding="utf-8"?>
<p:tagLst xmlns:p="http://schemas.openxmlformats.org/presentationml/2006/main">
  <p:tag name="OPF_HEADING_V1" val="7B2276223A312C2267726F7570223A22736C696465732E392E7469746C65222C226669656C64223A227469746C65222C226C696E65223A302C22636F756E74223A312C22626F756E64617279223A22656E64222C22736570617261746F72223A22227D"/>
</p:tagLst>
</file>

<file path=ppt/tags/opfHeading4.xml><?xml version="1.0" encoding="utf-8"?>
<p:tagLst xmlns:p="http://schemas.openxmlformats.org/presentationml/2006/main">
  <p:tag name="OPF_HEADING_V1" val="7B2276223A312C2267726F7570223A22736C696465732E31302E7469746C65222C226669656C64223A227469746C65222C226C696E65223A302C22636F756E74223A312C22626F756E64617279223A22656E64222C22736570617261746F72223A22227D"/>
</p:tagLst>
</file>

<file path=ppt/tags/opfHeading5.xml><?xml version="1.0" encoding="utf-8"?>
<p:tagLst xmlns:p="http://schemas.openxmlformats.org/presentationml/2006/main">
  <p:tag name="OPF_HEADING_V1" val="7B2276223A312C2267726F7570223A22736C696465732E31312E7469746C65222C226669656C64223A227469746C65222C226C696E65223A302C22636F756E74223A312C22626F756E64617279223A22656E64222C22736570617261746F72223A22227D"/>
</p:tagLst>
</file>

<file path=ppt/tags/opfHeading6.xml><?xml version="1.0" encoding="utf-8"?>
<p:tagLst xmlns:p="http://schemas.openxmlformats.org/presentationml/2006/main">
  <p:tag name="OPF_HEADING_V1" val="7B2276223A312C2267726F7570223A22736C696465732E31322E7469746C65222C226669656C64223A227469746C65222C226C696E65223A302C22636F756E74223A312C22626F756E64617279223A22656E64222C22736570617261746F72223A22227D"/>
</p:tagLst>
</file>

<file path=ppt/tags/opfHeading7.xml><?xml version="1.0" encoding="utf-8"?>
<p:tagLst xmlns:p="http://schemas.openxmlformats.org/presentationml/2006/main">
  <p:tag name="OPF_HEADING_V1" val="7B2276223A312C2267726F7570223A22736C696465732E31332E7469746C65222C226669656C64223A227469746C65222C226C696E65223A302C22636F756E74223A312C22626F756E64617279223A22656E64222C22736570617261746F72223A22227D"/>
</p:tagLst>
</file>

<file path=ppt/tags/opfHeading8.xml><?xml version="1.0" encoding="utf-8"?>
<p:tagLst xmlns:p="http://schemas.openxmlformats.org/presentationml/2006/main">
  <p:tag name="OPF_HEADING_V1" val="7B2276223A312C2267726F7570223A22736C696465732E31342E7469746C65222C226669656C64223A227469746C65222C226C696E65223A302C22636F756E74223A312C22626F756E64617279223A22656E64222C22736570617261746F72223A22227D"/>
</p:tagLst>
</file>

<file path=ppt/tags/opfHeading9.xml><?xml version="1.0" encoding="utf-8"?>
<p:tagLst xmlns:p="http://schemas.openxmlformats.org/presentationml/2006/main">
  <p:tag name="OPF_HEADING_V1" val="7B2276223A312C2267726F7570223A22736C696465732E31352E7469746C65222C226669656C64223A227469746C65222C226C696E65223A302C22636F756E74223A312C22626F756E64617279223A22656E64222C22736570617261746F72223A22227D"/>
</p:tagLst>
</file>

<file path=ppt/tags/opfHeading10.xml><?xml version="1.0" encoding="utf-8"?>
<p:tagLst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opfHeading11.xml><?xml version="1.0" encoding="utf-8"?>
<p:tagLst xmlns:p="http://schemas.openxmlformats.org/presentationml/2006/main">
  <p:tag name="OPF_HEADING_V1" val="7B2276223A312C2267726F7570223A22736C696465732E322E7469746C65222C226669656C64223A227469746C65222C226C696E65223A302C22636F756E74223A312C22626F756E64617279223A22656E64222C22736570617261746F72223A22227D"/>
</p:tagLst>
</file>

<file path=ppt/tags/opfHeading12.xml><?xml version="1.0" encoding="utf-8"?>
<p:tagLst xmlns:p="http://schemas.openxmlformats.org/presentationml/2006/main">
  <p:tag name="OPF_HEADING_V1" val="7B2276223A312C2267726F7570223A22736C696465732E332E7469746C65222C226669656C64223A227469746C65222C226C696E65223A302C22636F756E74223A312C22626F756E64617279223A22656E64222C22736570617261746F72223A22227D"/>
</p:tagLst>
</file>

<file path=ppt/tags/opfHeading13.xml><?xml version="1.0" encoding="utf-8"?>
<p:tagLst xmlns:p="http://schemas.openxmlformats.org/presentationml/2006/main">
  <p:tag name="OPF_HEADING_V1" val="7B2276223A312C2267726F7570223A22736C696465732E342E7469746C65222C226669656C64223A227469746C65222C226C696E65223A302C22636F756E74223A312C22626F756E64617279223A22656E64222C22736570617261746F72223A22227D"/>
</p:tagLst>
</file>

<file path=ppt/tags/opfHeading14.xml><?xml version="1.0" encoding="utf-8"?>
<p:tagLst xmlns:p="http://schemas.openxmlformats.org/presentationml/2006/main">
  <p:tag name="OPF_HEADING_V1" val="7B2276223A312C2267726F7570223A22736C696465732E352E7469746C65222C226669656C64223A227469746C65222C226C696E65223A302C22636F756E74223A312C22626F756E64617279223A22656E64222C22736570617261746F72223A22227D"/>
</p:tagLst>
</file>

<file path=ppt/tags/opfHeading15.xml><?xml version="1.0" encoding="utf-8"?>
<p:tagLst xmlns:p="http://schemas.openxmlformats.org/presentationml/2006/main">
  <p:tag name="OPF_HEADING_V1" val="7B2276223A312C2267726F7570223A22736C696465732E362E7469746C65222C226669656C64223A227469746C65222C226C696E65223A302C22636F756E74223A312C22626F756E64617279223A22656E64222C22736570617261746F72223A22227D"/>
</p:tagLst>
</file>

<file path=ppt/tags/opfHeading16.xml><?xml version="1.0" encoding="utf-8"?>
<p:tagLst xmlns:p="http://schemas.openxmlformats.org/presentationml/2006/main">
  <p:tag name="OPF_HEADING_V1" val="7B2276223A312C2267726F7570223A22736C696465732E372E7469746C65222C226669656C64223A227469746C65222C226C696E65223A302C22636F756E74223A312C22626F756E64617279223A22656E64222C22736570617261746F72223A22227D"/>
</p:tagLst>
</file>

<file path=ppt/tags/opfHeading17.xml><?xml version="1.0" encoding="utf-8"?>
<p:tagLst xmlns:p="http://schemas.openxmlformats.org/presentationml/2006/main">
  <p:tag name="OPF_HEADING_V1" val="7B2276223A312C2267726F7570223A22736C696465732E382E7469746C65222C226669656C64223A227469746C65222C226C696E65223A302C22636F756E74223A312C22626F756E64617279223A22656E64222C22736570617261746F72223A22227D"/>
</p:tagLst>
</file>

<file path=ppt/tags/opfImage1.xml><?xml version="1.0" encoding="utf-8"?>
<p:tagLst xmlns:p="http://schemas.openxmlformats.org/presentationml/2006/main">
  <p:tag name="OPF_IMAGE_V1" val="7B2276223A312C22726F6C65223A22626C6F636B222C22736C696465223A22736C696465732E38222C2270617468223A22736C696465732E382E626C6F636B732E302E696D616765222C2274726561746D656E74223A7B22666974223A22636F766572222C22666F637573223A7B2278223A302E32352C2279223A302E357D7D2C2270726F70657274696573223A7B22613A7866726D223A7B22613A6F6666223A7B2278223A22353438363430222C2279223A2231343037383533227D2C22613A657874223A7B226378223A2235343333303630222C226379223A2234383538343531227D7D2C22613A7072737447656F6D223A7B22613A61764C7374223A22222C2270727374223A2272656374227D2C222374657874223A222020227D2C22626C697046696C6C223A7B22613A73747265746368223A7B22613A66696C6C52656374223A22227D2C222374657874223A222020222C22613A73726352656374223A7B2272223A223434303837227D2C22613A626C6970223A7B7D7D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2663666333039366334393362626537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65616631313961613066653964626137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33376533613636656135383131616363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62353035306331666461303166613734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6663633653165613935613936353137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61313433376133383831313261363631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3373238653736303766346630386636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3666633663631313763326132343764222C22726567696F6E73223A7B22313030223A2271756F746573227D7D"/>
</p:tagLst>
</file>

<file path=ppt/tags/opfLayout9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65623139313765393432316330313865222C22726567696F6E73223A7B22313030223A226669727374222C22313031223A227365636F6E64227D7D"/>
</p:tagLst>
</file>

<file path=ppt/tags/opfLayout10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66303464386531623664626534343834222C22726567696F6E73223A7B22313030223A2270696C6C617273227D7D"/>
</p:tagLst>
</file>

<file path=ppt/tags/opfLayout11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65643765653933613034653335336463222C22726567696F6E73223A7B22313030223A226669727374222C22313031223A227365636F6E64222C22333030223A2276657264696374227D7D"/>
</p:tagLst>
</file>

<file path=ppt/tags/opfLayout12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393366653234623638626663333932222C22726567696F6E73223A7B22313030223A227374657073227D7D"/>
</p:tagLst>
</file>

<file path=ppt/tags/opfLayout13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66383462366436373337613436363331222C22726567696F6E73223A7B22313030223A2274696D656C696E65222C22313031223A226E6F746573227D7D"/>
</p:tagLst>
</file>

<file path=ppt/tags/opfLayout14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8633163653865663935336262393335222C22726567696F6E73223A7B22313030223A227175657374696F6E73227D7D"/>
</p:tagLst>
</file>

<file path=ppt/tags/opfLayout15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63643664373732303737363639663131222C22726567696F6E73223A7B22313030223A226D657472696373222C22333030223A226E6F7465227D7D"/>
</p:tagLst>
</file>

<file path=ppt/tags/opfLayout16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0366331383265343032303865666436222C22726567696F6E73223A7B22313030223A226361726473227D7D"/>
</p:tagLst>
</file>

<file path=ppt/tags/opfLayout17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32613766393834613764613739653534222C22726567696F6E73223A7B22353030223A226D65646961227D7D"/>
</p:tagLst>
</file>

<file path=ppt/tags/opfLayout18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6623834346334613537636461336463222C22726567696F6E73223A7B22313030223A22626F6479222C22353030223A226D65646961227D7D"/>
</p:tagLst>
</file>

<file path=ppt/tags/opfLayout19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61643937326433643966653961353139222C22726567696F6E73223A7B22353030223A227069637475726573227D7D"/>
</p:tagLst>
</file>

<file path=ppt/tags/opfLayout20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2343463303761323736396663346131222C22726567696F6E73223A7B22313030223A22636861727473222C22333030223A226E6F7465227D7D"/>
</p:tagLst>
</file>

<file path=ppt/tags/opfLayout21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9343663666562393866613130623536222C22726567696F6E73223A7B22313030223A226E6F746573222C22373030223A226368617274227D7D"/>
</p:tagLst>
</file>

<file path=ppt/tags/opfLayout22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1343836626161646261323165363132222C22726567696F6E73223A7B22333030223A226E6F7465222C22393030223A227461626C65227D7D"/>
</p:tagLst>
</file>

<file path=ppt/tags/opfLayout23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32633466376664656166306232376431222C22726567696F6E73223A7B22313030223A226E6F746573222C22393030223A227461626C65227D7D"/>
</p:tagLst>
</file>

<file path=ppt/tags/opfLayout24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39376333663165376161393264313662222C22726567696F6E73223A7B22313030223A22636F6465222C22333030223A226E6F746573227D7D"/>
</p:tagLst>
</file>

<file path=ppt/tags/opfLayout25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62353331623663306233353635306364222C22726567696F6E73223A7B22313030223A226C656164222C22313031223A22737570706F7274222C22353030223A226D65646961227D7D"/>
</p:tagLst>
</file>

<file path=ppt/tags/opfLayout26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3323232623837333034666462646434222C22726567696F6E73223A7B22313030223A226B706973222C22313031223A22636861727473227D7D"/>
</p:tagLst>
</file>

<file path=ppt/tags/opfLayout27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5386532366332386139336135353539222C22726567696F6E73223A7B22313030223A2270656F706C65227D7D"/>
</p:tagLst>
</file>

<file path=ppt/tags/opfLayout28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2396562333531356333366639303739222C22726567696F6E73223A7B22313030223A226C6F676F73227D7D"/>
</p:tagLst>
</file>

<file path=ppt/tags/opfMetric1.xml><?xml version="1.0" encoding="utf-8"?>
<p:tagLst xmlns:p="http://schemas.openxmlformats.org/presentationml/2006/main">
  <p:tag name="OPF_METRIC_V1" val="7B2276223A312C2267726F7570223A2231222C22726F6C65223A22616E63686F72222C2270617274223A302C226C696E65223A302C2276616C7565223A7B2276616C7565223A32342C226C6162656C223A227465616D7320696E207468652070696C6F74227D2C227061727473223A5B7B22726F6C65223A2276616C7565222C2276697369626C65223A747275652C226C696E6573223A5B7B227374617274223A302C22656E64223A322C226E6578745374617274223A322C22626F756E64617279223A22656E64227D5D7D2C7B22726F6C65223A226C6162656C222C2276697369626C65223A747275652C226C696E6573223A5B7B227374617274223A302C22656E64223A31382C226E6578745374617274223A31382C22626F756E64617279223A22656E64227D5D7D5D7D"/>
</p:tagLst>
</file>

<file path=ppt/tags/opfMetric2.xml><?xml version="1.0" encoding="utf-8"?>
<p:tagLst xmlns:p="http://schemas.openxmlformats.org/presentationml/2006/main">
  <p:tag name="OPF_METRIC_V1" val="7B2276223A312C2267726F7570223A2231222C22726F6C65223A226C696E65222C2270617274223A312C226C696E65223A307D"/>
</p:tagLst>
</file>

<file path=ppt/tags/opfText1.xml><?xml version="1.0" encoding="utf-8"?>
<p:tagLst xmlns:p="http://schemas.openxmlformats.org/presentationml/2006/main">
  <p:tag name="OPF_TEXT_V1" val="7B2276223A312C2267726F7570223A22736C696465732E31332E74657874222C226C696E65223A302C22636F756E74223A312C22626F756E64617279223A22656E64222C22736570617261746F72223A22227D"/>
</p:tagLst>
</file>

<file path=ppt/tags/opfText2.xml><?xml version="1.0" encoding="utf-8"?>
<p:tagLst xmlns:p="http://schemas.openxmlformats.org/presentationml/2006/main">
  <p:tag name="OPF_TEXT_V1" val="7B2276223A312C2267726F7570223A22736C696465732E31342E74657874222C226C696E65223A302C22636F756E74223A312C22626F756E64617279223A22656E64222C22736570617261746F72223A22227D"/>
</p:tagLst>
</file>

<file path=ppt/tags/opfText3.xml><?xml version="1.0" encoding="utf-8"?>
<p:tagLst xmlns:p="http://schemas.openxmlformats.org/presentationml/2006/main">
  <p:tag name="OPF_TEXT_V1" val="7B2276223A312C2267726F7570223A22736C696465732E31352E74657874222C226C696E65223A302C22636F756E74223A312C22626F756E64617279223A22656E64222C22736570617261746F72223A22227D"/>
</p:tagLst>
</file>

<file path=ppt/tags/opfText4.xml><?xml version="1.0" encoding="utf-8"?>
<p:tagLst xmlns:p="http://schemas.openxmlformats.org/presentationml/2006/main">
  <p:tag name="OPF_TEXT_V1" val="7B2276223A312C2267726F7570223A22736C696465732E312E74657874222C226C696E65223A302C22636F756E74223A322C22626F756E64617279223A2268617264222C22736570617261746F72223A225C6E227D"/>
</p:tagLst>
</file>

<file path=ppt/tags/opfText5.xml><?xml version="1.0" encoding="utf-8"?>
<p:tagLst xmlns:p="http://schemas.openxmlformats.org/presentationml/2006/main">
  <p:tag name="OPF_TEXT_V1" val="7B2276223A312C2267726F7570223A22736C696465732E312E74657874222C226C696E65223A312C22636F756E74223A322C22626F756E64617279223A22656E64222C22736570617261746F72223A22227D"/>
</p:tagLst>
</file>

<file path=ppt/tags/opfText6.xml><?xml version="1.0" encoding="utf-8"?>
<p:tagLst xmlns:p="http://schemas.openxmlformats.org/presentationml/2006/main">
  <p:tag name="OPF_TEXT_V1" val="7B2276223A312C2267726F7570223A22736C696465732E342E74657874222C226C696E65223A302C22636F756E74223A31302C22626F756E64617279223A22736F6674222C22736570617261746F72223A22227D"/>
</p:tagLst>
</file>

<file path=ppt/tags/opfText7.xml><?xml version="1.0" encoding="utf-8"?>
<p:tagLst xmlns:p="http://schemas.openxmlformats.org/presentationml/2006/main">
  <p:tag name="OPF_TEXT_V1" val="7B2276223A312C2267726F7570223A22736C696465732E342E74657874222C226C696E65223A312C22636F756E74223A31302C22626F756E64617279223A22736F6674222C22736570617261746F72223A22227D"/>
</p:tagLst>
</file>

<file path=ppt/tags/opfText8.xml><?xml version="1.0" encoding="utf-8"?>
<p:tagLst xmlns:p="http://schemas.openxmlformats.org/presentationml/2006/main">
  <p:tag name="OPF_TEXT_V1" val="7B2276223A312C2267726F7570223A22736C696465732E342E74657874222C226C696E65223A322C22636F756E74223A31302C22626F756E64617279223A22736F6674222C22736570617261746F72223A22227D"/>
</p:tagLst>
</file>

<file path=ppt/tags/opfText9.xml><?xml version="1.0" encoding="utf-8"?>
<p:tagLst xmlns:p="http://schemas.openxmlformats.org/presentationml/2006/main">
  <p:tag name="OPF_TEXT_V1" val="7B2276223A312C2267726F7570223A22736C696465732E342E74657874222C226C696E65223A332C22636F756E74223A31302C22626F756E64617279223A22736F6674222C22736570617261746F72223A22227D"/>
</p:tagLst>
</file>

<file path=ppt/tags/opfText10.xml><?xml version="1.0" encoding="utf-8"?>
<p:tagLst xmlns:p="http://schemas.openxmlformats.org/presentationml/2006/main">
  <p:tag name="OPF_TEXT_V1" val="7B2276223A312C2267726F7570223A22736C696465732E342E74657874222C226C696E65223A342C22636F756E74223A31302C22626F756E64617279223A22736F6674222C22736570617261746F72223A22227D"/>
</p:tagLst>
</file>

<file path=ppt/tags/opfText11.xml><?xml version="1.0" encoding="utf-8"?>
<p:tagLst xmlns:p="http://schemas.openxmlformats.org/presentationml/2006/main">
  <p:tag name="OPF_TEXT_V1" val="7B2276223A312C2267726F7570223A22736C696465732E342E74657874222C226C696E65223A352C22636F756E74223A31302C22626F756E64617279223A22736F6674222C22736570617261746F72223A22227D"/>
</p:tagLst>
</file>

<file path=ppt/tags/opfText12.xml><?xml version="1.0" encoding="utf-8"?>
<p:tagLst xmlns:p="http://schemas.openxmlformats.org/presentationml/2006/main">
  <p:tag name="OPF_TEXT_V1" val="7B2276223A312C2267726F7570223A22736C696465732E342E74657874222C226C696E65223A362C22636F756E74223A31302C22626F756E64617279223A22736F6674222C22736570617261746F72223A22227D"/>
</p:tagLst>
</file>

<file path=ppt/tags/opfText13.xml><?xml version="1.0" encoding="utf-8"?>
<p:tagLst xmlns:p="http://schemas.openxmlformats.org/presentationml/2006/main">
  <p:tag name="OPF_TEXT_V1" val="7B2276223A312C2267726F7570223A22736C696465732E342E74657874222C226C696E65223A372C22636F756E74223A31302C22626F756E64617279223A22736F6674222C22736570617261746F72223A22227D"/>
</p:tagLst>
</file>

<file path=ppt/tags/opfText14.xml><?xml version="1.0" encoding="utf-8"?>
<p:tagLst xmlns:p="http://schemas.openxmlformats.org/presentationml/2006/main">
  <p:tag name="OPF_TEXT_V1" val="7B2276223A312C2267726F7570223A22736C696465732E342E74657874222C226C696E65223A382C22636F756E74223A31302C22626F756E64617279223A22736F6674222C22736570617261746F72223A22227D"/>
</p:tagLst>
</file>

<file path=ppt/tags/opfText15.xml><?xml version="1.0" encoding="utf-8"?>
<p:tagLst xmlns:p="http://schemas.openxmlformats.org/presentationml/2006/main">
  <p:tag name="OPF_TEXT_V1" val="7B2276223A312C2267726F7570223A22736C696465732E342E74657874222C226C696E65223A392C22636F756E74223A31302C22626F756E64617279223A22656E64222C22736570617261746F72223A22227D"/>
</p:tagLst>
</file>

<file path=ppt/tags/opfText16.xml><?xml version="1.0" encoding="utf-8"?>
<p:tagLst xmlns:p="http://schemas.openxmlformats.org/presentationml/2006/main">
  <p:tag name="OPF_TEXT_V1" val="7B2276223A312C2267726F7570223A22736C696465732E362E626C6F636B732E302E74657874222C226C696E65223A302C22636F756E74223A312C22626F756E64617279223A22656E64222C22736570617261746F72223A22227D"/>
</p:tagLst>
</file>

<file path=ppt/tags/opfText17.xml><?xml version="1.0" encoding="utf-8"?>
<p:tagLst xmlns:p="http://schemas.openxmlformats.org/presentationml/2006/main">
  <p:tag name="OPF_TEXT_V1" val="7B2276223A312C2267726F7570223A22736C696465732E382E626C6F636B732E31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pptx.gallery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Arial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Arial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x.gallery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ptx.gallery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Arial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Arial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x.gallery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85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pptx.gallery</vt:lpstr>
      <vt:lpstr>pptx.gallery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Keynote qualification</dc:title>
  <dc:subject/>
  <dc:creator>OpenPresentation</dc:creator>
  <cp:lastModifiedBy>OpenPresentation</cp:lastModifiedBy>
  <cp:revision>1</cp:revision>
  <dcterms:created xsi:type="dcterms:W3CDTF">2026-10-15T00:00:00Z</dcterms:created>
  <dcterms:modified xsi:type="dcterms:W3CDTF">2026-10-15T00:00:00Z</dcterms:modified>
</cp:coreProperties>
</file>