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Plain table</a:t>
            </a:r>
            <a:endParaRPr lang="en-US" sz="4050" dirty="0"/>
          </a:p>
        </p:txBody>
      </p:sp>
      <p:graphicFrame>
        <p:nvGraphicFramePr>
          <p:cNvPr id="3" name="OPF table 1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579011936"/>
              </p:ext>
            </p:extLst>
          </p:nvPr>
        </p:nvGraphicFramePr>
        <p:xfrm>
          <a:off x="548640" y="1404747"/>
          <a:ext cx="11094720" cy="154305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" pitchFamily="34" charset="0"/>
                        </a:rPr>
                        <a:t>A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" pitchFamily="34" charset="0"/>
                        </a:rPr>
                        <a:t>B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ptos" pitchFamily="34" charset="0"/>
                        </a:rPr>
                        <a:t>1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ptos" pitchFamily="34" charset="0"/>
                        </a:rPr>
                        <a:t>2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ptos" pitchFamily="34" charset="0"/>
                        </a:rPr>
                        <a:t>3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ptos" pitchFamily="34" charset="0"/>
                        </a:rPr>
                        <a:t>4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02C22636F6E74656E74223A7B22666F726D223A22626C6F636B73222C22626C6F636B73223A5B7B2274223A226C656166222C226B223A227461626C65222C22626F78223A5B35372E362C3134372E352C313136342E382C3531342E395D7D5D7D2C226E6174697665223A7B22737472756374757265223A223039626232343962316335356365222C226261636B67726F756E64223A223131336637323562636232336536222C227374796C65223A22303261666364623330306364363022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ATA_V1" val="7B2276223A312C226B696E64223A227461626C65222C2268656164657273223A5B5D2C2263656C6C73223A5B5B302C302C312C6E756C6C2C2231225D2C5B302C312C322C6E756C6C2C2232225D2C5B312C302C332C6E756C6C2C2233225D2C5B312C312C342C6E756C6C2C2234225D5D2C22617574686F726564223A7B22636F6C756D6E73223A5B2241222C2242225D2C22726F7773223A5B5B312C325D2C5B332C345D5D7D2C2265766964656E6365223A5B5B2266666564666165336563663335613563222C2233663661626463666236666662663263225D2C5B2233643061366631393533346336633733222C2235303637646334623461326532393961225D2C5B2231323738303562653461363132313562222C2230633330313239653335333832613166225D5D2C22656E7669726F6E6D656E74223A2235653432346437373965326463336564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Aptos Display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2026-10-10T21:21:45Z</dcterms:modified>
</cp:coreProperties>
</file>