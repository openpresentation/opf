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E40AF"/>
            </a:gs>
            <a:gs pos="60000">
              <a:srgbClr val="22D3EE"/>
            </a:gs>
            <a:gs pos="100000">
              <a:srgbClr val="FFFFFF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13397">
              <a:srgbClr val="1E40AF"/>
            </a:gs>
            <a:gs pos="57321">
              <a:srgbClr val="22D3EE"/>
            </a:gs>
            <a:gs pos="86603">
              <a:srgbClr val="FFFFFF"/>
            </a:gs>
          </a:gsLst>
          <a:lin ang="2744785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14645">
              <a:srgbClr val="1E40AF"/>
            </a:gs>
            <a:gs pos="57071">
              <a:srgbClr val="22D3EE"/>
            </a:gs>
            <a:gs pos="85355">
              <a:srgbClr val="FFFFFF"/>
            </a:gs>
          </a:gsLst>
          <a:lin ang="3638535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E40AF"/>
            </a:gs>
            <a:gs pos="60000">
              <a:srgbClr val="22D3EE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E40AF"/>
            </a:gs>
            <a:gs pos="60000">
              <a:srgbClr val="22D3EE"/>
            </a:gs>
            <a:gs pos="100000">
              <a:srgbClr val="FFFFFF"/>
            </a:gs>
          </a:gsLst>
          <a:lin ang="108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E40AF"/>
            </a:gs>
            <a:gs pos="60000">
              <a:srgbClr val="22D3EE"/>
            </a:gs>
            <a:gs pos="100000">
              <a:srgbClr val="FFFFFF"/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