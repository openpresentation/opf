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Metric1.xml" ContentType="application/vnd.openxmlformats-officedocument.presentationml.tags+xml"/>
  <Override PartName="/ppt/tags/opfMetric2.xml" ContentType="application/vnd.openxmlformats-officedocument.presentationml.tags+xml"/>
  <Override PartName="/ppt/tags/opfMetric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Metric1" Type="http://schemas.openxmlformats.org/officeDocument/2006/relationships/tags" Target="../tags/opfMetric1.xml"/><Relationship Id="rIdOpfMetric2" Type="http://schemas.openxmlformats.org/officeDocument/2006/relationships/tags" Target="../tags/opfMetric2.xml"/><Relationship Id="rIdOpfMetric3" Type="http://schemas.openxmlformats.org/officeDocument/2006/relationships/tags" Target="../tags/opfMetric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OpfMetric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Roboto ExtraBold" pitchFamily="34" charset="0"/>
                <a:ea typeface="Roboto ExtraBold" pitchFamily="34" charset="-122"/>
                <a:cs typeface="Roboto ExtraBold" pitchFamily="34" charset="-120"/>
              </a:rPr>
              <a:t>123</a:t>
            </a:r>
            <a:endParaRPr lang="en-US" sz="5700" dirty="0"/>
          </a:p>
        </p:txBody>
      </p:sp>
      <p:sp>
        <p:nvSpPr>
          <p:cNvPr id="3" name="OPF metric 1 label line 1"/>
          <p:cNvSpPr/>
          <p:nvPr>
            <p:custDataLst>
              <p:tags r:id="rIdOpfMetric2"/>
            </p:custDataLst>
          </p:nvPr>
        </p:nvSpPr>
        <p:spPr>
          <a:xfrm>
            <a:off x="548640" y="1546098"/>
            <a:ext cx="110947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Exact weight metadata</a:t>
            </a:r>
            <a:endParaRPr lang="en-US" sz="1725" dirty="0"/>
          </a:p>
        </p:txBody>
      </p:sp>
      <p:sp>
        <p:nvSpPr>
          <p:cNvPr id="4" name="OPF metric 1 description line 1"/>
          <p:cNvSpPr/>
          <p:nvPr>
            <p:custDataLst>
              <p:tags r:id="rIdOpfMetric3"/>
            </p:custDataLst>
          </p:nvPr>
        </p:nvSpPr>
        <p:spPr>
          <a:xfrm>
            <a:off x="548640" y="1889570"/>
            <a:ext cx="1109472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Existing explicit family request</a:t>
            </a:r>
            <a:endParaRPr lang="en-US" sz="1500" dirty="0"/>
          </a:p>
        </p:txBody>
      </p:sp>
    </p:spTree>
  </p:cSld>
  <p:clrMapOvr>
    <a:masterClrMapping/>
  </p:clrMapOvr>
</p:sld>
</file>

<file path=ppt/tags/opfMetric1.xml><?xml version="1.0" encoding="utf-8"?>
<p:tagLst xmlns:p="http://schemas.openxmlformats.org/presentationml/2006/main">
  <p:tag name="OPF_METRIC_V1" val="7B2276223A312C2267726F7570223A2231222C22726F6C65223A22616E63686F72222C2270617274223A302C226C696E65223A302C2276616C7565223A7B2276616C7565223A3132332C226C6162656C223A22457861637420776569676874206D65746164617461222C226465736372697074696F6E223A224578697374696E67206578706C696369742066616D696C792072657175657374227D2C227061727473223A5B7B22726F6C65223A2276616C7565222C2276697369626C65223A747275652C226C696E6573223A5B7B227374617274223A302C22656E64223A332C226E6578745374617274223A332C22626F756E64617279223A22656E64227D5D7D2C7B22726F6C65223A226C6162656C222C2276697369626C65223A747275652C226C696E6573223A5B7B227374617274223A302C22656E64223A32312C226E6578745374617274223A32312C22626F756E64617279223A22656E64227D5D7D2C7B22726F6C65223A226465736372697074696F6E222C2276697369626C65223A747275652C226C696E6573223A5B7B227374617274223A302C22656E64223A33322C226E6578745374617274223A33322C22626F756E64617279223A22656E64227D5D7D5D7D"/>
</p:tagLst>
</file>

<file path=ppt/tags/opfMetric2.xml><?xml version="1.0" encoding="utf-8"?>
<p:tagLst xmlns:p="http://schemas.openxmlformats.org/presentationml/2006/main">
  <p:tag name="OPF_METRIC_V1" val="7B2276223A312C2267726F7570223A2231222C22726F6C65223A226C696E65222C2270617274223A312C226C696E65223A307D"/>
</p:tagLst>
</file>

<file path=ppt/tags/opfMetric3.xml><?xml version="1.0" encoding="utf-8"?>
<p:tagLst xmlns:p="http://schemas.openxmlformats.org/presentationml/2006/main">
  <p:tag name="OPF_METRIC_V1" val="7B2276223A312C2267726F7570223A2231222C22726F6C65223A226C696E65222C2270617274223A322C226C696E65223A30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 Extra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 SemiBol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