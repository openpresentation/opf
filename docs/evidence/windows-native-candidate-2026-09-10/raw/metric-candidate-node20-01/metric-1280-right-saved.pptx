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0022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10523242" y="548640"/>
            <a:ext cx="75284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11352029" y="1043940"/>
            <a:ext cx="29107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413445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80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54637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80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548640" y="218008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546370" y="245897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547040" y="281406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546370" y="316915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5700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548380" y="24292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80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543022" y="278434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10998748" y="548640"/>
            <a:ext cx="385949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700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11459408" y="1043940"/>
            <a:ext cx="18246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80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9420072" y="548640"/>
            <a:ext cx="185601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654621" algn="l"/>
                <a:tab pos="1309241" algn="l"/>
              </a:tabLst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5700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11352029" y="1043940"/>
            <a:ext cx="29107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206722" algn="l"/>
                <a:tab pos="826889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80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548640" y="2314956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548640" y="3198114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548640" y="419557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80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548640" y="455066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548640" y="48295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Widescreen</PresentationFormat>
  <Paragraphs>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2026-09-10T19:18:19Z</dcterms:modified>
</cp:coreProperties>
</file>