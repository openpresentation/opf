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40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2151706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2773491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233002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2676632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1738017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3187180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/>
              <a:t>NATIVE </a:t>
            </a: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/>
              <a:t>Edited </a:t>
            </a: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2026-09-10T19:18:23Z</dcterms:modified>
</cp:coreProperties>
</file>