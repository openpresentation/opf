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411480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1033265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412596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415526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411480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759208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411480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1860643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