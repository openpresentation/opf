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406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2151706" y="411480"/>
            <a:ext cx="56463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2773491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4114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411480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2330021" y="411480"/>
            <a:ext cx="289461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2676632" y="782955"/>
            <a:ext cx="136847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1738017" y="411480"/>
            <a:ext cx="1392013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3187180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On-screen Show (16:9)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2026-09-10T19:18:23Z</dcterms:modified>
</cp:coreProperties>
</file>