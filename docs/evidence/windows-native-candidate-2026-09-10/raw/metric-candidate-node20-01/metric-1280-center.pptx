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Metric1.xml" ContentType="application/vnd.openxmlformats-officedocument.presentationml.tags+xml"/>
  <Override PartName="/ppt/tags/opfMetric2.xml" ContentType="application/vnd.openxmlformats-officedocument.presentationml.tags+xml"/>
  <Override PartName="/ppt/tags/opfMetric3.xml" ContentType="application/vnd.openxmlformats-officedocument.presentationml.tags+xml"/>
  <Override PartName="/ppt/tags/opfMetric4.xml" ContentType="application/vnd.openxmlformats-officedocument.presentationml.tags+xml"/>
  <Override PartName="/ppt/tags/opfMetric5.xml" ContentType="application/vnd.openxmlformats-officedocument.presentationml.tags+xml"/>
  <Override PartName="/ppt/tags/opfMetric6.xml" ContentType="application/vnd.openxmlformats-officedocument.presentationml.tags+xml"/>
  <Override PartName="/ppt/tags/opfMetric7.xml" ContentType="application/vnd.openxmlformats-officedocument.presentationml.tags+xml"/>
  <Override PartName="/ppt/tags/opfMetric8.xml" ContentType="application/vnd.openxmlformats-officedocument.presentationml.tags+xml"/>
  <Override PartName="/ppt/tags/opfMetric9.xml" ContentType="application/vnd.openxmlformats-officedocument.presentationml.tags+xml"/>
  <Override PartName="/ppt/tags/opfMetric10.xml" ContentType="application/vnd.openxmlformats-officedocument.presentationml.tags+xml"/>
  <Override PartName="/ppt/tags/opfMetric11.xml" ContentType="application/vnd.openxmlformats-officedocument.presentationml.tags+xml"/>
  <Override PartName="/ppt/tags/opfMetric12.xml" ContentType="application/vnd.openxmlformats-officedocument.presentationml.tags+xml"/>
  <Override PartName="/ppt/tags/opfMetric13.xml" ContentType="application/vnd.openxmlformats-officedocument.presentationml.tags+xml"/>
  <Override PartName="/ppt/tags/opfMetric14.xml" ContentType="application/vnd.openxmlformats-officedocument.presentationml.tags+xml"/>
  <Override PartName="/ppt/tags/opfMetric15.xml" ContentType="application/vnd.openxmlformats-officedocument.presentationml.tags+xml"/>
  <Override PartName="/ppt/tags/opfMetric16.xml" ContentType="application/vnd.openxmlformats-officedocument.presentationml.tags+xml"/>
  <Override PartName="/ppt/tags/opfMetric17.xml" ContentType="application/vnd.openxmlformats-officedocument.presentationml.tags+xml"/>
  <Override PartName="/ppt/tags/opfMetric18.xml" ContentType="application/vnd.openxmlformats-officedocument.presentationml.tags+xml"/>
  <Override PartName="/ppt/tags/opfMetric19.xml" ContentType="application/vnd.openxmlformats-officedocument.presentationml.tags+xml"/>
  <Override PartName="/ppt/tags/opfMetric20.xml" ContentType="application/vnd.openxmlformats-officedocument.presentationml.tags+xml"/>
  <Override PartName="/ppt/tags/opfMetric21.xml" ContentType="application/vnd.openxmlformats-officedocument.presentationml.tags+xml"/>
  <Override PartName="/ppt/tags/opfMetric22.xml" ContentType="application/vnd.openxmlformats-officedocument.presentationml.tags+xml"/>
  <Override PartName="/ppt/tags/opfMetric23.xml" ContentType="application/vnd.openxmlformats-officedocument.presentationml.tags+xml"/>
  <Override PartName="/ppt/tags/opfMetric24.xml" ContentType="application/vnd.openxmlformats-officedocument.presentationml.tags+xml"/>
  <Override PartName="/ppt/tags/opfMetric25.xml" ContentType="application/vnd.openxmlformats-officedocument.presentationml.tags+xml"/>
  <Override PartName="/ppt/tags/opfMetric26.xml" ContentType="application/vnd.openxmlformats-officedocument.presentationml.tags+xml"/>
  <Override PartName="/ppt/tags/opfMetric27.xml" ContentType="application/vnd.openxmlformats-officedocument.presentationml.tags+xml"/>
  <Override PartName="/ppt/tags/opfMetric28.xml" ContentType="application/vnd.openxmlformats-officedocument.presentationml.tags+xml"/>
  <Override PartName="/ppt/tags/opfMetric29.xml" ContentType="application/vnd.openxmlformats-officedocument.presentationml.tags+xml"/>
  <Override PartName="/ppt/tags/opfMetric30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Metric1" Type="http://schemas.openxmlformats.org/officeDocument/2006/relationships/tags" Target="../tags/opfMetric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OpfMetric2" Type="http://schemas.openxmlformats.org/officeDocument/2006/relationships/tags" Target="../tags/opfMetric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OpfMetric3" Type="http://schemas.openxmlformats.org/officeDocument/2006/relationships/tags" Target="../tags/opfMetric3.xml"/><Relationship Id="rIdOpfMetric4" Type="http://schemas.openxmlformats.org/officeDocument/2006/relationships/tags" Target="../tags/opfMetric4.xml"/><Relationship Id="rIdOpfMetric5" Type="http://schemas.openxmlformats.org/officeDocument/2006/relationships/tags" Target="../tags/opfMetric5.xml"/><Relationship Id="rIdOpfMetric6" Type="http://schemas.openxmlformats.org/officeDocument/2006/relationships/tags" Target="../tags/opfMetric6.xml"/><Relationship Id="rIdOpfMetric7" Type="http://schemas.openxmlformats.org/officeDocument/2006/relationships/tags" Target="../tags/opfMetric7.xml"/><Relationship Id="rIdOpfMetric8" Type="http://schemas.openxmlformats.org/officeDocument/2006/relationships/tags" Target="../tags/opfMetric8.xml"/><Relationship Id="rIdOpfMetric9" Type="http://schemas.openxmlformats.org/officeDocument/2006/relationships/tags" Target="../tags/opfMetric9.xml"/><Relationship Id="rIdOpfMetric10" Type="http://schemas.openxmlformats.org/officeDocument/2006/relationships/tags" Target="../tags/opfMetric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OpfMetric11" Type="http://schemas.openxmlformats.org/officeDocument/2006/relationships/tags" Target="../tags/opfMetric11.xml"/><Relationship Id="rIdOpfMetric12" Type="http://schemas.openxmlformats.org/officeDocument/2006/relationships/tags" Target="../tags/opfMetric12.xml"/><Relationship Id="rIdOpfMetric13" Type="http://schemas.openxmlformats.org/officeDocument/2006/relationships/tags" Target="../tags/opfMetric13.xml"/><Relationship Id="rIdOpfMetric14" Type="http://schemas.openxmlformats.org/officeDocument/2006/relationships/tags" Target="../tags/opfMetric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OpfMetric15" Type="http://schemas.openxmlformats.org/officeDocument/2006/relationships/tags" Target="../tags/opfMetric15.xml"/><Relationship Id="rIdOpfMetric16" Type="http://schemas.openxmlformats.org/officeDocument/2006/relationships/tags" Target="../tags/opfMetric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OpfMetric17" Type="http://schemas.openxmlformats.org/officeDocument/2006/relationships/tags" Target="../tags/opfMetric17.xml"/><Relationship Id="rIdOpfMetric18" Type="http://schemas.openxmlformats.org/officeDocument/2006/relationships/tags" Target="../tags/opfMetric18.xml"/><Relationship Id="rIdOpfMetric19" Type="http://schemas.openxmlformats.org/officeDocument/2006/relationships/tags" Target="../tags/opfMetric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OpfMetric20" Type="http://schemas.openxmlformats.org/officeDocument/2006/relationships/tags" Target="../tags/opfMetric20.xml"/><Relationship Id="rIdOpfMetric21" Type="http://schemas.openxmlformats.org/officeDocument/2006/relationships/tags" Target="../tags/opfMetric21.xml"/><Relationship Id="rIdOpfMetric22" Type="http://schemas.openxmlformats.org/officeDocument/2006/relationships/tags" Target="../tags/opfMetric22.xml"/><Relationship Id="rIdOpfMetric23" Type="http://schemas.openxmlformats.org/officeDocument/2006/relationships/tags" Target="../tags/opfMetric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OpfMetric24" Type="http://schemas.openxmlformats.org/officeDocument/2006/relationships/tags" Target="../tags/opfMetric24.xml"/><Relationship Id="rIdOpfMetric25" Type="http://schemas.openxmlformats.org/officeDocument/2006/relationships/tags" Target="../tags/opfMetric25.xml"/><Relationship Id="rIdOpfMetric26" Type="http://schemas.openxmlformats.org/officeDocument/2006/relationships/tags" Target="../tags/opfMetric26.xml"/><Relationship Id="rIdOpfMetric27" Type="http://schemas.openxmlformats.org/officeDocument/2006/relationships/tags" Target="../tags/opfMetric27.xml"/><Relationship Id="rIdOpfMetric28" Type="http://schemas.openxmlformats.org/officeDocument/2006/relationships/tags" Target="../tags/opfMetric28.xml"/><Relationship Id="rIdOpfMetric29" Type="http://schemas.openxmlformats.org/officeDocument/2006/relationships/tags" Target="../tags/opfMetric29.xml"/><Relationship Id="rIdOpfMetric30" Type="http://schemas.openxmlformats.org/officeDocument/2006/relationships/tags" Target="../tags/opfMetric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OpfMetric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OpfMetric2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5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OpfMetric3"/>
            </p:custDataLst>
          </p:nvPr>
        </p:nvSpPr>
        <p:spPr>
          <a:xfrm>
            <a:off x="5535941" y="548640"/>
            <a:ext cx="75284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3 unit line 1"/>
          <p:cNvSpPr/>
          <p:nvPr>
            <p:custDataLst>
              <p:tags r:id="rIdOpfMetric4"/>
            </p:custDataLst>
          </p:nvPr>
        </p:nvSpPr>
        <p:spPr>
          <a:xfrm>
            <a:off x="6364988" y="1043940"/>
            <a:ext cx="29107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3 label line 1"/>
          <p:cNvSpPr/>
          <p:nvPr>
            <p:custDataLst>
              <p:tags r:id="rIdOpfMetric5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>
                <a:tab pos="413445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800" dirty="0"/>
          </a:p>
        </p:txBody>
      </p:sp>
      <p:sp>
        <p:nvSpPr>
          <p:cNvPr id="5" name="OPF metric 3 description line 1"/>
          <p:cNvSpPr/>
          <p:nvPr>
            <p:custDataLst>
              <p:tags r:id="rIdOpfMetric6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800" dirty="0"/>
          </a:p>
        </p:txBody>
      </p:sp>
      <p:sp>
        <p:nvSpPr>
          <p:cNvPr id="6" name="OPF metric 3 description line 2"/>
          <p:cNvSpPr/>
          <p:nvPr>
            <p:custDataLst>
              <p:tags r:id="rIdOpfMetric7"/>
            </p:custDataLst>
          </p:nvPr>
        </p:nvSpPr>
        <p:spPr>
          <a:xfrm>
            <a:off x="548640" y="218008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metric 3 description line 3"/>
          <p:cNvSpPr/>
          <p:nvPr>
            <p:custDataLst>
              <p:tags r:id="rIdOpfMetric8"/>
            </p:custDataLst>
          </p:nvPr>
        </p:nvSpPr>
        <p:spPr>
          <a:xfrm>
            <a:off x="548640" y="245897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8" name="OPF metric 3 delta line 1"/>
          <p:cNvSpPr/>
          <p:nvPr>
            <p:custDataLst>
              <p:tags r:id="rIdOpfMetric9"/>
            </p:custDataLst>
          </p:nvPr>
        </p:nvSpPr>
        <p:spPr>
          <a:xfrm>
            <a:off x="548640" y="281406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9" name="OPF metric 3 trend line 1"/>
          <p:cNvSpPr/>
          <p:nvPr>
            <p:custDataLst>
              <p:tags r:id="rIdOpfMetric10"/>
            </p:custDataLst>
          </p:nvPr>
        </p:nvSpPr>
        <p:spPr>
          <a:xfrm>
            <a:off x="548640" y="316915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OpfMetric1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11 value line 2"/>
          <p:cNvSpPr/>
          <p:nvPr>
            <p:custDataLst>
              <p:tags r:id="rIdOpfMetric1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5700" dirty="0"/>
          </a:p>
        </p:txBody>
      </p:sp>
      <p:sp>
        <p:nvSpPr>
          <p:cNvPr id="4" name="OPF metric 11 unit line 1"/>
          <p:cNvSpPr/>
          <p:nvPr>
            <p:custDataLst>
              <p:tags r:id="rIdOpfMetric13"/>
            </p:custDataLst>
          </p:nvPr>
        </p:nvSpPr>
        <p:spPr>
          <a:xfrm>
            <a:off x="548640" y="24292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800" dirty="0"/>
          </a:p>
        </p:txBody>
      </p:sp>
      <p:sp>
        <p:nvSpPr>
          <p:cNvPr id="5" name="OPF metric 11 label line 1"/>
          <p:cNvSpPr/>
          <p:nvPr>
            <p:custDataLst>
              <p:tags r:id="rIdOpfMetric14"/>
            </p:custDataLst>
          </p:nvPr>
        </p:nvSpPr>
        <p:spPr>
          <a:xfrm>
            <a:off x="548640" y="278434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OpfMetric15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15 trend line 1"/>
          <p:cNvSpPr/>
          <p:nvPr>
            <p:custDataLst>
              <p:tags r:id="rIdOpfMetric16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OpfMetric17"/>
            </p:custDataLst>
          </p:nvPr>
        </p:nvSpPr>
        <p:spPr>
          <a:xfrm>
            <a:off x="5773694" y="548640"/>
            <a:ext cx="385949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700" dirty="0"/>
          </a:p>
        </p:txBody>
      </p:sp>
      <p:sp>
        <p:nvSpPr>
          <p:cNvPr id="3" name="OPF metric 17 unit line 1"/>
          <p:cNvSpPr/>
          <p:nvPr>
            <p:custDataLst>
              <p:tags r:id="rIdOpfMetric18"/>
            </p:custDataLst>
          </p:nvPr>
        </p:nvSpPr>
        <p:spPr>
          <a:xfrm>
            <a:off x="6235843" y="1043940"/>
            <a:ext cx="18246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800" dirty="0"/>
          </a:p>
        </p:txBody>
      </p:sp>
      <p:sp>
        <p:nvSpPr>
          <p:cNvPr id="4" name="OPF metric 17 label line 1"/>
          <p:cNvSpPr/>
          <p:nvPr>
            <p:custDataLst>
              <p:tags r:id="rIdOpfMetric19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OpfMetric20"/>
            </p:custDataLst>
          </p:nvPr>
        </p:nvSpPr>
        <p:spPr>
          <a:xfrm>
            <a:off x="4984356" y="548640"/>
            <a:ext cx="185601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>
                <a:tab pos="654621" algn="l"/>
                <a:tab pos="1309241" algn="l"/>
              </a:tabLst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5700" dirty="0"/>
          </a:p>
        </p:txBody>
      </p:sp>
      <p:sp>
        <p:nvSpPr>
          <p:cNvPr id="3" name="OPF metric 20 unit line 1"/>
          <p:cNvSpPr/>
          <p:nvPr>
            <p:custDataLst>
              <p:tags r:id="rIdOpfMetric21"/>
            </p:custDataLst>
          </p:nvPr>
        </p:nvSpPr>
        <p:spPr>
          <a:xfrm>
            <a:off x="6916573" y="1043940"/>
            <a:ext cx="29107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20 label line 1"/>
          <p:cNvSpPr/>
          <p:nvPr>
            <p:custDataLst>
              <p:tags r:id="rIdOpfMetric22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>
                <a:tab pos="206722" algn="l"/>
                <a:tab pos="826889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800" dirty="0"/>
          </a:p>
        </p:txBody>
      </p:sp>
      <p:sp>
        <p:nvSpPr>
          <p:cNvPr id="5" name="OPF metric 20 description line 1"/>
          <p:cNvSpPr/>
          <p:nvPr>
            <p:custDataLst>
              <p:tags r:id="rIdOpfMetric23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OpfMetric24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24 value line 2"/>
          <p:cNvSpPr/>
          <p:nvPr>
            <p:custDataLst>
              <p:tags r:id="rIdOpfMetric25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4" name="OPF metric 24 value line 3"/>
          <p:cNvSpPr/>
          <p:nvPr>
            <p:custDataLst>
              <p:tags r:id="rIdOpfMetric26"/>
            </p:custDataLst>
          </p:nvPr>
        </p:nvSpPr>
        <p:spPr>
          <a:xfrm>
            <a:off x="548640" y="2314956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5" name="OPF metric 24 value line 4"/>
          <p:cNvSpPr/>
          <p:nvPr>
            <p:custDataLst>
              <p:tags r:id="rIdOpfMetric27"/>
            </p:custDataLst>
          </p:nvPr>
        </p:nvSpPr>
        <p:spPr>
          <a:xfrm>
            <a:off x="548640" y="3198114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6" name="OPF metric 24 label line 1"/>
          <p:cNvSpPr/>
          <p:nvPr>
            <p:custDataLst>
              <p:tags r:id="rIdOpfMetric28"/>
            </p:custDataLst>
          </p:nvPr>
        </p:nvSpPr>
        <p:spPr>
          <a:xfrm>
            <a:off x="548640" y="419557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800" dirty="0"/>
          </a:p>
        </p:txBody>
      </p:sp>
      <p:sp>
        <p:nvSpPr>
          <p:cNvPr id="7" name="OPF metric 24 description line 1"/>
          <p:cNvSpPr/>
          <p:nvPr>
            <p:custDataLst>
              <p:tags r:id="rIdOpfMetric29"/>
            </p:custDataLst>
          </p:nvPr>
        </p:nvSpPr>
        <p:spPr>
          <a:xfrm>
            <a:off x="548640" y="455066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8" name="OPF metric 24 description line 2"/>
          <p:cNvSpPr/>
          <p:nvPr>
            <p:custDataLst>
              <p:tags r:id="rIdOpfMetric30"/>
            </p:custDataLst>
          </p:nvPr>
        </p:nvSpPr>
        <p:spPr>
          <a:xfrm>
            <a:off x="548640" y="48295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ags/opfMetric1.xml><?xml version="1.0" encoding="utf-8"?>
<p:tagLst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opfMetric2.xml><?xml version="1.0" encoding="utf-8"?>
<p:tagLst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opfMetric3.xml><?xml version="1.0" encoding="utf-8"?>
<p:tagLst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opfMetric4.xml><?xml version="1.0" encoding="utf-8"?>
<p:tagLst xmlns:p="http://schemas.openxmlformats.org/presentationml/2006/main">
  <p:tag name="OPF_METRIC_V1" val="7B2276223A312C2267726F7570223A2233222C22726F6C65223A226C696E65222C2270617274223A312C226C696E65223A307D"/>
</p:tagLst>
</file>

<file path=ppt/tags/opfMetric5.xml><?xml version="1.0" encoding="utf-8"?>
<p:tagLst xmlns:p="http://schemas.openxmlformats.org/presentationml/2006/main">
  <p:tag name="OPF_METRIC_V1" val="7B2276223A312C2267726F7570223A2233222C22726F6C65223A226C696E65222C2270617274223A322C226C696E65223A307D"/>
</p:tagLst>
</file>

<file path=ppt/tags/opfMetric6.xml><?xml version="1.0" encoding="utf-8"?>
<p:tagLst xmlns:p="http://schemas.openxmlformats.org/presentationml/2006/main">
  <p:tag name="OPF_METRIC_V1" val="7B2276223A312C2267726F7570223A2233222C22726F6C65223A226C696E65222C2270617274223A332C226C696E65223A307D"/>
</p:tagLst>
</file>

<file path=ppt/tags/opfMetric7.xml><?xml version="1.0" encoding="utf-8"?>
<p:tagLst xmlns:p="http://schemas.openxmlformats.org/presentationml/2006/main">
  <p:tag name="OPF_METRIC_V1" val="7B2276223A312C2267726F7570223A2233222C22726F6C65223A226C696E65222C2270617274223A332C226C696E65223A317D"/>
</p:tagLst>
</file>

<file path=ppt/tags/opfMetric8.xml><?xml version="1.0" encoding="utf-8"?>
<p:tagLst xmlns:p="http://schemas.openxmlformats.org/presentationml/2006/main">
  <p:tag name="OPF_METRIC_V1" val="7B2276223A312C2267726F7570223A2233222C22726F6C65223A226C696E65222C2270617274223A332C226C696E65223A327D"/>
</p:tagLst>
</file>

<file path=ppt/tags/opfMetric9.xml><?xml version="1.0" encoding="utf-8"?>
<p:tagLst xmlns:p="http://schemas.openxmlformats.org/presentationml/2006/main">
  <p:tag name="OPF_METRIC_V1" val="7B2276223A312C2267726F7570223A2233222C22726F6C65223A226C696E65222C2270617274223A342C226C696E65223A307D"/>
</p:tagLst>
</file>

<file path=ppt/tags/opfMetric10.xml><?xml version="1.0" encoding="utf-8"?>
<p:tagLst xmlns:p="http://schemas.openxmlformats.org/presentationml/2006/main">
  <p:tag name="OPF_METRIC_V1" val="7B2276223A312C2267726F7570223A2233222C22726F6C65223A226C696E65222C2270617274223A352C226C696E65223A307D"/>
</p:tagLst>
</file>

<file path=ppt/tags/opfMetric11.xml><?xml version="1.0" encoding="utf-8"?>
<p:tagLst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opfMetric12.xml><?xml version="1.0" encoding="utf-8"?>
<p:tagLst xmlns:p="http://schemas.openxmlformats.org/presentationml/2006/main">
  <p:tag name="OPF_METRIC_V1" val="7B2276223A312C2267726F7570223A223131222C22726F6C65223A226C696E65222C2270617274223A302C226C696E65223A317D"/>
</p:tagLst>
</file>

<file path=ppt/tags/opfMetric13.xml><?xml version="1.0" encoding="utf-8"?>
<p:tagLst xmlns:p="http://schemas.openxmlformats.org/presentationml/2006/main">
  <p:tag name="OPF_METRIC_V1" val="7B2276223A312C2267726F7570223A223131222C22726F6C65223A226C696E65222C2270617274223A312C226C696E65223A307D"/>
</p:tagLst>
</file>

<file path=ppt/tags/opfMetric14.xml><?xml version="1.0" encoding="utf-8"?>
<p:tagLst xmlns:p="http://schemas.openxmlformats.org/presentationml/2006/main">
  <p:tag name="OPF_METRIC_V1" val="7B2276223A312C2267726F7570223A223131222C22726F6C65223A226C696E65222C2270617274223A322C226C696E65223A307D"/>
</p:tagLst>
</file>

<file path=ppt/tags/opfMetric15.xml><?xml version="1.0" encoding="utf-8"?>
<p:tagLst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opfMetric16.xml><?xml version="1.0" encoding="utf-8"?>
<p:tagLst xmlns:p="http://schemas.openxmlformats.org/presentationml/2006/main">
  <p:tag name="OPF_METRIC_V1" val="7B2276223A312C2267726F7570223A223135222C22726F6C65223A226C696E65222C2270617274223A352C226C696E65223A307D"/>
</p:tagLst>
</file>

<file path=ppt/tags/opfMetric17.xml><?xml version="1.0" encoding="utf-8"?>
<p:tagLst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opfMetric18.xml><?xml version="1.0" encoding="utf-8"?>
<p:tagLst xmlns:p="http://schemas.openxmlformats.org/presentationml/2006/main">
  <p:tag name="OPF_METRIC_V1" val="7B2276223A312C2267726F7570223A223137222C22726F6C65223A226C696E65222C2270617274223A312C226C696E65223A307D"/>
</p:tagLst>
</file>

<file path=ppt/tags/opfMetric19.xml><?xml version="1.0" encoding="utf-8"?>
<p:tagLst xmlns:p="http://schemas.openxmlformats.org/presentationml/2006/main">
  <p:tag name="OPF_METRIC_V1" val="7B2276223A312C2267726F7570223A223137222C22726F6C65223A226C696E65222C2270617274223A322C226C696E65223A307D"/>
</p:tagLst>
</file>

<file path=ppt/tags/opfMetric20.xml><?xml version="1.0" encoding="utf-8"?>
<p:tagLst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opfMetric21.xml><?xml version="1.0" encoding="utf-8"?>
<p:tagLst xmlns:p="http://schemas.openxmlformats.org/presentationml/2006/main">
  <p:tag name="OPF_METRIC_V1" val="7B2276223A312C2267726F7570223A223230222C22726F6C65223A226C696E65222C2270617274223A312C226C696E65223A307D"/>
</p:tagLst>
</file>

<file path=ppt/tags/opfMetric22.xml><?xml version="1.0" encoding="utf-8"?>
<p:tagLst xmlns:p="http://schemas.openxmlformats.org/presentationml/2006/main">
  <p:tag name="OPF_METRIC_V1" val="7B2276223A312C2267726F7570223A223230222C22726F6C65223A226C696E65222C2270617274223A322C226C696E65223A307D"/>
</p:tagLst>
</file>

<file path=ppt/tags/opfMetric23.xml><?xml version="1.0" encoding="utf-8"?>
<p:tagLst xmlns:p="http://schemas.openxmlformats.org/presentationml/2006/main">
  <p:tag name="OPF_METRIC_V1" val="7B2276223A312C2267726F7570223A223230222C22726F6C65223A226C696E65222C2270617274223A332C226C696E65223A307D"/>
</p:tagLst>
</file>

<file path=ppt/tags/opfMetric24.xml><?xml version="1.0" encoding="utf-8"?>
<p:tagLst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opfMetric25.xml><?xml version="1.0" encoding="utf-8"?>
<p:tagLst xmlns:p="http://schemas.openxmlformats.org/presentationml/2006/main">
  <p:tag name="OPF_METRIC_V1" val="7B2276223A312C2267726F7570223A223234222C22726F6C65223A226C696E65222C2270617274223A302C226C696E65223A317D"/>
</p:tagLst>
</file>

<file path=ppt/tags/opfMetric26.xml><?xml version="1.0" encoding="utf-8"?>
<p:tagLst xmlns:p="http://schemas.openxmlformats.org/presentationml/2006/main">
  <p:tag name="OPF_METRIC_V1" val="7B2276223A312C2267726F7570223A223234222C22726F6C65223A226C696E65222C2270617274223A302C226C696E65223A327D"/>
</p:tagLst>
</file>

<file path=ppt/tags/opfMetric27.xml><?xml version="1.0" encoding="utf-8"?>
<p:tagLst xmlns:p="http://schemas.openxmlformats.org/presentationml/2006/main">
  <p:tag name="OPF_METRIC_V1" val="7B2276223A312C2267726F7570223A223234222C22726F6C65223A226C696E65222C2270617274223A302C226C696E65223A337D"/>
</p:tagLst>
</file>

<file path=ppt/tags/opfMetric28.xml><?xml version="1.0" encoding="utf-8"?>
<p:tagLst xmlns:p="http://schemas.openxmlformats.org/presentationml/2006/main">
  <p:tag name="OPF_METRIC_V1" val="7B2276223A312C2267726F7570223A223234222C22726F6C65223A226C696E65222C2270617274223A312C226C696E65223A307D"/>
</p:tagLst>
</file>

<file path=ppt/tags/opfMetric29.xml><?xml version="1.0" encoding="utf-8"?>
<p:tagLst xmlns:p="http://schemas.openxmlformats.org/presentationml/2006/main">
  <p:tag name="OPF_METRIC_V1" val="7B2276223A312C2267726F7570223A223234222C22726F6C65223A226C696E65222C2270617274223A322C226C696E65223A307D"/>
</p:tagLst>
</file>

<file path=ppt/tags/opfMetric30.xml><?xml version="1.0" encoding="utf-8"?>
<p:tagLst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