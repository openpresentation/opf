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733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3891932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09778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09778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02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09778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285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07266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24856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4594056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3064554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2026-09-10T19:18:26Z</dcterms:modified>
</cp:coreProperties>
</file>