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7179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/>
              <a:t>NATIVE </a:t>
            </a:r>
            <a:endParaRPr lang="en-US" sz="5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5535941" y="548640"/>
            <a:ext cx="75284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700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6364988" y="1043940"/>
            <a:ext cx="29107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80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413445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Left	Right  </a:t>
            </a:r>
            <a:endParaRPr lang="en-US" sz="180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Exact</a:t>
            </a:r>
            <a:endParaRPr lang="en-US" sz="180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548640" y="218008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548640" y="245897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80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548640" y="281406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548640" y="316915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42</a:t>
            </a:r>
            <a:endParaRPr lang="en-US" sz="5700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5700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548640" y="24292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milliseconds across all completed production requests</a:t>
            </a:r>
            <a:endParaRPr lang="en-US" sz="180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548640" y="278434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Latency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/>
              <a:t>NATIVE </a:t>
            </a:r>
            <a:endParaRPr lang="en-US" sz="5700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5773694" y="548640"/>
            <a:ext cx="385949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700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6235843" y="1043940"/>
            <a:ext cx="182463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%</a:t>
            </a:r>
            <a:endParaRPr lang="en-US" sz="180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Completion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4984356" y="548640"/>
            <a:ext cx="185601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654621" algn="l"/>
                <a:tab pos="1309241" algn="l"/>
              </a:tabLst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	1	%</a:t>
            </a:r>
            <a:endParaRPr lang="en-US" sz="5700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6916573" y="1043940"/>
            <a:ext cx="29107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80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206722" algn="l"/>
                <a:tab pos="826889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Before	After  </a:t>
            </a:r>
            <a:endParaRPr lang="en-US" sz="180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	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/>
              <a:t>NATIVE </a:t>
            </a:r>
            <a:endParaRPr lang="en-US" sz="5700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548640" y="2314956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548640" y="3198114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548640" y="419557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  </a:t>
            </a:r>
            <a:endParaRPr lang="en-US" sz="180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548640" y="455066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/>
              <a:t>Edited </a:t>
            </a:r>
            <a:endParaRPr lang="en-US" sz="180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548640" y="48295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Widescreen</PresentationFormat>
  <Paragraphs>33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2026-09-10T19:18:16Z</dcterms:modified>
</cp:coreProperties>
</file>