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02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23242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637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637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70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637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38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3022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0998748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59408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20072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2026-09-10T19:18:19Z</dcterms:modified>
</cp:coreProperties>
</file>