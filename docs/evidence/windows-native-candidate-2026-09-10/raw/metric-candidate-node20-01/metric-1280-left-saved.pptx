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214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75284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377687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50128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54035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38594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1012277" y="1043940"/>
            <a:ext cx="18246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85601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2480857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2026-09-10T19:18:14Z</dcterms:modified>
</cp:coreProperties>
</file>