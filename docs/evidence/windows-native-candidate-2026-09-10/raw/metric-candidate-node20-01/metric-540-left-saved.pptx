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tags/tag2.xml" ContentType="application/vnd.openxmlformats-officedocument.presentationml.tags+xml"/>
  <Override PartName="/ppt/notesSlides/notesSlide2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notesSlides/notesSlide3.xml" ContentType="application/vnd.openxmlformats-officedocument.presentationml.notesSlide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notesSlides/notesSlide4.xml" ContentType="application/vnd.openxmlformats-officedocument.presentationml.notesSlide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notesSlides/notesSlide5.xml" ContentType="application/vnd.openxmlformats-officedocument.presentationml.notesSlide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notesSlides/notesSlide6.xml" ContentType="application/vnd.openxmlformats-officedocument.presentationml.notesSlide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notesSlides/notesSlide7.xml" ContentType="application/vnd.openxmlformats-officedocument.presentationml.notesSlide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5143500" cy="9144000" type="screen16x9"/>
  <p:notesSz cx="9144000" cy="51435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167277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tags" Target="../tags/tag10.xml"/><Relationship Id="rId3" Type="http://schemas.openxmlformats.org/officeDocument/2006/relationships/tags" Target="../tags/tag5.xml"/><Relationship Id="rId7" Type="http://schemas.openxmlformats.org/officeDocument/2006/relationships/tags" Target="../tags/tag9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6" Type="http://schemas.openxmlformats.org/officeDocument/2006/relationships/tags" Target="../tags/tag8.xml"/><Relationship Id="rId5" Type="http://schemas.openxmlformats.org/officeDocument/2006/relationships/tags" Target="../tags/tag7.xml"/><Relationship Id="rId10" Type="http://schemas.openxmlformats.org/officeDocument/2006/relationships/notesSlide" Target="../notesSlides/notesSlide3.xml"/><Relationship Id="rId4" Type="http://schemas.openxmlformats.org/officeDocument/2006/relationships/tags" Target="../tags/tag6.xml"/><Relationship Id="rId9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tags" Target="../tags/tag13.xml"/><Relationship Id="rId2" Type="http://schemas.openxmlformats.org/officeDocument/2006/relationships/tags" Target="../tags/tag12.xml"/><Relationship Id="rId1" Type="http://schemas.openxmlformats.org/officeDocument/2006/relationships/tags" Target="../tags/tag11.xml"/><Relationship Id="rId6" Type="http://schemas.openxmlformats.org/officeDocument/2006/relationships/notesSlide" Target="../notesSlides/notesSlide4.xml"/><Relationship Id="rId5" Type="http://schemas.openxmlformats.org/officeDocument/2006/relationships/slideLayout" Target="../slideLayouts/slideLayout1.xml"/><Relationship Id="rId4" Type="http://schemas.openxmlformats.org/officeDocument/2006/relationships/tags" Target="../tags/tag1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16.xml"/><Relationship Id="rId1" Type="http://schemas.openxmlformats.org/officeDocument/2006/relationships/tags" Target="../tags/tag15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tags" Target="../tags/tag19.xml"/><Relationship Id="rId2" Type="http://schemas.openxmlformats.org/officeDocument/2006/relationships/tags" Target="../tags/tag18.xml"/><Relationship Id="rId1" Type="http://schemas.openxmlformats.org/officeDocument/2006/relationships/tags" Target="../tags/tag17.xml"/><Relationship Id="rId5" Type="http://schemas.openxmlformats.org/officeDocument/2006/relationships/notesSlide" Target="../notesSlides/notesSlide6.xml"/><Relationship Id="rId4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tags" Target="../tags/tag22.xml"/><Relationship Id="rId2" Type="http://schemas.openxmlformats.org/officeDocument/2006/relationships/tags" Target="../tags/tag21.xml"/><Relationship Id="rId1" Type="http://schemas.openxmlformats.org/officeDocument/2006/relationships/tags" Target="../tags/tag20.xml"/><Relationship Id="rId6" Type="http://schemas.openxmlformats.org/officeDocument/2006/relationships/notesSlide" Target="../notesSlides/notesSlide7.xml"/><Relationship Id="rId5" Type="http://schemas.openxmlformats.org/officeDocument/2006/relationships/slideLayout" Target="../slideLayouts/slideLayout1.xml"/><Relationship Id="rId4" Type="http://schemas.openxmlformats.org/officeDocument/2006/relationships/tags" Target="../tags/tag23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.xml"/><Relationship Id="rId3" Type="http://schemas.openxmlformats.org/officeDocument/2006/relationships/tags" Target="../tags/tag26.xml"/><Relationship Id="rId7" Type="http://schemas.openxmlformats.org/officeDocument/2006/relationships/tags" Target="../tags/tag30.xml"/><Relationship Id="rId2" Type="http://schemas.openxmlformats.org/officeDocument/2006/relationships/tags" Target="../tags/tag25.xml"/><Relationship Id="rId1" Type="http://schemas.openxmlformats.org/officeDocument/2006/relationships/tags" Target="../tags/tag24.xml"/><Relationship Id="rId6" Type="http://schemas.openxmlformats.org/officeDocument/2006/relationships/tags" Target="../tags/tag29.xml"/><Relationship Id="rId5" Type="http://schemas.openxmlformats.org/officeDocument/2006/relationships/tags" Target="../tags/tag28.xml"/><Relationship Id="rId4" Type="http://schemas.openxmlformats.org/officeDocument/2006/relationships/tags" Target="../tags/tag27.xml"/><Relationship Id="rId9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metric 1 value line 1"/>
          <p:cNvSpPr/>
          <p:nvPr>
            <p:custDataLst>
              <p:tags r:id="rId1"/>
            </p:custDataLst>
          </p:nvPr>
        </p:nvSpPr>
        <p:spPr>
          <a:xfrm>
            <a:off x="411480" y="411480"/>
            <a:ext cx="4320540" cy="662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275" b="1" dirty="0">
                <a:solidFill>
                  <a:srgbClr val="287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427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metric 2 value line 1"/>
          <p:cNvSpPr/>
          <p:nvPr>
            <p:custDataLst>
              <p:tags r:id="rId1"/>
            </p:custDataLst>
          </p:nvPr>
        </p:nvSpPr>
        <p:spPr>
          <a:xfrm>
            <a:off x="411480" y="411480"/>
            <a:ext cx="4320540" cy="662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endParaRPr lang="en-US" sz="427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metric 3 value line 1"/>
          <p:cNvSpPr/>
          <p:nvPr>
            <p:custDataLst>
              <p:tags r:id="rId1"/>
            </p:custDataLst>
          </p:nvPr>
        </p:nvSpPr>
        <p:spPr>
          <a:xfrm>
            <a:off x="411480" y="411480"/>
            <a:ext cx="564635" cy="662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275" b="1" dirty="0">
                <a:solidFill>
                  <a:srgbClr val="287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</a:t>
            </a:r>
            <a:endParaRPr lang="en-US" sz="4275" dirty="0"/>
          </a:p>
        </p:txBody>
      </p:sp>
      <p:sp>
        <p:nvSpPr>
          <p:cNvPr id="3" name="OPF metric 3 unit line 1"/>
          <p:cNvSpPr/>
          <p:nvPr>
            <p:custDataLst>
              <p:tags r:id="rId2"/>
            </p:custDataLst>
          </p:nvPr>
        </p:nvSpPr>
        <p:spPr>
          <a:xfrm>
            <a:off x="1033265" y="782955"/>
            <a:ext cx="218303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</a:t>
            </a:r>
            <a:endParaRPr lang="en-US" sz="1350" dirty="0"/>
          </a:p>
        </p:txBody>
      </p:sp>
      <p:sp>
        <p:nvSpPr>
          <p:cNvPr id="4" name="OPF metric 3 label line 1"/>
          <p:cNvSpPr/>
          <p:nvPr>
            <p:custDataLst>
              <p:tags r:id="rId3"/>
            </p:custDataLst>
          </p:nvPr>
        </p:nvSpPr>
        <p:spPr>
          <a:xfrm>
            <a:off x="411480" y="1159574"/>
            <a:ext cx="43205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  <a:tabLst>
                <a:tab pos="310083" algn="l"/>
              </a:tabLst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	Right  </a:t>
            </a:r>
            <a:endParaRPr lang="en-US" sz="1350" dirty="0"/>
          </a:p>
        </p:txBody>
      </p:sp>
      <p:sp>
        <p:nvSpPr>
          <p:cNvPr id="5" name="OPF metric 3 description line 1"/>
          <p:cNvSpPr/>
          <p:nvPr>
            <p:custDataLst>
              <p:tags r:id="rId4"/>
            </p:custDataLst>
          </p:nvPr>
        </p:nvSpPr>
        <p:spPr>
          <a:xfrm>
            <a:off x="411480" y="1425893"/>
            <a:ext cx="43205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</a:t>
            </a:r>
            <a:endParaRPr lang="en-US" sz="1350" dirty="0"/>
          </a:p>
        </p:txBody>
      </p:sp>
      <p:sp>
        <p:nvSpPr>
          <p:cNvPr id="6" name="OPF metric 3 description line 2"/>
          <p:cNvSpPr/>
          <p:nvPr>
            <p:custDataLst>
              <p:tags r:id="rId5"/>
            </p:custDataLst>
          </p:nvPr>
        </p:nvSpPr>
        <p:spPr>
          <a:xfrm>
            <a:off x="411480" y="1635062"/>
            <a:ext cx="43205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endParaRPr lang="en-US" sz="1350" dirty="0"/>
          </a:p>
        </p:txBody>
      </p:sp>
      <p:sp>
        <p:nvSpPr>
          <p:cNvPr id="7" name="OPF metric 3 description line 3"/>
          <p:cNvSpPr/>
          <p:nvPr>
            <p:custDataLst>
              <p:tags r:id="rId6"/>
            </p:custDataLst>
          </p:nvPr>
        </p:nvSpPr>
        <p:spPr>
          <a:xfrm>
            <a:off x="411480" y="1844231"/>
            <a:ext cx="43205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endParaRPr lang="en-US" sz="1350" dirty="0"/>
          </a:p>
        </p:txBody>
      </p:sp>
      <p:sp>
        <p:nvSpPr>
          <p:cNvPr id="8" name="OPF metric 3 delta line 1"/>
          <p:cNvSpPr/>
          <p:nvPr>
            <p:custDataLst>
              <p:tags r:id="rId7"/>
            </p:custDataLst>
          </p:nvPr>
        </p:nvSpPr>
        <p:spPr>
          <a:xfrm>
            <a:off x="412596" y="2110550"/>
            <a:ext cx="43205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350" dirty="0"/>
          </a:p>
        </p:txBody>
      </p:sp>
      <p:sp>
        <p:nvSpPr>
          <p:cNvPr id="9" name="OPF metric 3 trend line 1"/>
          <p:cNvSpPr/>
          <p:nvPr>
            <p:custDataLst>
              <p:tags r:id="rId8"/>
            </p:custDataLst>
          </p:nvPr>
        </p:nvSpPr>
        <p:spPr>
          <a:xfrm>
            <a:off x="415526" y="2376869"/>
            <a:ext cx="43205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metric 11 value line 1"/>
          <p:cNvSpPr/>
          <p:nvPr>
            <p:custDataLst>
              <p:tags r:id="rId1"/>
            </p:custDataLst>
          </p:nvPr>
        </p:nvSpPr>
        <p:spPr>
          <a:xfrm>
            <a:off x="411480" y="411480"/>
            <a:ext cx="4320540" cy="662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275" b="1" dirty="0">
                <a:solidFill>
                  <a:srgbClr val="287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</a:t>
            </a:r>
            <a:endParaRPr lang="en-US" sz="4275" dirty="0"/>
          </a:p>
        </p:txBody>
      </p:sp>
      <p:sp>
        <p:nvSpPr>
          <p:cNvPr id="3" name="OPF metric 11 value line 2"/>
          <p:cNvSpPr/>
          <p:nvPr>
            <p:custDataLst>
              <p:tags r:id="rId2"/>
            </p:custDataLst>
          </p:nvPr>
        </p:nvSpPr>
        <p:spPr>
          <a:xfrm>
            <a:off x="411480" y="1073849"/>
            <a:ext cx="4320540" cy="662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275" b="1" dirty="0">
                <a:solidFill>
                  <a:srgbClr val="287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-0.5</a:t>
            </a:r>
            <a:endParaRPr lang="en-US" sz="4275" dirty="0"/>
          </a:p>
        </p:txBody>
      </p:sp>
      <p:sp>
        <p:nvSpPr>
          <p:cNvPr id="4" name="OPF metric 11 unit line 1"/>
          <p:cNvSpPr/>
          <p:nvPr>
            <p:custDataLst>
              <p:tags r:id="rId3"/>
            </p:custDataLst>
          </p:nvPr>
        </p:nvSpPr>
        <p:spPr>
          <a:xfrm>
            <a:off x="411480" y="1821942"/>
            <a:ext cx="43205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milliseconds across all completed production requests</a:t>
            </a:r>
            <a:endParaRPr lang="en-US" sz="1350" dirty="0"/>
          </a:p>
        </p:txBody>
      </p:sp>
      <p:sp>
        <p:nvSpPr>
          <p:cNvPr id="5" name="OPF metric 11 label line 1"/>
          <p:cNvSpPr/>
          <p:nvPr>
            <p:custDataLst>
              <p:tags r:id="rId4"/>
            </p:custDataLst>
          </p:nvPr>
        </p:nvSpPr>
        <p:spPr>
          <a:xfrm>
            <a:off x="411480" y="2088261"/>
            <a:ext cx="43205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metric 15 value line 1"/>
          <p:cNvSpPr/>
          <p:nvPr>
            <p:custDataLst>
              <p:tags r:id="rId1"/>
            </p:custDataLst>
          </p:nvPr>
        </p:nvSpPr>
        <p:spPr>
          <a:xfrm>
            <a:off x="411480" y="411480"/>
            <a:ext cx="4320540" cy="662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endParaRPr lang="en-US" sz="4275" dirty="0"/>
          </a:p>
        </p:txBody>
      </p:sp>
      <p:sp>
        <p:nvSpPr>
          <p:cNvPr id="3" name="OPF metric 15 trend line 1"/>
          <p:cNvSpPr/>
          <p:nvPr>
            <p:custDataLst>
              <p:tags r:id="rId2"/>
            </p:custDataLst>
          </p:nvPr>
        </p:nvSpPr>
        <p:spPr>
          <a:xfrm>
            <a:off x="411480" y="1159574"/>
            <a:ext cx="43205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metric 17 value line 1"/>
          <p:cNvSpPr/>
          <p:nvPr>
            <p:custDataLst>
              <p:tags r:id="rId1"/>
            </p:custDataLst>
          </p:nvPr>
        </p:nvSpPr>
        <p:spPr>
          <a:xfrm>
            <a:off x="411480" y="411480"/>
            <a:ext cx="289461" cy="662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275" b="1" dirty="0">
                <a:solidFill>
                  <a:srgbClr val="287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4275" dirty="0"/>
          </a:p>
        </p:txBody>
      </p:sp>
      <p:sp>
        <p:nvSpPr>
          <p:cNvPr id="3" name="OPF metric 17 unit line 1"/>
          <p:cNvSpPr/>
          <p:nvPr>
            <p:custDataLst>
              <p:tags r:id="rId2"/>
            </p:custDataLst>
          </p:nvPr>
        </p:nvSpPr>
        <p:spPr>
          <a:xfrm>
            <a:off x="759208" y="782955"/>
            <a:ext cx="136847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</a:t>
            </a:r>
            <a:endParaRPr lang="en-US" sz="1350" dirty="0"/>
          </a:p>
        </p:txBody>
      </p:sp>
      <p:sp>
        <p:nvSpPr>
          <p:cNvPr id="4" name="OPF metric 17 label line 1"/>
          <p:cNvSpPr/>
          <p:nvPr>
            <p:custDataLst>
              <p:tags r:id="rId3"/>
            </p:custDataLst>
          </p:nvPr>
        </p:nvSpPr>
        <p:spPr>
          <a:xfrm>
            <a:off x="411480" y="1159574"/>
            <a:ext cx="43205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Completion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metric 20 value line 1"/>
          <p:cNvSpPr/>
          <p:nvPr>
            <p:custDataLst>
              <p:tags r:id="rId1"/>
            </p:custDataLst>
          </p:nvPr>
        </p:nvSpPr>
        <p:spPr>
          <a:xfrm>
            <a:off x="411480" y="411480"/>
            <a:ext cx="1392013" cy="662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  <a:tabLst>
                <a:tab pos="490965" algn="l"/>
                <a:tab pos="981931" algn="l"/>
              </a:tabLst>
            </a:pPr>
            <a:r>
              <a:rPr lang="en-US" sz="4275" b="1" dirty="0">
                <a:solidFill>
                  <a:srgbClr val="287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	1	%</a:t>
            </a:r>
            <a:endParaRPr lang="en-US" sz="4275" dirty="0"/>
          </a:p>
        </p:txBody>
      </p:sp>
      <p:sp>
        <p:nvSpPr>
          <p:cNvPr id="3" name="OPF metric 20 unit line 1"/>
          <p:cNvSpPr/>
          <p:nvPr>
            <p:custDataLst>
              <p:tags r:id="rId2"/>
            </p:custDataLst>
          </p:nvPr>
        </p:nvSpPr>
        <p:spPr>
          <a:xfrm>
            <a:off x="1860643" y="782955"/>
            <a:ext cx="218303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</a:t>
            </a:r>
            <a:endParaRPr lang="en-US" sz="1350" dirty="0"/>
          </a:p>
        </p:txBody>
      </p:sp>
      <p:sp>
        <p:nvSpPr>
          <p:cNvPr id="4" name="OPF metric 20 label line 1"/>
          <p:cNvSpPr/>
          <p:nvPr>
            <p:custDataLst>
              <p:tags r:id="rId3"/>
            </p:custDataLst>
          </p:nvPr>
        </p:nvSpPr>
        <p:spPr>
          <a:xfrm>
            <a:off x="411480" y="1159574"/>
            <a:ext cx="43205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  <a:tabLst>
                <a:tab pos="155042" algn="l"/>
                <a:tab pos="620167" algn="l"/>
              </a:tabLst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	Before	After  </a:t>
            </a:r>
            <a:endParaRPr lang="en-US" sz="1350" dirty="0"/>
          </a:p>
        </p:txBody>
      </p:sp>
      <p:sp>
        <p:nvSpPr>
          <p:cNvPr id="5" name="OPF metric 20 description line 1"/>
          <p:cNvSpPr/>
          <p:nvPr>
            <p:custDataLst>
              <p:tags r:id="rId4"/>
            </p:custDataLst>
          </p:nvPr>
        </p:nvSpPr>
        <p:spPr>
          <a:xfrm>
            <a:off x="411480" y="1425893"/>
            <a:ext cx="43205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  <a:tabLst>
                <a:tab pos="155042" algn="l"/>
              </a:tabLst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	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metric 24 value line 1"/>
          <p:cNvSpPr/>
          <p:nvPr>
            <p:custDataLst>
              <p:tags r:id="rId1"/>
            </p:custDataLst>
          </p:nvPr>
        </p:nvSpPr>
        <p:spPr>
          <a:xfrm>
            <a:off x="411480" y="411480"/>
            <a:ext cx="4320540" cy="662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endParaRPr lang="en-US" sz="4275" dirty="0"/>
          </a:p>
        </p:txBody>
      </p:sp>
      <p:sp>
        <p:nvSpPr>
          <p:cNvPr id="3" name="OPF metric 24 value line 2"/>
          <p:cNvSpPr/>
          <p:nvPr>
            <p:custDataLst>
              <p:tags r:id="rId2"/>
            </p:custDataLst>
          </p:nvPr>
        </p:nvSpPr>
        <p:spPr>
          <a:xfrm>
            <a:off x="411480" y="1073849"/>
            <a:ext cx="4320540" cy="662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endParaRPr lang="en-US" sz="4275" dirty="0"/>
          </a:p>
        </p:txBody>
      </p:sp>
      <p:sp>
        <p:nvSpPr>
          <p:cNvPr id="4" name="OPF metric 24 value line 3"/>
          <p:cNvSpPr/>
          <p:nvPr>
            <p:custDataLst>
              <p:tags r:id="rId3"/>
            </p:custDataLst>
          </p:nvPr>
        </p:nvSpPr>
        <p:spPr>
          <a:xfrm>
            <a:off x="411480" y="1736217"/>
            <a:ext cx="4320540" cy="662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endParaRPr lang="en-US" sz="4275" dirty="0"/>
          </a:p>
        </p:txBody>
      </p:sp>
      <p:sp>
        <p:nvSpPr>
          <p:cNvPr id="5" name="OPF metric 24 value line 4"/>
          <p:cNvSpPr/>
          <p:nvPr>
            <p:custDataLst>
              <p:tags r:id="rId4"/>
            </p:custDataLst>
          </p:nvPr>
        </p:nvSpPr>
        <p:spPr>
          <a:xfrm>
            <a:off x="411480" y="2398586"/>
            <a:ext cx="4320540" cy="662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endParaRPr lang="en-US" sz="4275" dirty="0"/>
          </a:p>
        </p:txBody>
      </p:sp>
      <p:sp>
        <p:nvSpPr>
          <p:cNvPr id="6" name="OPF metric 24 label line 1"/>
          <p:cNvSpPr/>
          <p:nvPr>
            <p:custDataLst>
              <p:tags r:id="rId5"/>
            </p:custDataLst>
          </p:nvPr>
        </p:nvSpPr>
        <p:spPr>
          <a:xfrm>
            <a:off x="411480" y="3146679"/>
            <a:ext cx="43205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  <a:tabLst>
                <a:tab pos="155042" algn="l"/>
              </a:tabLst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	  </a:t>
            </a:r>
            <a:endParaRPr lang="en-US" sz="1350" dirty="0"/>
          </a:p>
        </p:txBody>
      </p:sp>
      <p:sp>
        <p:nvSpPr>
          <p:cNvPr id="7" name="OPF metric 24 description line 1"/>
          <p:cNvSpPr/>
          <p:nvPr>
            <p:custDataLst>
              <p:tags r:id="rId6"/>
            </p:custDataLst>
          </p:nvPr>
        </p:nvSpPr>
        <p:spPr>
          <a:xfrm>
            <a:off x="411480" y="3412998"/>
            <a:ext cx="43205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endParaRPr lang="en-US" sz="1350" dirty="0"/>
          </a:p>
        </p:txBody>
      </p:sp>
      <p:sp>
        <p:nvSpPr>
          <p:cNvPr id="8" name="OPF metric 24 description line 2"/>
          <p:cNvSpPr/>
          <p:nvPr>
            <p:custDataLst>
              <p:tags r:id="rId7"/>
            </p:custDataLst>
          </p:nvPr>
        </p:nvSpPr>
        <p:spPr>
          <a:xfrm>
            <a:off x="411480" y="3622167"/>
            <a:ext cx="43205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endParaRPr lang="en-US" sz="1350" dirty="0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1222C22726F6C65223A22616E63686F72222C2270617274223A302C226C696E65223A302C2276616C7565223A302C227061727473223A5B7B22726F6C65223A2276616C7565222C2276697369626C65223A747275652C226C696E6573223A5B7B227374617274223A302C22656E64223A312C226E6578745374617274223A312C22626F756E64617279223A22656E64227D5D7D5D7D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222C22726F6C65223A22616E63686F72222C2270617274223A302C226C696E65223A302C2276616C7565223A22222C227061727473223A5B7B22726F6C65223A2276616C7565222C2276697369626C65223A747275652C226C696E6573223A5B7B227374617274223A302C22656E64223A302C226E6578745374617274223A302C22626F756E64617279223A22656E64227D5D7D5D7D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3222C22726F6C65223A22616E63686F72222C2270617274223A302C226C696E65223A302C2276616C7565223A7B2276616C7565223A34322C22756E6974223A226D73222C226C6162656C223A224C6566745C7452696768742020222C226465736372697074696F6E223A2245786163745C725C6E5C725C6E636F6E74657874222C2264656C7461223A302C227472656E64223A22666C6174227D2C227061727473223A5B7B22726F6C65223A2276616C7565222C2276697369626C65223A747275652C226C696E6573223A5B7B227374617274223A302C22656E64223A322C226E6578745374617274223A322C22626F756E64617279223A22656E64227D5D7D2C7B22726F6C65223A22756E6974222C2276697369626C65223A747275652C226C696E6573223A5B7B227374617274223A302C22656E64223A322C226E6578745374617274223A322C22626F756E64617279223A22656E64227D5D7D2C7B22726F6C65223A226C6162656C222C2276697369626C65223A747275652C226C696E6573223A5B7B227374617274223A302C22656E64223A31322C226E6578745374617274223A31322C22626F756E64617279223A22656E64227D5D7D2C7B22726F6C65223A226465736372697074696F6E222C2276697369626C65223A747275652C226C696E6573223A5B7B227374617274223A302C22656E64223A352C226E6578745374617274223A372C22626F756E64617279223A2268617264227D2C7B227374617274223A372C22656E64223A372C226E6578745374617274223A392C22626F756E64617279223A2268617264227D2C7B227374617274223A392C22656E64223A31362C226E6578745374617274223A31362C22626F756E64617279223A22656E64227D5D7D2C7B22726F6C65223A2264656C7461222C2276697369626C65223A747275652C226C696E6573223A5B7B227374617274223A302C22656E64223A312C226E6578745374617274223A312C22626F756E64617279223A22656E64227D5D7D2C7B22726F6C65223A227472656E64222C2276697369626C65223A747275652C226C696E6573223A5B7B227374617274223A302C22656E64223A342C226E6578745374617274223A342C22626F756E64617279223A22656E64227D5D7D5D7D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3222C22726F6C65223A226C696E65222C2270617274223A312C226C696E65223A307D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3222C22726F6C65223A226C696E65222C2270617274223A322C226C696E65223A307D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3222C22726F6C65223A226C696E65222C2270617274223A332C226C696E65223A307D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3222C22726F6C65223A226C696E65222C2270617274223A332C226C696E65223A317D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3222C22726F6C65223A226C696E65222C2270617274223A332C226C696E65223A327D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3222C22726F6C65223A226C696E65222C2270617274223A342C226C696E65223A307D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3222C22726F6C65223A226C696E65222C2270617274223A352C226C696E65223A307D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131222C22726F6C65223A22616E63686F72222C2270617274223A302C226C696E65223A302C2276616C7565223A7B2276616C7565223A2234325C725C6E2D302E35222C22756E6974223A226D696C6C697365636F6E6473206163726F737320616C6C20636F6D706C657465642070726F64756374696F6E207265717565737473222C226C6162656C223A224C6174656E6379227D2C227061727473223A5B7B22726F6C65223A2276616C7565222C2276697369626C65223A747275652C226C696E6573223A5B7B227374617274223A302C22656E64223A322C226E6578745374617274223A342C22626F756E64617279223A2268617264227D2C7B227374617274223A342C22656E64223A382C226E6578745374617274223A382C22626F756E64617279223A22656E64227D5D7D2C7B22726F6C65223A22756E6974222C2276697369626C65223A747275652C226C696E6573223A5B7B227374617274223A302C22656E64223A35332C226E6578745374617274223A35332C22626F756E64617279223A22656E64227D5D7D2C7B22726F6C65223A226C6162656C222C2276697369626C65223A747275652C226C696E6573223A5B7B227374617274223A302C22656E64223A372C226E6578745374617274223A372C22626F756E64617279223A22656E64227D5D7D5D7D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131222C22726F6C65223A226C696E65222C2270617274223A302C226C696E65223A317D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131222C22726F6C65223A226C696E65222C2270617274223A312C226C696E65223A307D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131222C22726F6C65223A226C696E65222C2270617274223A322C226C696E65223A307D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135222C22726F6C65223A22616E63686F72222C2270617274223A302C226C696E65223A302C2276616C7565223A7B2276616C7565223A22222C22756E6974223A22222C226C6162656C223A22222C226465736372697074696F6E223A22222C2264656C7461223A22222C227472656E64223A227570227D2C227061727473223A5B7B22726F6C65223A2276616C7565222C2276697369626C65223A747275652C226C696E6573223A5B7B227374617274223A302C22656E64223A302C226E6578745374617274223A302C22626F756E64617279223A22656E64227D5D7D2C7B22726F6C65223A22756E6974222C2276697369626C65223A66616C73652C226C696E6573223A5B5D7D2C7B22726F6C65223A226C6162656C222C2276697369626C65223A66616C73652C226C696E6573223A5B5D7D2C7B22726F6C65223A226465736372697074696F6E222C2276697369626C65223A66616C73652C226C696E6573223A5B5D7D2C7B22726F6C65223A2264656C7461222C2276697369626C65223A66616C73652C226C696E6573223A5B5D7D2C7B22726F6C65223A227472656E64222C2276697369626C65223A747275652C226C696E6573223A5B7B227374617274223A302C22656E64223A322C226E6578745374617274223A322C22626F756E64617279223A22656E64227D5D7D5D7D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135222C22726F6C65223A226C696E65222C2270617274223A352C226C696E65223A307D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137222C22726F6C65223A22616E63686F72222C2270617274223A302C226C696E65223A302C2276616C7565223A7B2276616C7565223A312C22756E6974223A2225222C226C6162656C223A22436F6D706C6574696F6E227D2C227061727473223A5B7B22726F6C65223A2276616C7565222C2276697369626C65223A747275652C226C696E6573223A5B7B227374617274223A302C22656E64223A312C226E6578745374617274223A312C22626F756E64617279223A22656E64227D5D7D2C7B22726F6C65223A22756E6974222C2276697369626C65223A747275652C226C696E6573223A5B7B227374617274223A302C22656E64223A312C226E6578745374617274223A312C22626F756E64617279223A22656E64227D5D7D2C7B22726F6C65223A226C6162656C222C2276697369626C65223A747275652C226C696E6573223A5B7B227374617274223A302C22656E64223A31302C226E6578745374617274223A31302C22626F756E64617279223A22656E64227D5D7D5D7D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137222C22726F6C65223A226C696E65222C2270617274223A312C226C696E65223A307D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137222C22726F6C65223A226C696E65222C2270617274223A322C226C696E65223A307D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30222C22726F6C65223A22616E63686F72222C2270617274223A302C226C696E65223A302C2276616C7565223A7B2276616C7565223A225C74315C7425222C22756E6974223A226D73222C226C6162656C223A225C744265666F72655C7441667465722020222C226465736372697074696F6E223A225C74227D2C227061727473223A5B7B22726F6C65223A2276616C7565222C2276697369626C65223A747275652C226C696E6573223A5B7B227374617274223A302C22656E64223A342C226E6578745374617274223A342C22626F756E64617279223A22656E64227D5D7D2C7B22726F6C65223A22756E6974222C2276697369626C65223A747275652C226C696E6573223A5B7B227374617274223A302C22656E64223A322C226E6578745374617274223A322C22626F756E64617279223A22656E64227D5D7D2C7B22726F6C65223A226C6162656C222C2276697369626C65223A747275652C226C696E6573223A5B7B227374617274223A302C22656E64223A31352C226E6578745374617274223A31352C22626F756E64617279223A22656E64227D5D7D2C7B22726F6C65223A226465736372697074696F6E222C2276697369626C65223A747275652C226C696E6573223A5B7B227374617274223A302C22656E64223A312C226E6578745374617274223A312C22626F756E64617279223A22656E64227D5D7D5D7D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30222C22726F6C65223A226C696E65222C2270617274223A312C226C696E65223A307D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30222C22726F6C65223A226C696E65222C2270617274223A322C226C696E65223A307D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30222C22726F6C65223A226C696E65222C2270617274223A332C226C696E65223A307D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34222C22726F6C65223A22616E63686F72222C2270617274223A302C226C696E65223A302C2276616C7565223A7B2276616C7565223A225C725C6E5C725C6E5C6E222C226C6162656C223A225C742020222C226465736372697074696F6E223A225C6E227D2C227061727473223A5B7B22726F6C65223A2276616C7565222C2276697369626C65223A747275652C226C696E6573223A5B7B227374617274223A302C22656E64223A302C226E6578745374617274223A322C22626F756E64617279223A2268617264227D2C7B227374617274223A322C22656E64223A322C226E6578745374617274223A342C22626F756E64617279223A2268617264227D2C7B227374617274223A342C22656E64223A342C226E6578745374617274223A352C22626F756E64617279223A2268617264227D2C7B227374617274223A352C22656E64223A352C226E6578745374617274223A352C22626F756E64617279223A22656E64227D5D7D2C7B22726F6C65223A226C6162656C222C2276697369626C65223A747275652C226C696E6573223A5B7B227374617274223A302C22656E64223A332C226E6578745374617274223A332C22626F756E64617279223A22656E64227D5D7D2C7B22726F6C65223A226465736372697074696F6E222C2276697369626C65223A747275652C226C696E6573223A5B7B227374617274223A302C22656E64223A302C226E6578745374617274223A312C22626F756E64617279223A2268617264227D2C7B227374617274223A312C22656E64223A312C226E6578745374617274223A312C22626F756E64617279223A22656E64227D5D7D5D7D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34222C22726F6C65223A226C696E65222C2270617274223A302C226C696E65223A317D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34222C22726F6C65223A226C696E65222C2270617274223A302C226C696E65223A327D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34222C22726F6C65223A226C696E65222C2270617274223A302C226C696E65223A337D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34222C22726F6C65223A226C696E65222C2270617274223A312C226C696E65223A307D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34222C22726F6C65223A226C696E65222C2270617274223A322C226C696E65223A307D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34222C22726F6C65223A226C696E65222C2270617274223A322C226C696E65223A317D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44</Words>
  <Application>Microsoft Office PowerPoint</Application>
  <PresentationFormat>On-screen Show (16:9)</PresentationFormat>
  <Paragraphs>29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OpenPresentation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OPF Presentation</dc:title>
  <dc:subject/>
  <dc:creator>OpenPresentation</dc:creator>
  <cp:lastModifiedBy>Michael Grimm</cp:lastModifiedBy>
  <cp:revision>2</cp:revision>
  <dcterms:created xsi:type="dcterms:W3CDTF">1980-01-01T00:00:00Z</dcterms:created>
  <dcterms:modified xsi:type="dcterms:W3CDTF">2026-09-10T19:18:21Z</dcterms:modified>
</cp:coreProperties>
</file>