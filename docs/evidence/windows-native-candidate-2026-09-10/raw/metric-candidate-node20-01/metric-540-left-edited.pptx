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72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33265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2596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5526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59208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60643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2026-09-10T19:18:21Z</dcterms:modified>
</cp:coreProperties>
</file>