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21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7768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50128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54035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012277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8085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2026-09-10T19:18:14Z</dcterms:modified>
</cp:coreProperties>
</file>