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10523242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637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637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470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4637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38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3022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10998748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11459408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9420072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