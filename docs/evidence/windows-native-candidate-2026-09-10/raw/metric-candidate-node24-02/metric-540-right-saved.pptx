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37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3891932" y="411480"/>
            <a:ext cx="56463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409778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409778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4102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409778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411285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407266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4248561" y="411480"/>
            <a:ext cx="289461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4594056" y="782955"/>
            <a:ext cx="136847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3064554" y="411480"/>
            <a:ext cx="1392013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4513522" y="782955"/>
            <a:ext cx="218303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On-screen Show (16:9)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2026-09-10T19:17:11Z</dcterms:modified>
</cp:coreProperties>
</file>