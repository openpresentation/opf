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55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35941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73694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984356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2026-09-10T19:17:59Z</dcterms:modified>
</cp:coreProperties>
</file>