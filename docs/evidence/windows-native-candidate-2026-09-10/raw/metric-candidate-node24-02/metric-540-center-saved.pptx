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5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51706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3002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38017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2026-09-10T19:18:06Z</dcterms:modified>
</cp:coreProperties>
</file>