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280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56463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033265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2596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5526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289461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759208" y="782955"/>
            <a:ext cx="136847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1392013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1860643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2026-09-10T19:18:04Z</dcterms:modified>
</cp:coreProperties>
</file>