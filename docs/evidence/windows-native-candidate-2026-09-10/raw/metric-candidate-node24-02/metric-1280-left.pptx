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548640" y="548640"/>
            <a:ext cx="75284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37768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550128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554035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548640" y="548640"/>
            <a:ext cx="38594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1012277" y="1043940"/>
            <a:ext cx="18246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548640" y="548640"/>
            <a:ext cx="185601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2480857" y="1043940"/>
            <a:ext cx="29107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