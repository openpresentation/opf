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2506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75284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1377687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54864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550128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554035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54864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548640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38594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1012277" y="1043940"/>
            <a:ext cx="18246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85601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2480857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/>
              <a:t>NATIVE </a:t>
            </a: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/>
              <a:t>Edited </a:t>
            </a: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Widescreen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2026-09-10T19:17:57Z</dcterms:modified>
</cp:coreProperties>
</file>