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37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3891932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4513522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09778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09778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02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09778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285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07266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248561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4594056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3064554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4513522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/>
              <a:t>Edited </a:t>
            </a: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2026-09-10T19:17:11Z</dcterms:modified>
</cp:coreProperties>
</file>