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554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5535941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6364988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5773694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6235843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984356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6916573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2026-09-10T19:17:59Z</dcterms:modified>
</cp:coreProperties>
</file>