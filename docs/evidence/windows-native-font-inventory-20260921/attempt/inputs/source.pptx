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720" cy="371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Regular </a:t>
            </a:r>
            <a:r>
              <a:rPr lang="en-US" sz="20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Bold </a:t>
            </a:r>
            <a:r>
              <a:rPr lang="en-US" sz="2200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 </a:t>
            </a:r>
            <a:r>
              <a:rPr lang="en-US" sz="2400" b="1" i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BoldItalic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