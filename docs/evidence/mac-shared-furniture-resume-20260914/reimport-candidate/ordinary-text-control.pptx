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Heading1.xml" ContentType="application/vnd.openxmlformats-officedocument.presentationml.tags+xml"/>
  <Override PartName="/ppt/tags/opfText1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OpfHeading1" Type="http://schemas.openxmlformats.org/officeDocument/2006/relationships/tags" Target="../tags/opfHeading1.xml"/><Relationship Id="rIdOpfText1" Type="http://schemas.openxmlformats.org/officeDocument/2006/relationships/tags" Target="../tags/opfTex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itle line 0"/>
          <p:cNvSpPr/>
          <p:nvPr>
            <p:custDataLst>
              <p:tags r:id="rIdOpfHeading1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Ordinary heading</a:t>
            </a:r>
            <a:endParaRPr lang="en-US" sz="4050" dirty="0"/>
          </a:p>
        </p:txBody>
      </p:sp>
      <p:sp>
        <p:nvSpPr>
          <p:cNvPr id="3" name="OPF text slides.0.text line 0"/>
          <p:cNvSpPr/>
          <p:nvPr>
            <p:custDataLst>
              <p:tags r:id="rIdOpfText1"/>
            </p:custDataLst>
          </p:nvPr>
        </p:nvSpPr>
        <p:spPr>
          <a:xfrm>
            <a:off x="548640" y="1410866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Ordinary body</a:t>
            </a:r>
            <a:endParaRPr lang="en-US" sz="1875" dirty="0"/>
          </a:p>
        </p:txBody>
      </p:sp>
    </p:spTree>
  </p:cSld>
  <p:clrMapOvr>
    <a:masterClrMapping/>
  </p:clrMapOvr>
</p:sld>
</file>

<file path=ppt/tags/opfHeading1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opfText1.xml><?xml version="1.0" encoding="utf-8"?>
<p:tagLst xmlns:p="http://schemas.openxmlformats.org/presentationml/2006/main">
  <p:tag name="OPF_TEXT_V1" val="7B2276223A312C2267726F7570223A22736C696465732E302E74657874222C226C696E65223A302C22636F756E74223A312C22626F756E64617279223A22656E64222C22736570617261746F72223A2222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