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Slide" Type="http://schemas.openxmlformats.org/officeDocument/2006/relationships/tags" Target="../tags/opfFurniture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0483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5896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8162687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2026-09-14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</a:t>
            </a:r>
            <a:endParaRPr lang="en-US" sz="4050" dirty="0"/>
          </a:p>
        </p:txBody>
      </p:sp>
      <p:sp>
        <p:nvSpPr>
          <p:cNvPr id="9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1 part 0 line 0"/>
          <p:cNvSpPr/>
          <p:nvPr>
            <p:custDataLst>
              <p:tags r:id="rIdOpfFurniture7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0483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Header	words</a:t>
            </a:r>
            <a:endParaRPr lang="en-US" sz="1200" dirty="0"/>
          </a:p>
        </p:txBody>
      </p:sp>
      <p:sp>
        <p:nvSpPr>
          <p:cNvPr id="3" name="OPF furniture 1 part 0 line 1"/>
          <p:cNvSpPr/>
          <p:nvPr>
            <p:custDataLst>
              <p:tags r:id="rIdOpfFurniture8"/>
            </p:custDataLst>
          </p:nvPr>
        </p:nvSpPr>
        <p:spPr>
          <a:xfrm>
            <a:off x="855896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 </a:t>
            </a:r>
            <a:endParaRPr lang="en-US" sz="1200" dirty="0"/>
          </a:p>
        </p:txBody>
      </p:sp>
      <p:sp>
        <p:nvSpPr>
          <p:cNvPr id="4" name="OPF furniture 1 part 0 line 2"/>
          <p:cNvSpPr/>
          <p:nvPr>
            <p:custDataLst>
              <p:tags r:id="rIdOpfFurniture9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1 part 1 line 0"/>
          <p:cNvSpPr/>
          <p:nvPr>
            <p:custDataLst>
              <p:tags r:id="rIdOpfFurniture10"/>
            </p:custDataLst>
          </p:nvPr>
        </p:nvSpPr>
        <p:spPr>
          <a:xfrm>
            <a:off x="8166631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Details</a:t>
            </a:r>
            <a:endParaRPr lang="en-US" sz="1200" dirty="0"/>
          </a:p>
        </p:txBody>
      </p:sp>
      <p:sp>
        <p:nvSpPr>
          <p:cNvPr id="6" name="OPF furniture 1 part 2 line 0"/>
          <p:cNvSpPr/>
          <p:nvPr>
            <p:custDataLst>
              <p:tags r:id="rIdOpfFurniture11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2026-09-14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OpfFurniture12"/>
            </p:custDataLst>
          </p:nvPr>
        </p:nvSpPr>
        <p:spPr>
          <a:xfrm>
            <a:off x="816477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747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1222C2270617274223A302C226C696E65223A302C22636F756E74223A332C22626F756E64617279223A2268617264222C22736570617261746F72223A225C725C6E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1222C2270617274223A302C226C696E65223A312C22636F756E74223A332C22626F756E64617279223A2268617264222C22736570617261746F72223A225C725C6E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02C226C696E65223A322C22636F756E74223A33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7269676874223A7B2273656374696F6E223A74727565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74657874222C2274797065223A2274657874222C22636F756E74223A33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76C6F62616C222C2276616C7565223A7B226C656674223A7B2274657874223A226C69746572616C227D2C227269676874223A7B2273656374696F6E223A74727565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74657874222C2274797065223A2274657874222C22636F756E74223A33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