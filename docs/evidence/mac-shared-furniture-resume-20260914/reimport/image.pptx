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Current native header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62865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4050" dirty="0"/>
          </a:p>
        </p:txBody>
      </p:sp>
      <p:sp>
        <p:nvSpPr>
          <p:cNvPr id="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88114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