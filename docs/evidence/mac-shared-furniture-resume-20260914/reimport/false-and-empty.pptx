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Disabled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Empty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410866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/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</a:t>
            </a:r>
            <a:endParaRPr lang="en-US" sz="1200" dirty="0"/>
          </a:p>
        </p:txBody>
      </p:sp>
      <p:sp>
        <p:nvSpPr>
          <p:cNvPr id="3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</a:t>
            </a:r>
            <a:endParaRPr lang="en-US" sz="4050" dirty="0"/>
          </a:p>
        </p:txBody>
      </p:sp>
      <p:sp>
        <p:nvSpPr>
          <p:cNvPr id="4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