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/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0483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/>
        </p:nvSpPr>
        <p:spPr>
          <a:xfrm>
            <a:off x="855896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 </a:t>
            </a:r>
            <a:endParaRPr lang="en-US" sz="1200" dirty="0"/>
          </a:p>
        </p:txBody>
      </p:sp>
      <p:sp>
        <p:nvSpPr>
          <p:cNvPr id="4" name="OPF furniture 0 part 0 line 2"/>
          <p:cNvSpPr/>
          <p:nvPr/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/>
        </p:nvSpPr>
        <p:spPr>
          <a:xfrm>
            <a:off x="8162687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OPF furniture 0 part 2 line 0"/>
          <p:cNvSpPr/>
          <p:nvPr/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2026-09-14 </a:t>
            </a:r>
            <a:endParaRPr lang="en-US" sz="1200" dirty="0"/>
          </a:p>
        </p:txBody>
      </p:sp>
      <p:sp>
        <p:nvSpPr>
          <p:cNvPr id="7" name="OPF furniture 0 part 3 line 0"/>
          <p:cNvSpPr/>
          <p:nvPr/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</a:t>
            </a:r>
            <a:endParaRPr lang="en-US" sz="4050" dirty="0"/>
          </a:p>
        </p:txBody>
      </p:sp>
      <p:sp>
        <p:nvSpPr>
          <p:cNvPr id="9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body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1 part 0 line 0"/>
          <p:cNvSpPr/>
          <p:nvPr/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0483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Header	words</a:t>
            </a:r>
            <a:endParaRPr lang="en-US" sz="1200" dirty="0"/>
          </a:p>
        </p:txBody>
      </p:sp>
      <p:sp>
        <p:nvSpPr>
          <p:cNvPr id="3" name="OPF furniture 1 part 0 line 1"/>
          <p:cNvSpPr/>
          <p:nvPr/>
        </p:nvSpPr>
        <p:spPr>
          <a:xfrm>
            <a:off x="855896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 </a:t>
            </a:r>
            <a:endParaRPr lang="en-US" sz="1200" dirty="0"/>
          </a:p>
        </p:txBody>
      </p:sp>
      <p:sp>
        <p:nvSpPr>
          <p:cNvPr id="4" name="OPF furniture 1 part 0 line 2"/>
          <p:cNvSpPr/>
          <p:nvPr/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1 part 1 line 0"/>
          <p:cNvSpPr/>
          <p:nvPr/>
        </p:nvSpPr>
        <p:spPr>
          <a:xfrm>
            <a:off x="8166631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Details</a:t>
            </a:r>
            <a:endParaRPr lang="en-US" sz="1200" dirty="0"/>
          </a:p>
        </p:txBody>
      </p:sp>
      <p:sp>
        <p:nvSpPr>
          <p:cNvPr id="6" name="OPF furniture 1 part 2 line 0"/>
          <p:cNvSpPr/>
          <p:nvPr/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2026-09-14 </a:t>
            </a:r>
            <a:endParaRPr lang="en-US" sz="1200" dirty="0"/>
          </a:p>
        </p:txBody>
      </p:sp>
      <p:sp>
        <p:nvSpPr>
          <p:cNvPr id="7" name="OPF furniture 1 part 3 line 0"/>
          <p:cNvSpPr/>
          <p:nvPr/>
        </p:nvSpPr>
        <p:spPr>
          <a:xfrm>
            <a:off x="816477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747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body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