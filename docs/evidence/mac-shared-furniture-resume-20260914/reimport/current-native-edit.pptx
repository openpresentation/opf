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/>
        </p:nvSpPr>
        <p:spPr>
          <a:xfrm>
            <a:off x="85411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Edited header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native text</a:t>
            </a:r>
            <a:endParaRPr lang="en-US" sz="4050" dirty="0"/>
          </a:p>
        </p:txBody>
      </p:sp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