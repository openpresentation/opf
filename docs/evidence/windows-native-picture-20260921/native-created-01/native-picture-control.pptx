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44FF-DACA-A258-A994-075A0F837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0B2B0-0649-96BE-01EE-07D382EB3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4AEB3-6B54-C44B-120D-826E8238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E36F-BDB3-DB02-2A54-F6FD4B6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5A58E-1D2C-D3D2-4AA8-EF70D0B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88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2A25-5059-176E-3ACB-3D17FFCC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BB21-3130-CBC8-01A5-21E29DF5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9046-86DE-C614-0628-AF93889C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47DC-1356-59D4-0C27-8C4C7EDC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87CB1-2E88-3C07-D7F9-2732C0EA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2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9CB1-3FB8-C71D-107B-A55C674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47906-428E-45E5-CEDC-6057AA895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373B-B0CA-2F67-A5BB-6E99F005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99DAC-8B13-1C4D-F111-195694C6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C7801-E975-E1CB-9D30-82931801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1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9894-A88F-57E1-1412-804EFFE1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540DA-4EA7-64EB-6DF6-DB2D1E184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69295-6FE1-711E-A0B5-1A2775CF4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72881-C18B-C244-9894-93896D12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282E0-FCAC-BFD4-013F-1210F80F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5CCFD-4C6A-6B11-B27D-634BD8CA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4350-7DC3-16CE-C00E-F4860E68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161C3-FAB3-128D-8289-19732CA5F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FD02B-805D-A5E8-4574-61A971FAE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6397E-52C2-C95F-6195-8587A9C3A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7D79D-D8FB-325D-DCF5-EA8D3504A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5750D-34A2-4D50-B3A9-EFDE65CE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FF8B8-A772-F097-DE9F-E3CE95FD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DFEB9-F301-A65D-CE61-E1C32834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8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63BA-EBDE-BF0C-F19D-C04EB29D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9F221-49B2-78A3-7C3B-7C85C0DA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93A6A-A620-7620-440A-4E37958E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7E728-B0CD-EB37-B708-47EBDF3A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8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F131E-68BD-4168-13A3-EEFFDE30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BACB8-6CBF-A35E-13B0-06D70DC6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2C23C-5FF0-B672-3525-94443A70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4555-63DF-EAC2-98FD-C0052E26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EB1A-8964-28F8-21DF-458104158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600F5-30AB-F90F-28EC-41DFB8BA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BAF31-5D46-11D0-434F-863BF64C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E0C7C-B115-B4F5-06E8-D32CE7A7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C7C9B-6C85-E21E-F7E7-E3DCE57B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2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1BFC-116E-6EEE-E679-1C54AA3B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187A6-1EFD-7900-9FD7-5E19BB6F4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C6EF-7979-BC20-C5AB-BFA31DD09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EC47D-8235-13E8-83EF-B32F9063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5F61B-AD6C-68B0-5C78-7486C919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B33FA-08D3-263D-E944-9BABBCBB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0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9FE4-58E7-9161-A21E-4B1BFE8B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6B88F-0644-63CB-4B6E-CDCD2266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AECDB-D7C8-9E3D-EE1B-DB34BDC6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92A27-6371-7955-A92F-88E3462E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50C63-A661-B441-3D23-DFD42046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1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56E76-8F5C-B3B6-9121-81E595CDA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1AC99-3061-78D5-9484-E00552153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2711A-172A-D935-FF3F-184053BE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E8F36-09DA-B295-CF2A-0E42F7C3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4F03F-4092-87AD-B152-FD9550A9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1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0057E-B3CE-8F42-C1D0-73CE8DDA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A3880-06A2-5A53-8E32-86E25F08D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1DABE-C5A2-09B1-7FB0-FF182EC65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5473A-7756-458F-A13B-EC8D44CA57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F8E28-18ED-06C4-C99E-A15F88AE1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9808D-AD99-73FE-C445-7036A3755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B227F-14A2-4469-883B-AC100AC6B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ative-picture-control" descr="Four quadrants and a circle">
            <a:extLst>
              <a:ext uri="{FF2B5EF4-FFF2-40B4-BE49-F238E27FC236}">
                <a16:creationId xmlns:a16="http://schemas.microsoft.com/office/drawing/2014/main" id="{D933641F-D8E7-C546-C972-A6BD05044D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2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2026-09-21T17:45:23Z</dcterms:created>
  <dcterms:modified xsi:type="dcterms:W3CDTF">2026-09-21T17:45:23Z</dcterms:modified>
</cp:coreProperties>
</file>