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dia/image-1-1.png" ContentType="image/png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1" descr="Four quadrants and a 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5320"/>
            <a:ext cx="11094720" cy="5547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