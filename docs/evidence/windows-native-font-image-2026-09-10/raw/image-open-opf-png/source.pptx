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PNG contr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enorite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enorit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