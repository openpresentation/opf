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70C9C-F17E-79A6-F438-C2407B536F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93CA7-7E9B-1182-F11C-36870F0572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662E9-83B3-6727-41A2-3BDED478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6E3DA-521E-1515-B2F1-5BC920ACA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0B7EF-D07B-CEB3-9961-F52CB1507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13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078C5-C197-DA30-2500-1B1C33744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6A838-2F5C-5F9A-7409-301EBCFCCE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E9994-DE44-D43D-59EA-C7E8E4D4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4D90-0E7C-1BEB-855E-96A742D96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87853-966F-9EC6-3CDD-CFF0E841F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8158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4E430-EB25-7520-4068-0183614B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3DDA2-AF91-31F5-D5D1-945B523F2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10D1B-DC60-3717-0954-111DC01DE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29B6-CBA9-BEFA-8608-8492A297C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8EBD0-5022-7BEA-2D0B-3D568EF2B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46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24268-C9A4-C6A3-42F8-D5ACD3FE4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1A1B9-5CD2-AD0F-149E-A166FF3F1C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36E765-0042-84B1-7013-705549AF84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0F5770-F4EF-3E8E-E946-C6E2814B6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AEDFD1-F1C9-F3AF-AF35-93283907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7548D-2969-478A-C9D1-311F316FC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43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0774D-9AFC-B8D5-40F9-E719DEA4D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A658C-B497-C50E-ACC9-718F648E39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FC19BD-593F-7427-D714-4D71027A7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9D3BE6-9E49-D66B-EB80-92E6FEEEC8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7E25E7-8096-8B1B-DD35-ECE5368D39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EF14F-D78A-C37A-5D66-3B5AC05C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FE1819-A42B-4EEB-6F27-7A9AADACD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391999-9A3E-9F12-874B-837857E58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22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1D302-D517-5C59-B7B8-E73F625C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A6C37-C54F-E807-5A6D-DD1F68DF9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E37B5-9939-ED75-4761-91406096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CA2289-11C9-9A72-E3E6-36AD46402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8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676117-A8F4-5359-2FC2-93D5C3E4B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02B1BB-1EFF-7559-08F9-EF4DB740A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1B0CE-00DD-83D4-8453-84CB7C89F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41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3663-DB6B-FB37-A2F5-587FD8CED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E1815-D0C6-DEC4-0329-57B2C62F2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52B11-5AA1-F90E-36D2-5BC875E6D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12E3CC-7C54-1CF8-59F6-303A7CB4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2A1DD-CA65-C87F-4400-7F8C025C4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0EBC2-EA9B-AD94-2FB3-EC8B79FA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1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3A53A-5F2B-D3EA-A5E5-EEB5EC76F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377034-360B-E08D-B245-480ABA6BED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73F236-5762-5C38-4EE5-0A34B8CD4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E6B24-DBF2-93CE-72EA-938D05342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FFC357-7AF1-70AF-9D65-AB584D15D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102D2E-4B5F-D67A-4F38-86F5F9303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07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30D4-F21B-EA0C-E9BD-0FDEE3D4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5817E-D281-1BB5-C085-E4C49177A4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7472E-B086-5419-6C39-45D1D724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F1584C-BA1D-A0DF-0FC5-9E8B3E15D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86812-A570-5FAF-C699-FBCF7DCFC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368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D513AF-8F63-FB7C-097C-A68E0B6330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11C443-2887-124F-9158-7B58FC424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10D95-DD93-7730-495D-B699A76FF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859D4-7B99-7E56-0D52-5D586D9E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4357B-3BF1-2B1E-7D8B-9E7529B6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84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6105F4-471B-77C9-1C58-C30601F2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77C77-8F46-E6D3-6BA6-B691F1A588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668BB-7450-2E99-E7EA-2217A2C861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7260C-6CE6-413B-AA63-8471404F955D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2BA6A-BC0C-3126-6626-718F31687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F2B69-17C7-DFFD-C5CF-BCFB98A0D3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535FD9-DE3F-45CC-8E8E-052DB505E1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294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Aptos Display</vt:lpstr>
      <vt:lpstr>Arial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Grimm</dc:creator>
  <cp:lastModifiedBy>Michael Grimm</cp:lastModifiedBy>
  <cp:revision>1</cp:revision>
  <dcterms:created xsi:type="dcterms:W3CDTF">2026-09-10T20:02:49Z</dcterms:created>
  <dcterms:modified xsi:type="dcterms:W3CDTF">2026-09-10T20:02:49Z</dcterms:modified>
</cp:coreProperties>
</file>