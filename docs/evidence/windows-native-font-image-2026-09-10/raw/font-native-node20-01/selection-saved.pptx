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020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444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56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Heading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747" y="1601804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Subtitle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747" y="2120916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text stays editable.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 </a:t>
            </a:r>
            <a:r>
              <a:rPr lang="en-US" sz="1875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italic </a:t>
            </a:r>
            <a:r>
              <a:rPr lang="en-US" sz="1875" b="1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PF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1109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Header </a:t>
                      </a: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normal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373"/>
                        </a:lnSpc>
                        <a:buNone/>
                      </a:pPr>
                      <a:r>
                        <a:rPr lang="en-US" sz="1125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Cell </a:t>
                      </a:r>
                      <a:r>
                        <a:rPr lang="en-US" sz="1125" i="1" dirty="0">
                          <a:solidFill>
                            <a:srgbClr val="FFFFF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emphasis</a:t>
                      </a:r>
                      <a:endParaRPr lang="en-US" sz="1125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C6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1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90" y="720090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SemiBold" pitchFamily="34" charset="0"/>
                <a:ea typeface="Roboto SemiBold" pitchFamily="34" charset="-122"/>
                <a:cs typeface="Roboto SemiBold" pitchFamily="34" charset="-120"/>
              </a:rPr>
              <a:t>"Quote body"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Quote author - Original source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example.js</a:t>
            </a:r>
            <a:endParaRPr lang="en-US" sz="1200" dirty="0"/>
          </a:p>
        </p:txBody>
      </p:sp>
      <p:sp>
        <p:nvSpPr>
          <p:cNvPr id="4" name="OPF code 1 language line 1"/>
          <p:cNvSpPr/>
          <p:nvPr>
            <p:custDataLst>
              <p:tags r:id="rId3"/>
            </p:custDataLst>
          </p:nvPr>
        </p:nvSpPr>
        <p:spPr>
          <a:xfrm>
            <a:off x="720090" y="982218"/>
            <a:ext cx="107518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5" name="OPF code 1 body line 1"/>
          <p:cNvSpPr/>
          <p:nvPr>
            <p:custDataLst>
              <p:tags r:id="rId4"/>
            </p:custDataLst>
          </p:nvPr>
        </p:nvSpPr>
        <p:spPr>
          <a:xfrm>
            <a:off x="720090" y="1282446"/>
            <a:ext cx="1075182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const count = 123;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700" dirty="0">
                <a:solidFill>
                  <a:srgbClr val="2874A6"/>
                </a:solidFill>
                <a:latin typeface="Roboto ExtraBold" pitchFamily="34" charset="0"/>
                <a:ea typeface="Roboto ExtraBold" pitchFamily="34" charset="-122"/>
                <a:cs typeface="Roboto ExtraBold" pitchFamily="34" charset="-120"/>
              </a:rPr>
              <a:t>123</a:t>
            </a:r>
            <a:endParaRPr lang="en-US" sz="5700" dirty="0"/>
          </a:p>
        </p:txBody>
      </p:sp>
      <p:sp>
        <p:nvSpPr>
          <p:cNvPr id="3" name="OPF metric 1 label line 1"/>
          <p:cNvSpPr/>
          <p:nvPr>
            <p:custDataLst>
              <p:tags r:id="rId2"/>
            </p:custDataLst>
          </p:nvPr>
        </p:nvSpPr>
        <p:spPr>
          <a:xfrm>
            <a:off x="553137" y="154609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Weight 500 label</a:t>
            </a:r>
            <a:endParaRPr lang="en-US" sz="1725" dirty="0"/>
          </a:p>
        </p:txBody>
      </p:sp>
      <p:sp>
        <p:nvSpPr>
          <p:cNvPr id="4" name="OPF metric 1 description line 1"/>
          <p:cNvSpPr/>
          <p:nvPr>
            <p:custDataLst>
              <p:tags r:id="rId3"/>
            </p:custDataLst>
          </p:nvPr>
        </p:nvSpPr>
        <p:spPr>
          <a:xfrm>
            <a:off x="548640" y="1896574"/>
            <a:ext cx="11094720" cy="23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Regular description</a:t>
            </a:r>
            <a:endParaRPr lang="en-US" sz="1500" dirty="0"/>
          </a:p>
        </p:txBody>
      </p:sp>
      <p:sp>
        <p:nvSpPr>
          <p:cNvPr id="5" name="OPF metric 1 delta line 1"/>
          <p:cNvSpPr/>
          <p:nvPr>
            <p:custDataLst>
              <p:tags r:id="rId4"/>
            </p:custDataLst>
          </p:nvPr>
        </p:nvSpPr>
        <p:spPr>
          <a:xfrm>
            <a:off x="551105" y="2212518"/>
            <a:ext cx="110947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+2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list paragraph 1"/>
          <p:cNvSpPr/>
          <p:nvPr/>
        </p:nvSpPr>
        <p:spPr>
          <a:xfrm>
            <a:off x="548640" y="54864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1938" indent="-261938" algn="l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bold</a:t>
            </a:r>
            <a:endParaRPr lang="en-US" sz="1875" dirty="0"/>
          </a:p>
        </p:txBody>
      </p:sp>
      <p:sp>
        <p:nvSpPr>
          <p:cNvPr id="3" name="OPF list paragraph 2"/>
          <p:cNvSpPr/>
          <p:nvPr/>
        </p:nvSpPr>
        <p:spPr>
          <a:xfrm>
            <a:off x="548640" y="90582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61938" indent="-261938" algn="l">
              <a:lnSpc>
                <a:spcPct val="100000"/>
              </a:lnSpc>
              <a:buClr>
                <a:srgbClr val="FFFFFF"/>
              </a:buClr>
              <a:buSzPts val="1875"/>
              <a:buFont typeface="Roboto"/>
              <a:buChar char="•"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item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7B2266696C656E616D65223A226578616D706C652E6A73222C226C616E6775616765223A224A617661536372697074222C22736F75726365223A22636F6E737420636F756E74203D203132333B227D2C227061727473223A5B7B22726F6C65223A2266696C656E616D65222C2267656E657261746564223A66616C73652C226C696E6573223A5B7B227374617274223A302C22656E64223A31302C226E6578745374617274223A31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1382C226E6578745374617274223A3138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22C226C696E65223A30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7B2276616C7565223A3132332C226C6162656C223A2257656967687420353030206C6162656C222C226465736372697074696F6E223A22526567756C6172206465736372697074696F6E222C2264656C7461223A222B32227D2C227061727473223A5B7B22726F6C65223A2276616C7565222C2276697369626C65223A747275652C226C696E6573223A5B7B227374617274223A302C22656E64223A332C226E6578745374617274223A332C22626F756E64617279223A22656E64227D5D7D2C7B22726F6C65223A226C6162656C222C2276697369626C65223A747275652C226C696E6573223A5B7B227374617274223A302C22656E64223A31362C226E6578745374617274223A31362C22626F756E64617279223A22656E64227D5D7D2C7B22726F6C65223A226465736372697074696F6E222C2276697369626C65223A747275652C226C696E6573223A5B7B227374617274223A302C22656E64223A31392C226E6578745374617274223A31392C22626F756E64617279223A22656E64227D5D7D2C7B22726F6C65223A2264656C7461222C2276697369626C65223A747275652C226C696E6573223A5B7B227374617274223A302C22656E64223A322C226E6578745374617274223A322C22626F756E64617279223A22656E64227D5D7D5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C696E65222C2270617274223A33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Widescreen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Roboto</vt:lpstr>
      <vt:lpstr>Roboto ExtraBold</vt:lpstr>
      <vt:lpstr>Roboto Medium</vt:lpstr>
      <vt:lpstr>Roboto Mono</vt:lpstr>
      <vt:lpstr>Roboto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2026-09-10T19:55:05Z</dcterms:modified>
</cp:coreProperties>
</file>