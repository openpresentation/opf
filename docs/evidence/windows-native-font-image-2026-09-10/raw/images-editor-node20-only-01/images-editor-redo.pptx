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dia/image-1-1.png" ContentType="image/png"/>
  <Override PartName="/ppt/media/image-2-1.png" ContentType="image/png"/>
  <Override PartName="/ppt/media/image-3-1.png" ContentType="image/png"/>
  <Override PartName="/ppt/media/image-4-1.jpeg" ContentType="image/jpeg"/>
  <Override PartName="/ppt/media/image-5-1.jpeg" ContentType="image/jpeg"/>
  <Override PartName="/ppt/media/image-6-1.gif" ContentType="image/gif"/>
  <Override PartName="/ppt/media/image-7-1.png" ContentType="image/png"/>
  <Override PartName="/ppt/media/image-8-1.png" ContentType="image/png"/>
  <Override PartName="/ppt/media/image-9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Editor replaced wide with ta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5820" y="548640"/>
            <a:ext cx="288036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2" descr="t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5820" y="548640"/>
            <a:ext cx="288036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3" descr="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5640" y="548640"/>
            <a:ext cx="57607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4" descr="w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5320"/>
            <a:ext cx="11094720" cy="5547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5" descr="wide-progressiv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5320"/>
            <a:ext cx="11094720" cy="5547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6" descr="wid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5320"/>
            <a:ext cx="11094720" cy="5547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7" descr="wide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5320"/>
            <a:ext cx="11094720" cy="5547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8" descr="wide-lossy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5320"/>
            <a:ext cx="11094720" cy="5547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9" descr="wide-alpha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5320"/>
            <a:ext cx="11094720" cy="5547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enorite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enorit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