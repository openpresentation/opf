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webp" ContentType="image/webp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dia/image-1-1.png" ContentType="image/png"/>
  <Override PartName="/ppt/media/image-2-1.png" ContentType="image/png"/>
  <Override PartName="/ppt/media/image-3-1.png" ContentType="image/png"/>
  <Override PartName="/ppt/media/image-4-1.jpeg" ContentType="image/jpeg"/>
  <Override PartName="/ppt/media/image-5-1.jpeg" ContentType="image/jpeg"/>
  <Override PartName="/ppt/media/image-6-1.gif" ContentType="image/gif"/>
  <Override PartName="/ppt/media/image-7-1.png" ContentType="image/png"/>
  <Override PartName="/ppt/media/image-8-1.png" ContentType="image/png"/>
  <Override PartName="/ppt/media/image-9-1.png" ContentType="image/png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gif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PF image 1" descr="wide.png">    </p:cNvPr>
          <p:cNvPicPr>
            <a:picLocks noChangeAspect="1"/>
          </p:cNvPicPr>
          <p:nvPr/>
        </p:nvPicPr>
        <p:blipFill>
          <a:blip r:embed="rId1"/>
          <a:srcRect l="1852" r="1852" t="0" b="0"/>
          <a:stretch>
            <a:fillRect/>
          </a:stretch>
        </p:blipFill>
        <p:spPr>
          <a:xfrm>
            <a:off x="548640" y="548640"/>
            <a:ext cx="11094720" cy="57607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PF image 2" descr="tall.png">    </p:cNvPr>
          <p:cNvPicPr>
            <a:picLocks noChangeAspect="1"/>
          </p:cNvPicPr>
          <p:nvPr/>
        </p:nvPicPr>
        <p:blipFill>
          <a:blip r:embed="rId1"/>
          <a:srcRect l="0" r="0" t="37019" b="37019"/>
          <a:stretch>
            <a:fillRect/>
          </a:stretch>
        </p:blipFill>
        <p:spPr>
          <a:xfrm>
            <a:off x="548640" y="548640"/>
            <a:ext cx="11094720" cy="57607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PF image 3" descr="square.png">    </p:cNvPr>
          <p:cNvPicPr>
            <a:picLocks noChangeAspect="1"/>
          </p:cNvPicPr>
          <p:nvPr/>
        </p:nvPicPr>
        <p:blipFill>
          <a:blip r:embed="rId1"/>
          <a:srcRect l="0" r="0" t="24038" b="24038"/>
          <a:stretch>
            <a:fillRect/>
          </a:stretch>
        </p:blipFill>
        <p:spPr>
          <a:xfrm>
            <a:off x="548640" y="548640"/>
            <a:ext cx="11094720" cy="57607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PF image 4" descr="wide.jpg">    </p:cNvPr>
          <p:cNvPicPr>
            <a:picLocks noChangeAspect="1"/>
          </p:cNvPicPr>
          <p:nvPr/>
        </p:nvPicPr>
        <p:blipFill>
          <a:blip r:embed="rId1"/>
          <a:srcRect l="1852" r="1852" t="0" b="0"/>
          <a:stretch>
            <a:fillRect/>
          </a:stretch>
        </p:blipFill>
        <p:spPr>
          <a:xfrm>
            <a:off x="548640" y="548640"/>
            <a:ext cx="11094720" cy="57607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PF image 5" descr="wide-progressive.jpg">    </p:cNvPr>
          <p:cNvPicPr>
            <a:picLocks noChangeAspect="1"/>
          </p:cNvPicPr>
          <p:nvPr/>
        </p:nvPicPr>
        <p:blipFill>
          <a:blip r:embed="rId1"/>
          <a:srcRect l="1852" r="1852" t="0" b="0"/>
          <a:stretch>
            <a:fillRect/>
          </a:stretch>
        </p:blipFill>
        <p:spPr>
          <a:xfrm>
            <a:off x="548640" y="548640"/>
            <a:ext cx="11094720" cy="57607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PF image 6" descr="wide.gif">    </p:cNvPr>
          <p:cNvPicPr>
            <a:picLocks noChangeAspect="1"/>
          </p:cNvPicPr>
          <p:nvPr/>
        </p:nvPicPr>
        <p:blipFill>
          <a:blip r:embed="rId1"/>
          <a:srcRect l="1852" r="1852" t="0" b="0"/>
          <a:stretch>
            <a:fillRect/>
          </a:stretch>
        </p:blipFill>
        <p:spPr>
          <a:xfrm>
            <a:off x="548640" y="548640"/>
            <a:ext cx="11094720" cy="57607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PF image 7" descr="wide.webp">    </p:cNvPr>
          <p:cNvPicPr>
            <a:picLocks noChangeAspect="1"/>
          </p:cNvPicPr>
          <p:nvPr/>
        </p:nvPicPr>
        <p:blipFill>
          <a:blip r:embed="rId1"/>
          <a:srcRect l="1852" r="1852" t="0" b="0"/>
          <a:stretch>
            <a:fillRect/>
          </a:stretch>
        </p:blipFill>
        <p:spPr>
          <a:xfrm>
            <a:off x="548640" y="548640"/>
            <a:ext cx="11094720" cy="57607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PF image 8" descr="wide-lossy.webp">    </p:cNvPr>
          <p:cNvPicPr>
            <a:picLocks noChangeAspect="1"/>
          </p:cNvPicPr>
          <p:nvPr/>
        </p:nvPicPr>
        <p:blipFill>
          <a:blip r:embed="rId1"/>
          <a:srcRect l="1852" r="1852" t="0" b="0"/>
          <a:stretch>
            <a:fillRect/>
          </a:stretch>
        </p:blipFill>
        <p:spPr>
          <a:xfrm>
            <a:off x="548640" y="548640"/>
            <a:ext cx="11094720" cy="57607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PF image 9" descr="wide-alpha.webp">    </p:cNvPr>
          <p:cNvPicPr>
            <a:picLocks noChangeAspect="1"/>
          </p:cNvPicPr>
          <p:nvPr/>
        </p:nvPicPr>
        <p:blipFill>
          <a:blip r:embed="rId1"/>
          <a:srcRect l="1852" r="1852" t="0" b="0"/>
          <a:stretch>
            <a:fillRect/>
          </a:stretch>
        </p:blipFill>
        <p:spPr>
          <a:xfrm>
            <a:off x="548640" y="548640"/>
            <a:ext cx="11094720" cy="57607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Tenorite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Tenorite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OPF Presentation</dc:title>
  <dc:subject/>
  <dc:creator>OpenPresentation</dc:creator>
  <cp:lastModifiedBy>OpenPresentation</cp:lastModifiedBy>
  <cp:revision>1</cp:revision>
  <dcterms:created xsi:type="dcterms:W3CDTF">1980-01-01T00:00:00Z</dcterms:created>
  <dcterms:modified xsi:type="dcterms:W3CDTF">1980-01-01T00:00:00Z</dcterms:modified>
</cp:coreProperties>
</file>