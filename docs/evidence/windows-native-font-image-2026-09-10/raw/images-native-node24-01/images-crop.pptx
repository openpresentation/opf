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-1-1.png" ContentType="image/png"/>
  <Override PartName="/ppt/media/image-2-1.png" ContentType="image/png"/>
  <Override PartName="/ppt/media/image-3-1.png" ContentType="image/png"/>
  <Override PartName="/ppt/media/image-4-1.jpeg" ContentType="image/jpeg"/>
  <Override PartName="/ppt/media/image-5-1.jpeg" ContentType="image/jpeg"/>
  <Override PartName="/ppt/media/image-6-1.gif" ContentType="image/gif"/>
  <Override PartName="/ppt/media/image-7-1.webp" ContentType="image/webp"/>
  <Override PartName="/ppt/media/image-8-1.webp" ContentType="image/webp"/>
  <Override PartName="/ppt/media/image-9-1.webp" ContentType="image/webp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wide.png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2" descr="tall.png">    </p:cNvPr>
          <p:cNvPicPr>
            <a:picLocks noChangeAspect="1"/>
          </p:cNvPicPr>
          <p:nvPr/>
        </p:nvPicPr>
        <p:blipFill>
          <a:blip r:embed="rId1"/>
          <a:srcRect l="0" r="0" t="37019" b="37019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3" descr="square.png">    </p:cNvPr>
          <p:cNvPicPr>
            <a:picLocks noChangeAspect="1"/>
          </p:cNvPicPr>
          <p:nvPr/>
        </p:nvPicPr>
        <p:blipFill>
          <a:blip r:embed="rId1"/>
          <a:srcRect l="0" r="0" t="24038" b="24038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4" descr="wide.jpg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5" descr="wide-progressive.jpg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6" descr="wide.gif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7" descr="wide.webp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8" descr="wide-lossy.webp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9" descr="wide-alpha.webp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enorite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enorit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