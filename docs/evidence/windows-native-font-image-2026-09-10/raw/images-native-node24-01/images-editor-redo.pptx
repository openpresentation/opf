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-1-1.png" ContentType="image/png"/>
  <Override PartName="/ppt/media/image-2-1.png" ContentType="image/png"/>
  <Override PartName="/ppt/media/image-3-1.png" ContentType="image/png"/>
  <Override PartName="/ppt/media/image-4-1.jpeg" ContentType="image/jpeg"/>
  <Override PartName="/ppt/media/image-5-1.jpeg" ContentType="image/jpeg"/>
  <Override PartName="/ppt/media/image-6-1.gif" ContentType="image/gif"/>
  <Override PartName="/ppt/media/image-7-1.webp" ContentType="image/webp"/>
  <Override PartName="/ppt/media/image-8-1.webp" ContentType="image/webp"/>
  <Override PartName="/ppt/media/image-9-1.webp" ContentType="image/webp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Editor replaced wide with t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5820" y="548640"/>
            <a:ext cx="28803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2" descr="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5820" y="548640"/>
            <a:ext cx="28803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3" descr="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5640" y="548640"/>
            <a:ext cx="5760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4" descr="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5" descr="wide-progress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6" descr="wid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7" descr="wide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8" descr="wide-lossy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9" descr="wide-alpha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enorite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enorit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