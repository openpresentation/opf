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webp" ContentType="image/webp"/>
  <Override PartName="/ppt/media/image-8-1.webp" ContentType="image/webp"/>
  <Override PartName="/ppt/media/image-9-1.webp" ContentType="image/webp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5486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