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Card1.xml" ContentType="application/vnd.openxmlformats-officedocument.presentationml.tag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Card1" Type="http://schemas.openxmlformats.org/officeDocument/2006/relationships/tags" Target="../tags/opfCard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Heading3" Type="http://schemas.openxmlformats.org/officeDocument/2006/relationships/tags" Target="../tags/opfHeadin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OpfHeading1"/>
            </p:custDataLst>
          </p:nvPr>
        </p:nvSpPr>
        <p:spPr>
          <a:xfrm>
            <a:off x="55407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OpfHeading2"/>
            </p:custDataLst>
          </p:nvPr>
        </p:nvSpPr>
        <p:spPr>
          <a:xfrm>
            <a:off x="55716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OpfHeading3"/>
            </p:custDataLst>
          </p:nvPr>
        </p:nvSpPr>
        <p:spPr>
          <a:xfrm>
            <a:off x="55177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OpfCard1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662940" y="2514600"/>
            <a:ext cx="108661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opfCard1.xml><?xml version="1.0" encoding="utf-8"?>
<p:tagLst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ags/opfHeading1.xml><?xml version="1.0" encoding="utf-8"?>
<p:tagLst xmlns:p="http://schemas.openxmlformats.org/presentationml/2006/main">
  <p:tag name="OPF_HEADING_V1" val="7B2276223A312C2267726F7570223A22736C696465732E302E746167222C226669656C64223A22746167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opfHeading3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