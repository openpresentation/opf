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Card1.xml" ContentType="application/vnd.openxmlformats-officedocument.presentationml.tag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Card1" Type="http://schemas.openxmlformats.org/officeDocument/2006/relationships/tags" Target="../tags/opfCard1.xml"/><Relationship Id="rIdOpfHeading1" Type="http://schemas.openxmlformats.org/officeDocument/2006/relationships/tags" Target="../tags/opfHeading1.xml"/><Relationship Id="rIdOpfHeading2" Type="http://schemas.openxmlformats.org/officeDocument/2006/relationships/tags" Target="../tags/opfHeading2.xml"/><Relationship Id="rIdOpfHeading3" Type="http://schemas.openxmlformats.org/officeDocument/2006/relationships/tags" Target="../tags/opfHeading3.xml"/><Relationship Id="rIdOpfHeading4" Type="http://schemas.openxmlformats.org/officeDocument/2006/relationships/tags" Target="../tags/opfHeading4.xml"/><Relationship Id="rIdOpfHeading5" Type="http://schemas.openxmlformats.org/officeDocument/2006/relationships/tags" Target="../tags/opfHeadin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OpfHeading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OpfHeading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OpfHeading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OpfHeading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OpfHeading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OpfCard1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Exact spacing </a:t>
            </a:r>
            <a:r>
              <a:rPr lang="en-US" sz="1406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406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4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406" dirty="0"/>
          </a:p>
        </p:txBody>
      </p:sp>
    </p:spTree>
  </p:cSld>
  <p:clrMapOvr>
    <a:masterClrMapping/>
  </p:clrMapOvr>
</p:sld>
</file>

<file path=ppt/tags/opfCard1.xml><?xml version="1.0" encoding="utf-8"?>
<p:tagLst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ags/opfHeading1.xml><?xml version="1.0" encoding="utf-8"?>
<p:tagLst xmlns:p="http://schemas.openxmlformats.org/presentationml/2006/main">
  <p:tag name="OPF_HEADING_V1" val="7B2276223A312C2267726F7570223A22736C696465732E302E746167222C226669656C64223A22746167222C226C696E65223A302C22636F756E74223A317D"/>
</p:tagLst>
</file>

<file path=ppt/tags/opfHeading2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opfHeading3.xml><?xml version="1.0" encoding="utf-8"?>
<p:tagLst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opfHeading4.xml><?xml version="1.0" encoding="utf-8"?>
<p:tagLst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opfHeading5.xml><?xml version="1.0" encoding="utf-8"?>
<p:tagLst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