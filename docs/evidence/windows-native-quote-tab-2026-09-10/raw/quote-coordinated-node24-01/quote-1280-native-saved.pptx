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7470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190157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20090" y="222694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20090" y="255231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20090" y="2877693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20090" y="320306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20090" y="352844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20090" y="385381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0090" y="417918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"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20090" y="5756910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190157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20090" y="222694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20090" y="255231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20090" y="2877693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20090" y="320306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20090" y="352844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20090" y="385381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0090" y="417918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20090" y="4504563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20090" y="482993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20090" y="515531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"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20090" y="5756910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720090" y="186671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720090" y="2157222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720090" y="2447735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720090" y="273824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720090" y="302876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720090" y="3319272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720090" y="3609785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720090" y="390029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720090" y="419081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720090" y="4481322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720090" y="4771835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720090" y="506234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720090" y="535286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"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720090" y="5940362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3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4" name="Text 2"/>
          <p:cNvSpPr/>
          <p:nvPr/>
        </p:nvSpPr>
        <p:spPr>
          <a:xfrm>
            <a:off x="720090" y="1843469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720090" y="2110740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720090" y="2378011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720090" y="2645283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720090" y="2912555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720090" y="3179826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720090" y="3447098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720090" y="3714369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720090" y="3981641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720090" y="4248912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720090" y="4516184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720090" y="4783455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720090" y="5050727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720090" y="5317998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"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720090" y="5940362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4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the complete source visible."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4755071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 attribution Long attribution Long attribution Long attribution Long attribution Long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720090" y="4952619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 Long attribution Long attribution Long attribution Long attribution Long attribution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720090" y="5150168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 attribution Long attribution Long attribution Long attribution Long attribution Long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720090" y="5347716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 Long attribution Long attribution Long attribution Long attribution Long attribution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720090" y="5545265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 attribution Long attribution Long attribution Long attribution Long attribution Long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720090" y="5742813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 Long attribution Long attribution Long attribution Long attribution Long attribution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720090" y="5940362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5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source keeps the selected readability floor."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5301234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 Repeated source Repeated source Repeated source Repeated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20090" y="5580126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Repeated source Repeated source Repeated source Repeated source Repeated source Repeated source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20090" y="5859018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- Recorded interview</a:t>
            </a: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32E7469746C65222C226669656C64223A227469746C65222C226C696E65223A302C22636F756E74223A31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42E7469746C65222C226669656C64223A2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52E7469746C65222C226669656C64223A2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1100</Words>
  <Application>Microsoft Office PowerPoint</Application>
  <PresentationFormat>Widescreen</PresentationFormat>
  <Paragraphs>78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2026-09-10T19:35:24Z</dcterms:modified>
</cp:coreProperties>
</file>