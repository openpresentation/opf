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9955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582930" y="146904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582930" y="171307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582930" y="195710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582930" y="220113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582930" y="2445163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582930" y="2689193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582930" y="2933224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582930" y="3177254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582930" y="3421285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582930" y="3665315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582930" y="3909346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582930" y="4153376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582930" y="4397407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582930" y="4641437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582930" y="4885468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9" name="Text 17"/>
          <p:cNvSpPr/>
          <p:nvPr/>
        </p:nvSpPr>
        <p:spPr>
          <a:xfrm>
            <a:off x="582930" y="5129498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20" name="Text 18"/>
          <p:cNvSpPr/>
          <p:nvPr/>
        </p:nvSpPr>
        <p:spPr>
          <a:xfrm>
            <a:off x="582930" y="5373529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21" name="Text 19"/>
          <p:cNvSpPr/>
          <p:nvPr/>
        </p:nvSpPr>
        <p:spPr>
          <a:xfrm>
            <a:off x="582930" y="5617559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1575" dirty="0"/>
          </a:p>
        </p:txBody>
      </p:sp>
      <p:sp>
        <p:nvSpPr>
          <p:cNvPr id="22" name="Text 20"/>
          <p:cNvSpPr/>
          <p:nvPr/>
        </p:nvSpPr>
        <p:spPr>
          <a:xfrm>
            <a:off x="582930" y="8180070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95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582930" y="146904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582930" y="171307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582930" y="195710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582930" y="220113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582930" y="2445163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582930" y="2689193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582930" y="2933224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582930" y="3177254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582930" y="3421285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582930" y="3665315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582930" y="3909346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582930" y="4153376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582930" y="4397407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582930" y="4641437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582930" y="4885468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9" name="Text 17"/>
          <p:cNvSpPr/>
          <p:nvPr/>
        </p:nvSpPr>
        <p:spPr>
          <a:xfrm>
            <a:off x="582930" y="5129498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20" name="Text 18"/>
          <p:cNvSpPr/>
          <p:nvPr/>
        </p:nvSpPr>
        <p:spPr>
          <a:xfrm>
            <a:off x="582930" y="5373529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21" name="Text 19"/>
          <p:cNvSpPr/>
          <p:nvPr/>
        </p:nvSpPr>
        <p:spPr>
          <a:xfrm>
            <a:off x="582930" y="5617559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22" name="Text 20"/>
          <p:cNvSpPr/>
          <p:nvPr/>
        </p:nvSpPr>
        <p:spPr>
          <a:xfrm>
            <a:off x="582930" y="586159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23" name="Text 21"/>
          <p:cNvSpPr/>
          <p:nvPr/>
        </p:nvSpPr>
        <p:spPr>
          <a:xfrm>
            <a:off x="582930" y="610562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24" name="Text 22"/>
          <p:cNvSpPr/>
          <p:nvPr/>
        </p:nvSpPr>
        <p:spPr>
          <a:xfrm>
            <a:off x="582930" y="634965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25" name="Text 23"/>
          <p:cNvSpPr/>
          <p:nvPr/>
        </p:nvSpPr>
        <p:spPr>
          <a:xfrm>
            <a:off x="582930" y="659368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26" name="Text 24"/>
          <p:cNvSpPr/>
          <p:nvPr/>
        </p:nvSpPr>
        <p:spPr>
          <a:xfrm>
            <a:off x="582930" y="683771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27" name="Text 25"/>
          <p:cNvSpPr/>
          <p:nvPr/>
        </p:nvSpPr>
        <p:spPr>
          <a:xfrm>
            <a:off x="582930" y="708174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1575" dirty="0"/>
          </a:p>
        </p:txBody>
      </p:sp>
      <p:sp>
        <p:nvSpPr>
          <p:cNvPr id="28" name="Text 26"/>
          <p:cNvSpPr/>
          <p:nvPr/>
        </p:nvSpPr>
        <p:spPr>
          <a:xfrm>
            <a:off x="582930" y="8180070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956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2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82930" y="145742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82930" y="168983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82930" y="192224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82930" y="215465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82930" y="238706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82930" y="261947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82930" y="285188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82930" y="308429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82930" y="331670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82930" y="354911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82930" y="378152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82930" y="401393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82930" y="424634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82930" y="447875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82930" y="471116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82930" y="494357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82930" y="517598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82930" y="540839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82930" y="564080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82930" y="587321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82930" y="610562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82930" y="633803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82930" y="657044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82930" y="680285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82930" y="703526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82930" y="726767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82930" y="750008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82930" y="773249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82930" y="796490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"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82930" y="8412909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956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3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 when the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82930" y="143417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82930" y="1643348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82930" y="1852517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82930" y="2061686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82930" y="2270855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82930" y="2480024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82930" y="2689193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82930" y="2898362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82930" y="3107531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82930" y="331670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82930" y="352586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82930" y="3735038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82930" y="3944207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82930" y="4153376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82930" y="4362545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82930" y="4571714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82930" y="4780883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82930" y="4990052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82930" y="5199221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82930" y="540839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82930" y="561755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82930" y="5826728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82930" y="6035897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82930" y="6245066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82930" y="6454235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82930" y="6663404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82930" y="6872573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82930" y="7081742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82930" y="7290911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82930" y="750008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582930" y="770924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"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582930" y="8412909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95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4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"Keep the complete source visible."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582930" y="6486811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5" name="Text 3"/>
          <p:cNvSpPr/>
          <p:nvPr/>
        </p:nvSpPr>
        <p:spPr>
          <a:xfrm>
            <a:off x="582930" y="6634972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6" name="Text 4"/>
          <p:cNvSpPr/>
          <p:nvPr/>
        </p:nvSpPr>
        <p:spPr>
          <a:xfrm>
            <a:off x="582930" y="6783134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7" name="Text 5"/>
          <p:cNvSpPr/>
          <p:nvPr/>
        </p:nvSpPr>
        <p:spPr>
          <a:xfrm>
            <a:off x="582930" y="6931295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8" name="Text 6"/>
          <p:cNvSpPr/>
          <p:nvPr/>
        </p:nvSpPr>
        <p:spPr>
          <a:xfrm>
            <a:off x="582930" y="7079456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9" name="Text 7"/>
          <p:cNvSpPr/>
          <p:nvPr/>
        </p:nvSpPr>
        <p:spPr>
          <a:xfrm>
            <a:off x="582930" y="7227618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10" name="Text 8"/>
          <p:cNvSpPr/>
          <p:nvPr/>
        </p:nvSpPr>
        <p:spPr>
          <a:xfrm>
            <a:off x="582930" y="7375779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11" name="Text 9"/>
          <p:cNvSpPr/>
          <p:nvPr/>
        </p:nvSpPr>
        <p:spPr>
          <a:xfrm>
            <a:off x="582930" y="7523940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12" name="Text 10"/>
          <p:cNvSpPr/>
          <p:nvPr/>
        </p:nvSpPr>
        <p:spPr>
          <a:xfrm>
            <a:off x="582930" y="7672102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13" name="Text 11"/>
          <p:cNvSpPr/>
          <p:nvPr/>
        </p:nvSpPr>
        <p:spPr>
          <a:xfrm>
            <a:off x="582930" y="7820263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14" name="Text 12"/>
          <p:cNvSpPr/>
          <p:nvPr/>
        </p:nvSpPr>
        <p:spPr>
          <a:xfrm>
            <a:off x="582930" y="7968425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15" name="Text 13"/>
          <p:cNvSpPr/>
          <p:nvPr/>
        </p:nvSpPr>
        <p:spPr>
          <a:xfrm>
            <a:off x="582930" y="8116586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16" name="Text 14"/>
          <p:cNvSpPr/>
          <p:nvPr/>
        </p:nvSpPr>
        <p:spPr>
          <a:xfrm>
            <a:off x="582930" y="8264747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17" name="Text 15"/>
          <p:cNvSpPr/>
          <p:nvPr/>
        </p:nvSpPr>
        <p:spPr>
          <a:xfrm>
            <a:off x="582930" y="8412909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- Recorded interview</a:t>
            </a:r>
            <a:endParaRPr lang="en-US" sz="956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5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source keeps the selected readability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582930" y="146904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floor."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582930" y="7306056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82930" y="7515225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82930" y="7724394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82930" y="7933563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82930" y="8142732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 -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82930" y="8351901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interview</a:t>
            </a:r>
            <a:endParaRPr lang="en-US" sz="135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1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22E7469746C65222C226669656C64223A227469746C65222C226C696E65223A302C22636F756E74223A31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32E7469746C65222C226669656C64223A227469746C65222C226C696E65223A302C22636F756E74223A31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42E7469746C65222C226669656C64223A227469746C65222C226C696E65223A302C22636F756E74223A31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52E7469746C65222C226669656C64223A2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1100</Words>
  <Application>Microsoft Office PowerPoint</Application>
  <PresentationFormat>On-screen Show (16:9)</PresentationFormat>
  <Paragraphs>145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2026-09-10T19:35:26Z</dcterms:modified>
</cp:coreProperties>
</file>