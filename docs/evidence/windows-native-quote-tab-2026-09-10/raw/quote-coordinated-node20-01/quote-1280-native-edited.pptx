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7752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1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2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450456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20090" y="482993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0090" y="515531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3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720090" y="18667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720090" y="21572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720090" y="24477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720090" y="27382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720090" y="30287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720090" y="331927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720090" y="360978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720090" y="39002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720090" y="41908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720090" y="44813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20090" y="47718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20090" y="50623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720090" y="53528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"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4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720090" y="18434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720090" y="2110740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720090" y="237801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720090" y="2645283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720090" y="29125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720090" y="3179826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720090" y="34470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720090" y="37143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720090" y="398164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720090" y="4248912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720090" y="4516184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720090" y="47834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720090" y="505072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720090" y="53179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"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5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4755071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720090" y="4952619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720090" y="5150168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20090" y="5347716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20090" y="5545265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20090" y="5742813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6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 floor."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53012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Repeated source Repeated source Repeated source Repeated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0090" y="558012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Repeated source Repeated source Repeated source Repeated source Repeated source Repeated 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0090" y="585901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- Recorded interview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2026-09-10T19:35:31Z</dcterms:modified>
</cp:coreProperties>
</file>