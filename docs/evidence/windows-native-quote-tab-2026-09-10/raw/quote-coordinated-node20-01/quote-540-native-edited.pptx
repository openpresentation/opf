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6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1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2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171307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82930" y="195710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582930" y="220113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582930" y="244516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82930" y="2689193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582930" y="293322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582930" y="3177254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82930" y="342128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82930" y="3665315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582930" y="390934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582930" y="4153376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82930" y="439740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582930" y="4641437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82930" y="488546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82930" y="5129498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582930" y="537352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582930" y="5617559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582930" y="586159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582930" y="610562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582930" y="634965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582930" y="659368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2930" y="683771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582930" y="7081742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582930" y="818007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3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82930" y="14574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2930" y="16898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930" y="19222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2930" y="21546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2930" y="23870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2930" y="26194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2930" y="28518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2930" y="30842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2930" y="33167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2930" y="35491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2930" y="37815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2930" y="40139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2930" y="42463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930" y="44787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2930" y="47111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2930" y="49435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2930" y="51759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2930" y="54083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2930" y="56408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2930" y="587321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2930" y="610562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2930" y="633803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2930" y="657044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2930" y="680285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2930" y="703526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2930" y="726767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2930" y="750008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2930" y="773249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2930" y="7964900"/>
            <a:ext cx="397764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4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82930" y="143417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2930" y="164334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85251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206168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27085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248002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268919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2930" y="289836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930" y="310753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930" y="331670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2930" y="352586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2930" y="373503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82930" y="394420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415337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2930" y="436254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2930" y="457171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2930" y="478088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2930" y="499005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82930" y="519922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2930" y="540839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82930" y="561755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2930" y="582672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2930" y="603589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2930" y="624506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2930" y="645423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2930" y="666340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2930" y="687257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2930" y="708174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82930" y="729091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change. A shared layout keeps the evidence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2930" y="750008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82930" y="770924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evidence readable when the words change. "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5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6486811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5" name="Text 3"/>
          <p:cNvSpPr/>
          <p:nvPr/>
        </p:nvSpPr>
        <p:spPr>
          <a:xfrm>
            <a:off x="582930" y="663497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6" name="Text 4"/>
          <p:cNvSpPr/>
          <p:nvPr/>
        </p:nvSpPr>
        <p:spPr>
          <a:xfrm>
            <a:off x="582930" y="6783134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7" name="Text 5"/>
          <p:cNvSpPr/>
          <p:nvPr/>
        </p:nvSpPr>
        <p:spPr>
          <a:xfrm>
            <a:off x="582930" y="693129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582930" y="707945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82930" y="7227618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582930" y="737577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582930" y="7523940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2930" y="7672102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582930" y="7820263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82930" y="7968425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82930" y="8116586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582930" y="8264747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582930" y="8412909"/>
            <a:ext cx="3977640" cy="14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6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- Recorded interview</a:t>
            </a:r>
            <a:endParaRPr lang="en-US" sz="9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413856" y="411480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quote-540 slide 6</a:t>
            </a:r>
            <a:endParaRPr lang="en-US" sz="3038" dirty="0"/>
          </a:p>
        </p:txBody>
      </p:sp>
      <p:sp>
        <p:nvSpPr>
          <p:cNvPr id="3" name="Text 1"/>
          <p:cNvSpPr/>
          <p:nvPr/>
        </p:nvSpPr>
        <p:spPr>
          <a:xfrm>
            <a:off x="582930" y="1225010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582930" y="1469041"/>
            <a:ext cx="3977640" cy="244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floor."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82930" y="730605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751522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772439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793356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2930" y="814273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-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2930" y="835190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interview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On-screen Show (16:9)</PresentationFormat>
  <Paragraphs>145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2026-09-10T19:35:34Z</dcterms:modified>
</cp:coreProperties>
</file>