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16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and its source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2026-09-10T19:35:34Z</dcterms:modified>
</cp:coreProperties>
</file>