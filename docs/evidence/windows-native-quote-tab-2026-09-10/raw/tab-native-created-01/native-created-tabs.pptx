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4E6A-52C5-B31B-9CBE-00CD0AE85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562C3-42D8-9246-423E-050518699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9CB65-644C-81B4-DB15-4858410D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986FD-E11B-36FD-A04D-420681301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DF97-494C-50CB-7CE6-D7CF078B2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07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5A714-F7E7-8F77-1636-AB4CDDDB6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2B981-1803-8BE4-2FF2-125A9696A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AEA01-9330-C7AD-FE06-251F366A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DBCFE-2863-0FF8-9B35-580ECB06B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A523A-6DD2-B6EE-5815-EB4E135BC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02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FA0D-1681-D869-C1CD-7E5FEB93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CFBE1-A4A8-4817-77B2-A103F7990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6A853-0776-73CC-BAAA-E660FDA65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E5B44-2E2C-E54A-9FA2-9D3AC99B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674D7-167F-BA13-239B-334E15D37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77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F16A-FAB1-5468-940E-109869E0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C5975-2D90-87AA-20E7-935038692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57037-EAB4-FE63-63AA-0DC9FF0A4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87A19-DBE1-D3F2-54AE-9A2CE052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03EF4-91C1-7172-BD23-2C9D37B74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E1FE6-C21E-C46F-F6A3-43FD422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1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B07F-E9D4-11DF-260E-0C12D574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CF9B4-F709-9CED-9A46-4F3D266FD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01CEC-038B-A872-DABA-023231CE7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556CC-5105-905F-1DDD-305250A4F5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FCDF6D-0EB5-DC62-1D74-4E8D7BCBE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03DA1-3309-8D74-DD38-F4D2861C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D6C9B-F373-AA8D-C842-0EECE3E6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81239-0B12-4F8F-0F76-5B3DB36D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85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EEC76-5713-8184-7A8B-B64D2B8E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9442B-95EF-2424-CE8F-742251C7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4D22A-B74F-E07E-6491-E357E947F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68CF8-A795-3BFF-93AC-B7A2E776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77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92B5B-23F7-C722-5D7A-C871FEEA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5391D-5BD2-B6E7-FB44-04EDE0BB3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6935C-2974-3F81-E350-D34C987E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85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2A2EB-7A32-4B20-038B-EC36949C2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7D59-FD3B-4640-0378-EAA38ACD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FC62E-B301-FA29-25EB-CDA79159E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113F7-9DD2-5863-783D-C93C16F4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61214-3D2A-84D4-3DAE-37D70B87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16E2C-3C2E-8A24-AE8C-70570793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9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DC97-982F-9CEF-5CB6-7F9A3630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A715C-0C69-32D4-BEDF-C9591BA79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F7EE0-1CD7-453C-69F5-D1F778151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A04C3-7A4C-DC04-6353-415118DC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A9588-5728-B807-89A5-ACF7AD1D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3AF2A-DC22-A986-E9A1-4B152B33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28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F557F-BA83-06C0-6358-261B7418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8C46C-0511-0540-16D7-A60B48E87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F8A5B-D1EF-4ECD-DC94-A43B5C4A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CE4CA-134D-D860-B01C-084777BD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5800-42B8-55EB-561C-D33B6666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1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5A83C-664F-F1BF-8B5E-6ED0242A1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8E5B1-34F1-B020-553F-4CA101077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79941-23AA-541F-7539-7F6ADAEE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EEFC7-F915-0F63-36A8-1EB7CEFF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7D37F-FA14-B6B2-86DD-6205ECB6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39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671D8A-1419-DA6F-E2D6-F92322328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6CB70-CF48-5F03-2605-9DA71D4E8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8570B-708D-4BCE-FA98-F05F2F2F1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5F091-44A8-4AD6-8EBD-C778B5B91B62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070A6-0E1C-B965-86D4-9A794499B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62C0E-F9F7-3C36-97C3-7738209D6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7E3B3-E822-453D-9812-84138AA2E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1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-0">
            <a:extLst>
              <a:ext uri="{FF2B5EF4-FFF2-40B4-BE49-F238E27FC236}">
                <a16:creationId xmlns:a16="http://schemas.microsoft.com/office/drawing/2014/main" id="{8BD825F6-6A1F-EE3E-5539-B09575818378}"/>
              </a:ext>
            </a:extLst>
          </p:cNvPr>
          <p:cNvSpPr txBox="1"/>
          <p:nvPr/>
        </p:nvSpPr>
        <p:spPr>
          <a:xfrm>
            <a:off x="411480" y="254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375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3" name="literal-0">
            <a:extLst>
              <a:ext uri="{FF2B5EF4-FFF2-40B4-BE49-F238E27FC236}">
                <a16:creationId xmlns:a16="http://schemas.microsoft.com/office/drawing/2014/main" id="{9698B34C-C504-24E4-5F85-3DA31544D720}"/>
              </a:ext>
            </a:extLst>
          </p:cNvPr>
          <p:cNvSpPr txBox="1"/>
          <p:nvPr/>
        </p:nvSpPr>
        <p:spPr>
          <a:xfrm>
            <a:off x="617855" y="520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4" name="tab-1">
            <a:extLst>
              <a:ext uri="{FF2B5EF4-FFF2-40B4-BE49-F238E27FC236}">
                <a16:creationId xmlns:a16="http://schemas.microsoft.com/office/drawing/2014/main" id="{7106019E-E8B2-A840-F1B7-7C0D76E12D3F}"/>
              </a:ext>
            </a:extLst>
          </p:cNvPr>
          <p:cNvSpPr txBox="1"/>
          <p:nvPr/>
        </p:nvSpPr>
        <p:spPr>
          <a:xfrm>
            <a:off x="411480" y="91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50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5" name="literal-1">
            <a:extLst>
              <a:ext uri="{FF2B5EF4-FFF2-40B4-BE49-F238E27FC236}">
                <a16:creationId xmlns:a16="http://schemas.microsoft.com/office/drawing/2014/main" id="{3AF25527-3A5F-623F-4473-B8E319AD7E45}"/>
              </a:ext>
            </a:extLst>
          </p:cNvPr>
          <p:cNvSpPr txBox="1"/>
          <p:nvPr/>
        </p:nvSpPr>
        <p:spPr>
          <a:xfrm>
            <a:off x="617982" y="1181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6" name="tab-2">
            <a:extLst>
              <a:ext uri="{FF2B5EF4-FFF2-40B4-BE49-F238E27FC236}">
                <a16:creationId xmlns:a16="http://schemas.microsoft.com/office/drawing/2014/main" id="{79FEFA64-7A2A-321A-41CA-EEECDC04A8B0}"/>
              </a:ext>
            </a:extLst>
          </p:cNvPr>
          <p:cNvSpPr txBox="1"/>
          <p:nvPr/>
        </p:nvSpPr>
        <p:spPr>
          <a:xfrm>
            <a:off x="411480" y="1574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629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7" name="literal-2">
            <a:extLst>
              <a:ext uri="{FF2B5EF4-FFF2-40B4-BE49-F238E27FC236}">
                <a16:creationId xmlns:a16="http://schemas.microsoft.com/office/drawing/2014/main" id="{4B68034F-7C32-B096-653B-479D3B570458}"/>
              </a:ext>
            </a:extLst>
          </p:cNvPr>
          <p:cNvSpPr txBox="1"/>
          <p:nvPr/>
        </p:nvSpPr>
        <p:spPr>
          <a:xfrm>
            <a:off x="618109" y="1841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8" name="tab-3">
            <a:extLst>
              <a:ext uri="{FF2B5EF4-FFF2-40B4-BE49-F238E27FC236}">
                <a16:creationId xmlns:a16="http://schemas.microsoft.com/office/drawing/2014/main" id="{6EEDF950-314D-99A1-4597-30CE938F1E8F}"/>
              </a:ext>
            </a:extLst>
          </p:cNvPr>
          <p:cNvSpPr txBox="1"/>
          <p:nvPr/>
        </p:nvSpPr>
        <p:spPr>
          <a:xfrm>
            <a:off x="411480" y="2235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2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9" name="literal-3">
            <a:extLst>
              <a:ext uri="{FF2B5EF4-FFF2-40B4-BE49-F238E27FC236}">
                <a16:creationId xmlns:a16="http://schemas.microsoft.com/office/drawing/2014/main" id="{CB5CEBC5-DE7B-B523-E9A3-C51C77394121}"/>
              </a:ext>
            </a:extLst>
          </p:cNvPr>
          <p:cNvSpPr txBox="1"/>
          <p:nvPr/>
        </p:nvSpPr>
        <p:spPr>
          <a:xfrm>
            <a:off x="618202" y="2501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0" name="tab-4">
            <a:extLst>
              <a:ext uri="{FF2B5EF4-FFF2-40B4-BE49-F238E27FC236}">
                <a16:creationId xmlns:a16="http://schemas.microsoft.com/office/drawing/2014/main" id="{645FD01A-0733-F0DB-C98F-EF3308BAF2E6}"/>
              </a:ext>
            </a:extLst>
          </p:cNvPr>
          <p:cNvSpPr txBox="1"/>
          <p:nvPr/>
        </p:nvSpPr>
        <p:spPr>
          <a:xfrm>
            <a:off x="411480" y="2895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56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1" name="literal-4">
            <a:extLst>
              <a:ext uri="{FF2B5EF4-FFF2-40B4-BE49-F238E27FC236}">
                <a16:creationId xmlns:a16="http://schemas.microsoft.com/office/drawing/2014/main" id="{D9A638C9-2D2F-A258-6FAD-81799F7705C0}"/>
              </a:ext>
            </a:extLst>
          </p:cNvPr>
          <p:cNvSpPr txBox="1"/>
          <p:nvPr/>
        </p:nvSpPr>
        <p:spPr>
          <a:xfrm>
            <a:off x="618236" y="3162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2" name="tab-5">
            <a:extLst>
              <a:ext uri="{FF2B5EF4-FFF2-40B4-BE49-F238E27FC236}">
                <a16:creationId xmlns:a16="http://schemas.microsoft.com/office/drawing/2014/main" id="{C2A5F02D-44B3-A3EC-E26B-C0055CA9B967}"/>
              </a:ext>
            </a:extLst>
          </p:cNvPr>
          <p:cNvSpPr txBox="1"/>
          <p:nvPr/>
        </p:nvSpPr>
        <p:spPr>
          <a:xfrm>
            <a:off x="411480" y="3556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883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3" name="literal-5">
            <a:extLst>
              <a:ext uri="{FF2B5EF4-FFF2-40B4-BE49-F238E27FC236}">
                <a16:creationId xmlns:a16="http://schemas.microsoft.com/office/drawing/2014/main" id="{77929E0E-27FC-DAF5-8777-DE8B0E66AE92}"/>
              </a:ext>
            </a:extLst>
          </p:cNvPr>
          <p:cNvSpPr txBox="1"/>
          <p:nvPr/>
        </p:nvSpPr>
        <p:spPr>
          <a:xfrm>
            <a:off x="618363" y="3822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4" name="tab-6">
            <a:extLst>
              <a:ext uri="{FF2B5EF4-FFF2-40B4-BE49-F238E27FC236}">
                <a16:creationId xmlns:a16="http://schemas.microsoft.com/office/drawing/2014/main" id="{0AD23E05-5102-D4BE-0747-DF386EE7D96D}"/>
              </a:ext>
            </a:extLst>
          </p:cNvPr>
          <p:cNvSpPr txBox="1"/>
          <p:nvPr/>
        </p:nvSpPr>
        <p:spPr>
          <a:xfrm>
            <a:off x="411480" y="4216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010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5" name="literal-6">
            <a:extLst>
              <a:ext uri="{FF2B5EF4-FFF2-40B4-BE49-F238E27FC236}">
                <a16:creationId xmlns:a16="http://schemas.microsoft.com/office/drawing/2014/main" id="{032FF679-091F-CA93-AD4F-9A61490D2CDD}"/>
              </a:ext>
            </a:extLst>
          </p:cNvPr>
          <p:cNvSpPr txBox="1"/>
          <p:nvPr/>
        </p:nvSpPr>
        <p:spPr>
          <a:xfrm>
            <a:off x="618490" y="4483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6" name="tab-7">
            <a:extLst>
              <a:ext uri="{FF2B5EF4-FFF2-40B4-BE49-F238E27FC236}">
                <a16:creationId xmlns:a16="http://schemas.microsoft.com/office/drawing/2014/main" id="{C8895C5D-48AB-A6CA-B5DE-A15B6372B196}"/>
              </a:ext>
            </a:extLst>
          </p:cNvPr>
          <p:cNvSpPr txBox="1"/>
          <p:nvPr/>
        </p:nvSpPr>
        <p:spPr>
          <a:xfrm>
            <a:off x="411480" y="4876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137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7" name="literal-7">
            <a:extLst>
              <a:ext uri="{FF2B5EF4-FFF2-40B4-BE49-F238E27FC236}">
                <a16:creationId xmlns:a16="http://schemas.microsoft.com/office/drawing/2014/main" id="{032B4943-66CB-296B-F8D5-D07DC4BAE49F}"/>
              </a:ext>
            </a:extLst>
          </p:cNvPr>
          <p:cNvSpPr txBox="1"/>
          <p:nvPr/>
        </p:nvSpPr>
        <p:spPr>
          <a:xfrm>
            <a:off x="618617" y="5143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8" name="tab-8">
            <a:extLst>
              <a:ext uri="{FF2B5EF4-FFF2-40B4-BE49-F238E27FC236}">
                <a16:creationId xmlns:a16="http://schemas.microsoft.com/office/drawing/2014/main" id="{197AF993-E6F5-6136-DF31-98C0A4C95530}"/>
              </a:ext>
            </a:extLst>
          </p:cNvPr>
          <p:cNvSpPr txBox="1"/>
          <p:nvPr/>
        </p:nvSpPr>
        <p:spPr>
          <a:xfrm>
            <a:off x="411480" y="5537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981931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9" name="literal-8">
            <a:extLst>
              <a:ext uri="{FF2B5EF4-FFF2-40B4-BE49-F238E27FC236}">
                <a16:creationId xmlns:a16="http://schemas.microsoft.com/office/drawing/2014/main" id="{019EC7A2-2739-ACE8-1FA1-BB115D89FF6A}"/>
              </a:ext>
            </a:extLst>
          </p:cNvPr>
          <p:cNvSpPr txBox="1"/>
          <p:nvPr/>
        </p:nvSpPr>
        <p:spPr>
          <a:xfrm>
            <a:off x="1393411" y="5803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1725797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2</cp:revision>
  <dcterms:created xsi:type="dcterms:W3CDTF">2026-09-10T19:33:37Z</dcterms:created>
  <dcterms:modified xsi:type="dcterms:W3CDTF">2026-09-10T19:33:38Z</dcterms:modified>
</cp:coreProperties>
</file>