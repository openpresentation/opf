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27AFB-BB7A-A0F6-C918-1FD9B0F4CB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05DDC4-4C1B-2F85-D380-7D2CA8A094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19B8A5-1E6E-C976-EFBB-E495470ED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37E62-473C-430A-AE01-E48408A690D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CC4B4-9809-672F-48E7-9167DC939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06ADF-8189-9B02-0EFA-8D0580461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1C500-04EC-4C66-BDBC-F6ECA99B2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43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D011B-61D2-9174-47B5-23AE790F3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7C4FC-04F3-A020-456E-F000E7C23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15B4CD-F6D2-5C65-6977-15A912ED1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37E62-473C-430A-AE01-E48408A690D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10168-4423-8688-459E-B518E2B19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37121-49D2-F523-E037-CEF2EE600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1C500-04EC-4C66-BDBC-F6ECA99B2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895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4A670-D2DF-E3A6-474A-A77E39425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BDB1FA-F737-3DBC-21BB-8947EB51AB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32F92-7909-09C6-73D0-2B2D3AF64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37E62-473C-430A-AE01-E48408A690D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FEB0C-45AB-7754-E13C-271D6E0EF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78F06-CD97-AFBB-72B8-1661B603C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1C500-04EC-4C66-BDBC-F6ECA99B2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275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63E84-524C-A749-7503-1AAD37302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1778F-BCBB-64A5-00C6-C785F6248A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AFA45-F2C2-AF0C-282C-8CA8344506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3DC09D-4C9E-B21F-AF90-EFB7BF475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37E62-473C-430A-AE01-E48408A690D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931C7D-D288-725E-2273-881472B58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74893A-3FAB-414C-8993-6E19B403D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1C500-04EC-4C66-BDBC-F6ECA99B2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867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738C3-4574-32BA-2A98-8D1B6154D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A2281-CFFF-D6D0-FA60-04FADE7D4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514A08-85C5-3F6C-4402-C925A60AD5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ABED7D-9673-22F0-6A11-B6BB187835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CECE74-2F3D-4B33-6C26-4F6D84E083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7D6BD3-084E-A97F-8ED2-AE297D940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37E62-473C-430A-AE01-E48408A690D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D3474A-65A1-37C7-5892-0A6918CCF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274197-D90F-1258-4962-4D2091781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1C500-04EC-4C66-BDBC-F6ECA99B2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10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318B4-CE5E-258B-E73E-725F77525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4FAFA2-9052-4A87-C9A3-688DD8378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37E62-473C-430A-AE01-E48408A690D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C46D77-45C7-B87E-492E-3BA1237B2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AF41EC-EDA2-7132-F615-1F4A12D1E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1C500-04EC-4C66-BDBC-F6ECA99B2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413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A7EDBD-0898-9815-2575-CAB9342EE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37E62-473C-430A-AE01-E48408A690D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A608D5-0E50-BCC3-D6F6-89CE7EC5F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C6B3D2-F849-DEE4-EDB0-82C19FE6C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1C500-04EC-4C66-BDBC-F6ECA99B2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170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8994A-8D06-6250-B5A6-4101F829F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5E251-C552-1F67-6F01-C0CC27AE8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834AF7-ED08-9524-A21C-971CFD636E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1584D0-536B-D4D2-036D-11E1F12B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37E62-473C-430A-AE01-E48408A690D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CD5B9E-263F-DA5B-0A5D-D3A658166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B9E5C1-EB78-6054-8D8B-4B1924D85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1C500-04EC-4C66-BDBC-F6ECA99B2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390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B8CC8-B7A3-75D1-2A04-312383490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4427EA-42DA-743E-7E31-5A4D829F31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67D7F1-6424-25D5-ACDF-AFC42BFD94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DF564A-6E9D-4E21-6D1A-14374750F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37E62-473C-430A-AE01-E48408A690D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927EFC-23A2-5164-4E2C-AC5F75627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EBDC4B-53B2-AE08-F3E4-A72911467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1C500-04EC-4C66-BDBC-F6ECA99B2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539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5404B-7DD9-63EE-70F1-16729CC6D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FB62AC-9DC7-B597-5F66-606FF588A1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E30D88-F258-AE07-7F1E-108295727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37E62-473C-430A-AE01-E48408A690D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3161D-67F1-81E7-EE5E-AF979B34B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A0B5F-4E62-9D17-4407-D730C4EBD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1C500-04EC-4C66-BDBC-F6ECA99B2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598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A5657E-3AB2-7E08-227F-BDB29B8941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A89691-C3FD-63A6-C47A-2EB8A89356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CC1920-B785-3395-C8F1-108DCCC16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37E62-473C-430A-AE01-E48408A690D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793CF-8F66-EEC7-CDD3-77A7ED166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EC79D-624D-7C83-8212-62878AEF4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1C500-04EC-4C66-BDBC-F6ECA99B2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992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91373C-155E-479F-8CDC-71BC49F10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4D9303-53D0-A063-4F5A-B5015516C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8976E-FE60-CCD2-01C0-40906C39A4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E37E62-473C-430A-AE01-E48408A690D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70669-8F3A-1020-F4E5-1B3BFEEFB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661A5-4E21-2605-4ECE-0A8B5B064B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B1C500-04EC-4C66-BDBC-F6ECA99B2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3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Aptos</vt:lpstr>
      <vt:lpstr>Aptos Display</vt:lpstr>
      <vt:lpstr>Arial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Grimm</dc:creator>
  <cp:lastModifiedBy>Michael Grimm</cp:lastModifiedBy>
  <cp:revision>1</cp:revision>
  <dcterms:created xsi:type="dcterms:W3CDTF">2026-09-10T19:37:39Z</dcterms:created>
  <dcterms:modified xsi:type="dcterms:W3CDTF">2026-09-10T19:37:39Z</dcterms:modified>
</cp:coreProperties>
</file>