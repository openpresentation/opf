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7AFB-BB7A-A0F6-C918-1FD9B0F4C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5DDC4-4C1B-2F85-D380-7D2CA8A0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B8A5-1E6E-C976-EFBB-E495470E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C4B4-9809-672F-48E7-9167DC93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6ADF-8189-9B02-0EFA-8D058046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011B-61D2-9174-47B5-23AE790F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7C4FC-04F3-A020-456E-F000E7C23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5B4CD-F6D2-5C65-6977-15A912ED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10168-4423-8688-459E-B518E2B1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37121-49D2-F523-E037-CEF2EE60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9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A670-D2DF-E3A6-474A-A77E3942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DB1FA-F737-3DBC-21BB-8947EB51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32F92-7909-09C6-73D0-2B2D3AF6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FEB0C-45AB-7754-E13C-271D6E0E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8F06-CD97-AFBB-72B8-1661B603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7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3E84-524C-A749-7503-1AAD37302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1778F-BCBB-64A5-00C6-C785F6248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AFA45-F2C2-AF0C-282C-8CA834450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DC09D-4C9E-B21F-AF90-EFB7BF47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31C7D-D288-725E-2273-881472B5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4893A-3FAB-414C-8993-6E19B403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38C3-4574-32BA-2A98-8D1B6154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2281-CFFF-D6D0-FA60-04FADE7D4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14A08-85C5-3F6C-4402-C925A60AD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BED7D-9673-22F0-6A11-B6BB18783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ECE74-2F3D-4B33-6C26-4F6D84E08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7D6BD3-084E-A97F-8ED2-AE297D94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3474A-65A1-37C7-5892-0A6918C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74197-D90F-1258-4962-4D209178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18B4-CE5E-258B-E73E-725F7752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FAFA2-9052-4A87-C9A3-688DD837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46D77-45C7-B87E-492E-3BA1237B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F41EC-EDA2-7132-F615-1F4A12D1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1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7EDBD-0898-9815-2575-CAB9342EE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608D5-0E50-BCC3-D6F6-89CE7EC5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6B3D2-F849-DEE4-EDB0-82C19FE6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7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994A-8D06-6250-B5A6-4101F829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5E251-C552-1F67-6F01-C0CC27AE8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34AF7-ED08-9524-A21C-971CFD636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584D0-536B-D4D2-036D-11E1F12B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D5B9E-263F-DA5B-0A5D-D3A65816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9E5C1-EB78-6054-8D8B-4B1924D8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9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8CC8-B7A3-75D1-2A04-31238349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427EA-42DA-743E-7E31-5A4D829F3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7D7F1-6424-25D5-ACDF-AFC42BFD9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F564A-6E9D-4E21-6D1A-14374750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7EFC-23A2-5164-4E2C-AC5F7562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BDC4B-53B2-AE08-F3E4-A7291146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3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404B-7DD9-63EE-70F1-16729CC6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B62AC-9DC7-B597-5F66-606FF588A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30D88-F258-AE07-7F1E-10829572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3161D-67F1-81E7-EE5E-AF979B34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A0B5F-4E62-9D17-4407-D730C4EB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A5657E-3AB2-7E08-227F-BDB29B894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89691-C3FD-63A6-C47A-2EB8A8935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C1920-B785-3395-C8F1-108DCCC1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793CF-8F66-EEC7-CDD3-77A7ED16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C79D-624D-7C83-8212-62878AEF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9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1373C-155E-479F-8CDC-71BC49F1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D9303-53D0-A063-4F5A-B5015516C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8976E-FE60-CCD2-01C0-40906C39A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37E62-473C-430A-AE01-E48408A690D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70669-8F3A-1020-F4E5-1B3BFEEF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61A5-4E21-2605-4ECE-0A8B5B064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1C500-04EC-4C66-BDBC-F6ECA99B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-0">
            <a:extLst>
              <a:ext uri="{FF2B5EF4-FFF2-40B4-BE49-F238E27FC236}">
                <a16:creationId xmlns:a16="http://schemas.microsoft.com/office/drawing/2014/main" id="{3CCDFDEE-1BDC-8363-E36C-C288B16315DD}"/>
              </a:ext>
            </a:extLst>
          </p:cNvPr>
          <p:cNvSpPr txBox="1"/>
          <p:nvPr/>
        </p:nvSpPr>
        <p:spPr>
          <a:xfrm>
            <a:off x="411480" y="254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375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3" name="literal-0">
            <a:extLst>
              <a:ext uri="{FF2B5EF4-FFF2-40B4-BE49-F238E27FC236}">
                <a16:creationId xmlns:a16="http://schemas.microsoft.com/office/drawing/2014/main" id="{449BD031-72E3-CF46-189F-C2A5AB8E2FE1}"/>
              </a:ext>
            </a:extLst>
          </p:cNvPr>
          <p:cNvSpPr txBox="1"/>
          <p:nvPr/>
        </p:nvSpPr>
        <p:spPr>
          <a:xfrm>
            <a:off x="617855" y="520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4" name="tab-1">
            <a:extLst>
              <a:ext uri="{FF2B5EF4-FFF2-40B4-BE49-F238E27FC236}">
                <a16:creationId xmlns:a16="http://schemas.microsoft.com/office/drawing/2014/main" id="{1DEBE262-AC2C-61E9-4972-CB041B629632}"/>
              </a:ext>
            </a:extLst>
          </p:cNvPr>
          <p:cNvSpPr txBox="1"/>
          <p:nvPr/>
        </p:nvSpPr>
        <p:spPr>
          <a:xfrm>
            <a:off x="411480" y="91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50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5" name="literal-1">
            <a:extLst>
              <a:ext uri="{FF2B5EF4-FFF2-40B4-BE49-F238E27FC236}">
                <a16:creationId xmlns:a16="http://schemas.microsoft.com/office/drawing/2014/main" id="{CA330FEC-68B0-C0F6-B0CA-DB28EF694E49}"/>
              </a:ext>
            </a:extLst>
          </p:cNvPr>
          <p:cNvSpPr txBox="1"/>
          <p:nvPr/>
        </p:nvSpPr>
        <p:spPr>
          <a:xfrm>
            <a:off x="617982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6" name="tab-2">
            <a:extLst>
              <a:ext uri="{FF2B5EF4-FFF2-40B4-BE49-F238E27FC236}">
                <a16:creationId xmlns:a16="http://schemas.microsoft.com/office/drawing/2014/main" id="{1B10FB0D-D30F-DFFF-C30E-A98020EA4CC8}"/>
              </a:ext>
            </a:extLst>
          </p:cNvPr>
          <p:cNvSpPr txBox="1"/>
          <p:nvPr/>
        </p:nvSpPr>
        <p:spPr>
          <a:xfrm>
            <a:off x="411480" y="1574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629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7" name="literal-2">
            <a:extLst>
              <a:ext uri="{FF2B5EF4-FFF2-40B4-BE49-F238E27FC236}">
                <a16:creationId xmlns:a16="http://schemas.microsoft.com/office/drawing/2014/main" id="{C30D7851-A3DC-8B61-E64E-21BF4E71BF03}"/>
              </a:ext>
            </a:extLst>
          </p:cNvPr>
          <p:cNvSpPr txBox="1"/>
          <p:nvPr/>
        </p:nvSpPr>
        <p:spPr>
          <a:xfrm>
            <a:off x="618109" y="1841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8" name="tab-3">
            <a:extLst>
              <a:ext uri="{FF2B5EF4-FFF2-40B4-BE49-F238E27FC236}">
                <a16:creationId xmlns:a16="http://schemas.microsoft.com/office/drawing/2014/main" id="{1BAD06B8-B7F9-0802-0C9B-6493964D4A20}"/>
              </a:ext>
            </a:extLst>
          </p:cNvPr>
          <p:cNvSpPr txBox="1"/>
          <p:nvPr/>
        </p:nvSpPr>
        <p:spPr>
          <a:xfrm>
            <a:off x="411480" y="2235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2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9" name="literal-3">
            <a:extLst>
              <a:ext uri="{FF2B5EF4-FFF2-40B4-BE49-F238E27FC236}">
                <a16:creationId xmlns:a16="http://schemas.microsoft.com/office/drawing/2014/main" id="{453A1F98-EF35-861C-2F6A-B81B8E08570C}"/>
              </a:ext>
            </a:extLst>
          </p:cNvPr>
          <p:cNvSpPr txBox="1"/>
          <p:nvPr/>
        </p:nvSpPr>
        <p:spPr>
          <a:xfrm>
            <a:off x="618202" y="2501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0" name="tab-4">
            <a:extLst>
              <a:ext uri="{FF2B5EF4-FFF2-40B4-BE49-F238E27FC236}">
                <a16:creationId xmlns:a16="http://schemas.microsoft.com/office/drawing/2014/main" id="{C723C05E-4EBE-63FB-A889-ED825D02DA5D}"/>
              </a:ext>
            </a:extLst>
          </p:cNvPr>
          <p:cNvSpPr txBox="1"/>
          <p:nvPr/>
        </p:nvSpPr>
        <p:spPr>
          <a:xfrm>
            <a:off x="411480" y="2895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56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1" name="literal-4">
            <a:extLst>
              <a:ext uri="{FF2B5EF4-FFF2-40B4-BE49-F238E27FC236}">
                <a16:creationId xmlns:a16="http://schemas.microsoft.com/office/drawing/2014/main" id="{FB99DE60-3DFE-132E-903B-986EAEF92D9B}"/>
              </a:ext>
            </a:extLst>
          </p:cNvPr>
          <p:cNvSpPr txBox="1"/>
          <p:nvPr/>
        </p:nvSpPr>
        <p:spPr>
          <a:xfrm>
            <a:off x="618236" y="3162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2" name="tab-5">
            <a:extLst>
              <a:ext uri="{FF2B5EF4-FFF2-40B4-BE49-F238E27FC236}">
                <a16:creationId xmlns:a16="http://schemas.microsoft.com/office/drawing/2014/main" id="{A114307C-C883-EEF2-EA8D-5094BFE4213A}"/>
              </a:ext>
            </a:extLst>
          </p:cNvPr>
          <p:cNvSpPr txBox="1"/>
          <p:nvPr/>
        </p:nvSpPr>
        <p:spPr>
          <a:xfrm>
            <a:off x="411480" y="3556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883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3" name="literal-5">
            <a:extLst>
              <a:ext uri="{FF2B5EF4-FFF2-40B4-BE49-F238E27FC236}">
                <a16:creationId xmlns:a16="http://schemas.microsoft.com/office/drawing/2014/main" id="{810269DD-5B4A-1F4C-9DF6-5876D42414C5}"/>
              </a:ext>
            </a:extLst>
          </p:cNvPr>
          <p:cNvSpPr txBox="1"/>
          <p:nvPr/>
        </p:nvSpPr>
        <p:spPr>
          <a:xfrm>
            <a:off x="618363" y="3822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4" name="tab-6">
            <a:extLst>
              <a:ext uri="{FF2B5EF4-FFF2-40B4-BE49-F238E27FC236}">
                <a16:creationId xmlns:a16="http://schemas.microsoft.com/office/drawing/2014/main" id="{0D0C6C79-72AA-E66E-6A75-64C9D6BFBACE}"/>
              </a:ext>
            </a:extLst>
          </p:cNvPr>
          <p:cNvSpPr txBox="1"/>
          <p:nvPr/>
        </p:nvSpPr>
        <p:spPr>
          <a:xfrm>
            <a:off x="411480" y="4216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010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5" name="literal-6">
            <a:extLst>
              <a:ext uri="{FF2B5EF4-FFF2-40B4-BE49-F238E27FC236}">
                <a16:creationId xmlns:a16="http://schemas.microsoft.com/office/drawing/2014/main" id="{FE52B694-FE4C-E148-CFE7-335B2B40DFDE}"/>
              </a:ext>
            </a:extLst>
          </p:cNvPr>
          <p:cNvSpPr txBox="1"/>
          <p:nvPr/>
        </p:nvSpPr>
        <p:spPr>
          <a:xfrm>
            <a:off x="618490" y="4483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6" name="tab-7">
            <a:extLst>
              <a:ext uri="{FF2B5EF4-FFF2-40B4-BE49-F238E27FC236}">
                <a16:creationId xmlns:a16="http://schemas.microsoft.com/office/drawing/2014/main" id="{D48381E1-A81B-D76B-9579-9B48A8C89CEC}"/>
              </a:ext>
            </a:extLst>
          </p:cNvPr>
          <p:cNvSpPr txBox="1"/>
          <p:nvPr/>
        </p:nvSpPr>
        <p:spPr>
          <a:xfrm>
            <a:off x="411480" y="4876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137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7" name="literal-7">
            <a:extLst>
              <a:ext uri="{FF2B5EF4-FFF2-40B4-BE49-F238E27FC236}">
                <a16:creationId xmlns:a16="http://schemas.microsoft.com/office/drawing/2014/main" id="{B70D69D4-0053-0CED-9109-FABBF4184CA1}"/>
              </a:ext>
            </a:extLst>
          </p:cNvPr>
          <p:cNvSpPr txBox="1"/>
          <p:nvPr/>
        </p:nvSpPr>
        <p:spPr>
          <a:xfrm>
            <a:off x="618617" y="5143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8" name="tab-8">
            <a:extLst>
              <a:ext uri="{FF2B5EF4-FFF2-40B4-BE49-F238E27FC236}">
                <a16:creationId xmlns:a16="http://schemas.microsoft.com/office/drawing/2014/main" id="{020CFAE1-C460-E86A-DDE8-8D46FF253F2F}"/>
              </a:ext>
            </a:extLst>
          </p:cNvPr>
          <p:cNvSpPr txBox="1"/>
          <p:nvPr/>
        </p:nvSpPr>
        <p:spPr>
          <a:xfrm>
            <a:off x="411480" y="5537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981931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9" name="literal-8">
            <a:extLst>
              <a:ext uri="{FF2B5EF4-FFF2-40B4-BE49-F238E27FC236}">
                <a16:creationId xmlns:a16="http://schemas.microsoft.com/office/drawing/2014/main" id="{9938B75D-9054-672A-0658-97389851B9EC}"/>
              </a:ext>
            </a:extLst>
          </p:cNvPr>
          <p:cNvSpPr txBox="1"/>
          <p:nvPr/>
        </p:nvSpPr>
        <p:spPr>
          <a:xfrm>
            <a:off x="1393411" y="580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48145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2</cp:revision>
  <dcterms:created xsi:type="dcterms:W3CDTF">2026-09-10T19:37:39Z</dcterms:created>
  <dcterms:modified xsi:type="dcterms:W3CDTF">2026-09-10T19:37:40Z</dcterms:modified>
</cp:coreProperties>
</file>