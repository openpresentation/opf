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5192-1E85-D80C-9E41-C3CC0CE5F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DE0FF-A712-C778-3227-3D4789A7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26274-10B9-BBA3-0E61-DA41EB99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DAAFB-1F8A-0388-CCF5-19FCB4AB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C79F1-5593-372E-F2FD-D9D5231E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6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2303-8EEF-BFD2-2524-7D9B9C9C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CAAD1-50B3-D9BD-5A7E-01484F62E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A48B5-47F6-928A-EA94-38FCDDB0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6F675-A449-AAD0-C664-D9CD72E1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1C053-6672-CCFF-A613-B4D5CC63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4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FAB7-A0D5-ED12-5570-032255F6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5F7F0-1C6D-6E6D-F227-7073359E7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BCAFD-55A6-4898-817F-17BD9BCB0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0BF48-1469-684C-4F5B-2FE9EACD6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7CCE-1D83-3326-9E00-67E97003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28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E681-5D18-167D-DBA1-123DA065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D520F-102E-D19A-2A6C-B0572F6E9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56A23-18BE-BA72-1804-E053F42EA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93707-994F-7991-063C-8800E9E68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9FBB3-E356-4376-5F70-32FA23BA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8F911-3602-8968-4D2D-A70501EE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7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A39F-D14D-1DFB-8335-31C6561F6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7215F-8713-90E6-841E-ECC4F5E26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AB613-D82D-D668-C2BE-FD6398FAA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B19B9-13EF-1A0E-F1CE-9DEA5FB3D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D3240-8A78-5F12-8AD5-492B71E47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382147-D250-8213-8F95-380FD400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FFBEC-22BE-BB24-F8DF-20FB985B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B3C097-B6DB-BE70-7E94-DCAFB5B3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1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7D0E-271C-73BF-9BB0-E3A3C0ED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3B711-E5C1-CF94-02B9-AC00F73B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984D0-AC6D-66D0-4620-8A85A1BDD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091D9-ED14-0CE1-9D79-256FC666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4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B016E0-BFCA-C5A6-67C9-98B71C81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5BA7B-DD33-1AAE-F640-F67436AF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2277C-6C51-49E4-6EBA-C946BC51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9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0615-7CA1-A058-5950-8004AB15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7511-2ECE-6967-CB8D-20440B63D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520E3-21E5-5113-F26D-D6DAE8C52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B1916-4491-B68C-6AD9-39DF3E53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54DB8-E93E-AE16-7B4B-AE51530F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90D28-0D1A-9E0D-128E-D38C69BB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07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332E3-105A-F01F-B1D2-A5351270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065D5-7F8F-E552-67CD-4C394B09B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F7FD6-81A6-8A8C-8649-EC7FED856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0F304-EEBF-7267-4112-AC41AAFE1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F3F8F-0C95-83DC-74B2-F5A99900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B9D16-7254-6969-F537-E868E847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4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16DF-E322-EA91-119D-5A7C09CA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93C93-D473-DBE8-26BE-87A72E7CE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A470E-1AE5-3DD0-559A-FF6C96D1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90832-DA71-78E4-DB0D-510EF12E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ED890-CD2A-0F42-E20B-04D1FFD7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7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7FF80-8DF4-AA88-1DC4-FA5E9925A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B476A-E193-62C4-4A21-A712CC34F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1DE26-FDD2-962F-8DBE-DB3ABC15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308AF-2548-60FB-3425-5502A4F3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F0FE6-1FB8-6398-F7AF-1EAFC739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8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96DCC-AD1D-CF28-5325-9AF87B78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FC630-4132-4F2F-840C-6EDA67264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60198-EC3C-B66E-18FE-974B804F5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5703-C67D-FE74-FEDF-BA65FC881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5A60E-D011-93BD-6A10-0AF320F7B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98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-0">
            <a:extLst>
              <a:ext uri="{FF2B5EF4-FFF2-40B4-BE49-F238E27FC236}">
                <a16:creationId xmlns:a16="http://schemas.microsoft.com/office/drawing/2014/main" id="{467BFC1C-B464-A219-F9D9-8D7453879285}"/>
              </a:ext>
            </a:extLst>
          </p:cNvPr>
          <p:cNvSpPr txBox="1"/>
          <p:nvPr/>
        </p:nvSpPr>
        <p:spPr>
          <a:xfrm>
            <a:off x="411480" y="254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375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3" name="literal-0">
            <a:extLst>
              <a:ext uri="{FF2B5EF4-FFF2-40B4-BE49-F238E27FC236}">
                <a16:creationId xmlns:a16="http://schemas.microsoft.com/office/drawing/2014/main" id="{266743BF-B930-B222-A396-95737D31A431}"/>
              </a:ext>
            </a:extLst>
          </p:cNvPr>
          <p:cNvSpPr txBox="1"/>
          <p:nvPr/>
        </p:nvSpPr>
        <p:spPr>
          <a:xfrm>
            <a:off x="617855" y="520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4" name="tab-1">
            <a:extLst>
              <a:ext uri="{FF2B5EF4-FFF2-40B4-BE49-F238E27FC236}">
                <a16:creationId xmlns:a16="http://schemas.microsoft.com/office/drawing/2014/main" id="{28B4E763-E750-D93D-CB61-777E9C9393F9}"/>
              </a:ext>
            </a:extLst>
          </p:cNvPr>
          <p:cNvSpPr txBox="1"/>
          <p:nvPr/>
        </p:nvSpPr>
        <p:spPr>
          <a:xfrm>
            <a:off x="411480" y="91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50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5" name="literal-1">
            <a:extLst>
              <a:ext uri="{FF2B5EF4-FFF2-40B4-BE49-F238E27FC236}">
                <a16:creationId xmlns:a16="http://schemas.microsoft.com/office/drawing/2014/main" id="{71321469-6731-4E33-0EC1-606E60770066}"/>
              </a:ext>
            </a:extLst>
          </p:cNvPr>
          <p:cNvSpPr txBox="1"/>
          <p:nvPr/>
        </p:nvSpPr>
        <p:spPr>
          <a:xfrm>
            <a:off x="617982" y="1181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6" name="tab-2">
            <a:extLst>
              <a:ext uri="{FF2B5EF4-FFF2-40B4-BE49-F238E27FC236}">
                <a16:creationId xmlns:a16="http://schemas.microsoft.com/office/drawing/2014/main" id="{4E71C374-C69E-6203-CB35-E2198389A744}"/>
              </a:ext>
            </a:extLst>
          </p:cNvPr>
          <p:cNvSpPr txBox="1"/>
          <p:nvPr/>
        </p:nvSpPr>
        <p:spPr>
          <a:xfrm>
            <a:off x="411480" y="1574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629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7" name="literal-2">
            <a:extLst>
              <a:ext uri="{FF2B5EF4-FFF2-40B4-BE49-F238E27FC236}">
                <a16:creationId xmlns:a16="http://schemas.microsoft.com/office/drawing/2014/main" id="{AC379B9E-09F3-0341-A8DF-69934D88E074}"/>
              </a:ext>
            </a:extLst>
          </p:cNvPr>
          <p:cNvSpPr txBox="1"/>
          <p:nvPr/>
        </p:nvSpPr>
        <p:spPr>
          <a:xfrm>
            <a:off x="618109" y="1841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8" name="tab-3">
            <a:extLst>
              <a:ext uri="{FF2B5EF4-FFF2-40B4-BE49-F238E27FC236}">
                <a16:creationId xmlns:a16="http://schemas.microsoft.com/office/drawing/2014/main" id="{C4199DD3-AF3F-77FB-5596-A31B847E835A}"/>
              </a:ext>
            </a:extLst>
          </p:cNvPr>
          <p:cNvSpPr txBox="1"/>
          <p:nvPr/>
        </p:nvSpPr>
        <p:spPr>
          <a:xfrm>
            <a:off x="411480" y="2235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2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9" name="literal-3">
            <a:extLst>
              <a:ext uri="{FF2B5EF4-FFF2-40B4-BE49-F238E27FC236}">
                <a16:creationId xmlns:a16="http://schemas.microsoft.com/office/drawing/2014/main" id="{D96D9F2C-5842-6E1E-82F2-D45E8179FD62}"/>
              </a:ext>
            </a:extLst>
          </p:cNvPr>
          <p:cNvSpPr txBox="1"/>
          <p:nvPr/>
        </p:nvSpPr>
        <p:spPr>
          <a:xfrm>
            <a:off x="618202" y="2501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0" name="tab-4">
            <a:extLst>
              <a:ext uri="{FF2B5EF4-FFF2-40B4-BE49-F238E27FC236}">
                <a16:creationId xmlns:a16="http://schemas.microsoft.com/office/drawing/2014/main" id="{BEED3443-FAC2-7F3E-15A4-6B7560E54119}"/>
              </a:ext>
            </a:extLst>
          </p:cNvPr>
          <p:cNvSpPr txBox="1"/>
          <p:nvPr/>
        </p:nvSpPr>
        <p:spPr>
          <a:xfrm>
            <a:off x="411480" y="2895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56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1" name="literal-4">
            <a:extLst>
              <a:ext uri="{FF2B5EF4-FFF2-40B4-BE49-F238E27FC236}">
                <a16:creationId xmlns:a16="http://schemas.microsoft.com/office/drawing/2014/main" id="{21555C63-22E4-6F95-8EF6-C26568C2DCC0}"/>
              </a:ext>
            </a:extLst>
          </p:cNvPr>
          <p:cNvSpPr txBox="1"/>
          <p:nvPr/>
        </p:nvSpPr>
        <p:spPr>
          <a:xfrm>
            <a:off x="618236" y="3162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2" name="tab-5">
            <a:extLst>
              <a:ext uri="{FF2B5EF4-FFF2-40B4-BE49-F238E27FC236}">
                <a16:creationId xmlns:a16="http://schemas.microsoft.com/office/drawing/2014/main" id="{0F32B0F4-ABDE-A1F1-9940-75DCFB1D59C1}"/>
              </a:ext>
            </a:extLst>
          </p:cNvPr>
          <p:cNvSpPr txBox="1"/>
          <p:nvPr/>
        </p:nvSpPr>
        <p:spPr>
          <a:xfrm>
            <a:off x="411480" y="3556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883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3" name="literal-5">
            <a:extLst>
              <a:ext uri="{FF2B5EF4-FFF2-40B4-BE49-F238E27FC236}">
                <a16:creationId xmlns:a16="http://schemas.microsoft.com/office/drawing/2014/main" id="{5F9B1929-302E-0C48-853B-5D6B0ED6F892}"/>
              </a:ext>
            </a:extLst>
          </p:cNvPr>
          <p:cNvSpPr txBox="1"/>
          <p:nvPr/>
        </p:nvSpPr>
        <p:spPr>
          <a:xfrm>
            <a:off x="618363" y="3822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4" name="tab-6">
            <a:extLst>
              <a:ext uri="{FF2B5EF4-FFF2-40B4-BE49-F238E27FC236}">
                <a16:creationId xmlns:a16="http://schemas.microsoft.com/office/drawing/2014/main" id="{97D9333D-25D4-E36A-32F6-BA2B7D8BCFB6}"/>
              </a:ext>
            </a:extLst>
          </p:cNvPr>
          <p:cNvSpPr txBox="1"/>
          <p:nvPr/>
        </p:nvSpPr>
        <p:spPr>
          <a:xfrm>
            <a:off x="411480" y="4216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010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5" name="literal-6">
            <a:extLst>
              <a:ext uri="{FF2B5EF4-FFF2-40B4-BE49-F238E27FC236}">
                <a16:creationId xmlns:a16="http://schemas.microsoft.com/office/drawing/2014/main" id="{769C71E0-76BC-B6F3-31E7-2996868B82DD}"/>
              </a:ext>
            </a:extLst>
          </p:cNvPr>
          <p:cNvSpPr txBox="1"/>
          <p:nvPr/>
        </p:nvSpPr>
        <p:spPr>
          <a:xfrm>
            <a:off x="618490" y="4483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6" name="tab-7">
            <a:extLst>
              <a:ext uri="{FF2B5EF4-FFF2-40B4-BE49-F238E27FC236}">
                <a16:creationId xmlns:a16="http://schemas.microsoft.com/office/drawing/2014/main" id="{6DE77909-743A-EBFF-0A93-F6D82BD01390}"/>
              </a:ext>
            </a:extLst>
          </p:cNvPr>
          <p:cNvSpPr txBox="1"/>
          <p:nvPr/>
        </p:nvSpPr>
        <p:spPr>
          <a:xfrm>
            <a:off x="411480" y="4876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137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7" name="literal-7">
            <a:extLst>
              <a:ext uri="{FF2B5EF4-FFF2-40B4-BE49-F238E27FC236}">
                <a16:creationId xmlns:a16="http://schemas.microsoft.com/office/drawing/2014/main" id="{7C6F5443-284B-3F0B-D5DC-98BAB0B74A7D}"/>
              </a:ext>
            </a:extLst>
          </p:cNvPr>
          <p:cNvSpPr txBox="1"/>
          <p:nvPr/>
        </p:nvSpPr>
        <p:spPr>
          <a:xfrm>
            <a:off x="618617" y="5143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8" name="tab-8">
            <a:extLst>
              <a:ext uri="{FF2B5EF4-FFF2-40B4-BE49-F238E27FC236}">
                <a16:creationId xmlns:a16="http://schemas.microsoft.com/office/drawing/2014/main" id="{28BFF1CC-B084-1FC0-70A6-B746A8A0A12D}"/>
              </a:ext>
            </a:extLst>
          </p:cNvPr>
          <p:cNvSpPr txBox="1"/>
          <p:nvPr/>
        </p:nvSpPr>
        <p:spPr>
          <a:xfrm>
            <a:off x="411480" y="5537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981931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9" name="literal-8">
            <a:extLst>
              <a:ext uri="{FF2B5EF4-FFF2-40B4-BE49-F238E27FC236}">
                <a16:creationId xmlns:a16="http://schemas.microsoft.com/office/drawing/2014/main" id="{6DC62ED3-8304-A56C-1042-92C3C66C9F86}"/>
              </a:ext>
            </a:extLst>
          </p:cNvPr>
          <p:cNvSpPr txBox="1"/>
          <p:nvPr/>
        </p:nvSpPr>
        <p:spPr>
          <a:xfrm>
            <a:off x="1393411" y="5803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382713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2</cp:revision>
  <dcterms:created xsi:type="dcterms:W3CDTF">2026-09-10T19:38:53Z</dcterms:created>
  <dcterms:modified xsi:type="dcterms:W3CDTF">2026-09-10T19:38:54Z</dcterms:modified>
</cp:coreProperties>
</file>