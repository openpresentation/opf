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35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PF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PF 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PF 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00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PF 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Inherited</a:t>
                      </a:r>
                      <a:r>
                        <a:rPr lang="en-US" sz="1125" b="1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BodyInherited</a:t>
                      </a:r>
                      <a:r>
                        <a:rPr lang="en-US" sz="1125" dirty="0">
                          <a:solidFill>
                            <a:srgbClr val="FF0000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BodyExplicit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2026-09-10T12:11:01Z</dcterms:modified>
</cp:coreProperties>
</file>