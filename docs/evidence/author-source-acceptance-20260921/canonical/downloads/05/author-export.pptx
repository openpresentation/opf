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commits this title</a:t>
            </a:r>
            <a:endParaRPr lang="en-US" sz="4050" dirty="0"/>
          </a:p>
        </p:txBody>
      </p:sp>
      <p:sp>
        <p:nvSpPr>
          <p:cNvPr id="3" name="OPF text slides.0.blocks.0.text line 0"/>
          <p:cNvSpPr/>
          <p:nvPr>
            <p:custDataLst>
              <p:tags r:id="rIdOpfText1"/>
            </p:custDataLst>
          </p:nvPr>
        </p:nvSpPr>
        <p:spPr>
          <a:xfrm>
            <a:off x="548640" y="1405592"/>
            <a:ext cx="724408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the evidence editable.</a:t>
            </a:r>
            <a:endParaRPr lang="en-US" sz="1875" dirty="0"/>
          </a:p>
        </p:txBody>
      </p:sp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21320" y="1405592"/>
          <a:ext cx="3622040" cy="1543050"/>
        </p:xfrm>
        <a:graphic>
          <a:graphicData uri="http://schemas.openxmlformats.org/drawingml/2006/table">
            <a:tbl>
              <a:tblPr firstRow="1"/>
              <a:tblGrid>
                <a:gridCol w="1811020"/>
                <a:gridCol w="181102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Decision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Owner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</a:tr>
              <a:tr h="514350">
                <a:tc gridSpan="2"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ownership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Review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Team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Anonymous Author workflow</dc:title>
  <dc:subject/>
  <dc:creator>Browser Reviewer</dc:creator>
  <cp:lastModifiedBy>Browser Reviewer</cp:lastModifiedBy>
  <cp:revision>1</cp:revision>
  <dcterms:created xsi:type="dcterms:W3CDTF">1980-01-01T00:00:00Z</dcterms:created>
  <dcterms:modified xsi:type="dcterms:W3CDTF">1980-01-01T00:00:00Z</dcterms:modified>
</cp:coreProperties>
</file>