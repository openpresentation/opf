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Image1.xml" ContentType="application/vnd.openxmlformats-officedocument.presentationml.tags+xml"/>
  <Override PartName="/ppt/media/image-1-1.png" ContentType="image/png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Data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Roboto"/>
                    <a:ea typeface="Roboto"/>
                    <a:cs typeface="Robot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Roboto"/>
                  <a:ea typeface="Roboto"/>
                  <a:cs typeface="Roboto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47556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Image1" Type="http://schemas.openxmlformats.org/officeDocument/2006/relationships/tags" Target="../tags/opfImage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Relationship Id="rIdOpfData1" Type="http://schemas.openxmlformats.org/officeDocument/2006/relationships/tags" Target="../tags/opf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Picture region</a:t>
            </a:r>
            <a:endParaRPr lang="en-US" sz="4050" dirty="0"/>
          </a:p>
        </p:txBody>
      </p:sp>
      <p:pic>
        <p:nvPicPr>
          <p:cNvPr id="3" name="OPF image 1"/>
          <p:cNvPicPr>
            <a:picLocks noGrp="1" noChangeAspect="1"/>
          </p:cNvPicPr>
          <p:nvPr>
            <p:ph type="pic" idx="500"/>
            <p:custDataLst>
              <p:tags r:id="rIdOpfImag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548640" y="1404747"/>
            <a:ext cx="5433060" cy="4904613"/>
          </a:xfrm>
          <a:prstGeom prst="rect">
            <a:avLst/>
          </a:prstGeom>
        </p:spPr>
      </p:pic>
      <p:sp>
        <p:nvSpPr>
          <p:cNvPr id="4" name="OPF text slides.0.blocks.0.text line 0"/>
          <p:cNvSpPr/>
          <p:nvPr>
            <p:custDataLst>
              <p:tags r:id="rIdOpfText1"/>
            </p:custDataLst>
          </p:nvPr>
        </p:nvSpPr>
        <p:spPr>
          <a:xfrm>
            <a:off x="6210300" y="3697510"/>
            <a:ext cx="543306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picture notes.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Chart region</a:t>
            </a:r>
            <a:endParaRPr lang="en-US" sz="4050" dirty="0"/>
          </a:p>
        </p:txBody>
      </p:sp>
      <p:graphicFrame>
        <p:nvGraphicFramePr>
          <p:cNvPr id="3" name="OPF chart 1"/>
          <p:cNvGraphicFramePr>
            <a:graphicFrameLocks noGrp="1"/>
          </p:cNvGraphicFramePr>
          <p:nvPr>
            <p:ph type="chart" idx="700"/>
          </p:nvPr>
        </p:nvGraphicFramePr>
        <p:xfrm>
          <a:off x="548640" y="1404747"/>
          <a:ext cx="6519672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PF text slides.1.blocks.1.text line 0"/>
          <p:cNvSpPr/>
          <p:nvPr>
            <p:custDataLst>
              <p:tags r:id="rIdOpfText2"/>
            </p:custDataLst>
          </p:nvPr>
        </p:nvSpPr>
        <p:spPr>
          <a:xfrm>
            <a:off x="7296912" y="1404747"/>
            <a:ext cx="4346448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chemeClr val="bg1"/>
                </a:solidFill>
                <a:latin typeface="Roboto" pitchFamily="34" charset="0"/>
              </a:rPr>
              <a:t>Native chart notes.</a:t>
            </a:r>
            <a:endParaRPr lang="en-US" sz="1875" dirty="0"/>
          </a:p>
        </p:txBody>
      </p:sp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Roboto" pitchFamily="34" charset="0"/>
              </a:rPr>
              <a:t>Table region</a:t>
            </a:r>
            <a:endParaRPr lang="en-US" sz="4050" dirty="0"/>
          </a:p>
        </p:txBody>
      </p:sp>
      <p:graphicFrame>
        <p:nvGraphicFramePr>
          <p:cNvPr id="3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6"/>
              </p:ext>
            </p:extLst>
          </p:nvPr>
        </p:nvGraphicFramePr>
        <p:xfrm>
          <a:off x="548640" y="1404747"/>
          <a:ext cx="11094720" cy="154305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A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B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1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2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3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Roboto" pitchFamily="34" charset="0"/>
                        </a:rPr>
                        <a:t>4</a:t>
                      </a:r>
                      <a:endParaRPr lang="en-US" sz="1200" dirty="0">
                        <a:latin typeface="Roboto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B302C302C312C6E756C6C2C2231225D2C5B302C312C322C6E756C6C2C2232225D2C5B312C302C332C6E756C6C2C2233225D2C5B312C312C342C6E756C6C2C2234225D5D2C22617574686F726564223A7B22636F6C756D6E73223A5B2241222C2242225D2C22726F7773223A5B5B312C325D2C5B332C345D5D7D2C2265766964656E6365223A5B5B2265313535643337386138396361363366222C2266663731666563373730656131313737225D2C5B2235623233666366393030383161396137222C2265353039643631306230313230373434225D2C5B2266336335353066366161396234623037222C2266313533656530653835336566393037225D5D2C22656E7669726F6E6D656E74223A2263623435613862653461623064313563227D"/>
</p:tagLst>
</file>

<file path=ppt/tags/opfDocument.xml><?xml version="1.0" encoding="utf-8"?>
<p:tagLst xmlns:p="http://schemas.openxmlformats.org/presentationml/2006/main">
  <p:tag name="OPF_DOCUMENT_V1" val="7B2276223A312C22736C69646573223A332C22616273656E74223A5B2224736368656D61222C226E616D65222C226C616E6775616765222C2264657369676E2E7468656D65222C2264657369676E2E636F6C6F72536368656D65225D2C2264657369676E223A7B22666F6E74536368656D65223A22726F626F746F222C2264696D656E73696F6E73223A7B227769647468496E63686573223A31332E3333333333332C22686569676874496E63686573223A372E357D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526F626F746F222C226561223A22526F626F746F222C226373223A22227D2C226D696E6F72223A7B226C6174696E223A22526F626F746F222C226561223A22526F626F746F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Image1.xml><?xml version="1.0" encoding="utf-8"?>
<p:tagLst xmlns:p="http://schemas.openxmlformats.org/presentationml/2006/main">
  <p:tag name="OPF_IMAGE_V1" val="7B2276223A312C22726F6C65223A22626C6F636B222C22736C696465223A22736C696465732E30222C2270617468223A22736C696465732E302E626C6F636B732E312E696D616765222C2274726561746D656E74223A7B22666974223A2273747265746368227D2C2270726F70657274696573223A7B22613A7866726D223A7B22613A6F6666223A7B2278223A22353438363430222C2279223A2231343034373437227D2C22613A657874223A7B226378223A2235343333303630222C226379223A2234393034363133227D7D2C22613A7072737447656F6D223A7B22613A61764C7374223A22222C2270727374223A2272656374227D2C222374657874223A222020227D2C22626C697046696C6C223A7B22613A73747265746368223A7B22613A66696C6C52656374223A22227D2C222374657874223A222020222C22613A626C6970223A7B7D7D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2663666333039366334393362626537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65616631313961613066653964626137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33376533613636656135383131616363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62353035306331666461303166613734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6663633653165613935613936353137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61313433376133383831313261363631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3373238653736303766346630386636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3666633663631313763326132343764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65623139313765393432316330313865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66303464386531623664626534343834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65643765653933613034653335336463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393366653234623638626663333932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66383462366436373337613436363331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863316365386566393533626239333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63643664373732303737363639663131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0366331383265343032303865666436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32613766393834613764613739653534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6623834346334613537636461336463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61643937326433643966653961353139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23434633037613237363966633461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9343663666562393866613130623536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1343836626161646261323165363132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32633466376664656166306232376431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39376333663165376161393264313662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62353331623663306233353635306364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332323262383733303466646264643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5386532366332386139336135353539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2396562333531356333366639303739222C22726567696F6E73223A7B22313030223A226C6F676F73227D7D"/>
</p:tagLst>
</file>

<file path=ppt/tags/opfSlide1.xml><?xml version="1.0" encoding="utf-8"?>
<p:tagLst xmlns:p="http://schemas.openxmlformats.org/presentationml/2006/main">
  <p:tag name="OPF_SLIDE_V1" val="7B2276223A312C22736C696465223A302C226C61796F7574223A22696D6167652D626573696465222C22636F6E74656E74223A7B22666F726D223A22626C6F636B73222C22626C6F636B73223A5B7B2274223A226C656166222C226B223A2274657874222C22696E223A22626F6479222C22626F78223A5B3635322C3338382E322C3537302E342C33332E355D7D2C7B2274223A226C656166222C226B223A22696D616765222C22696E223A226D65646961222C22626F78223A5B35372E362C3134372E352C3537302E342C3531342E395D7D5D7D2C226E6174697665223A7B22737472756374757265223A223132666531656237653932343365222C226261636B67726F756E64223A223131336637323562636232336536222C227374796C65223A223035326661666130643663633635227D7D"/>
</p:tagLst>
</file>

<file path=ppt/tags/opfSlide2.xml><?xml version="1.0" encoding="utf-8"?>
<p:tagLst xmlns:p="http://schemas.openxmlformats.org/presentationml/2006/main">
  <p:tag name="OPF_SLIDE_V1" val="7B2276223A312C22736C696465223A312C226C61796F7574223A2263686172742D626573696465222C22636F6E74656E74223A7B22666F726D223A22626C6F636B73222C22626C6F636B73223A5B7B2274223A226C656166222C226B223A226368617274222C22696E223A226368617274222C22626F78223A5B35372E362C3134372E352C3638342E352C3531342E395D7D2C7B2274223A226C656166222C226B223A2274657874222C22696E223A226E6F746573222C22626F78223A5B3736362E312C3134372E352C3435362E332C3531342E395D7D5D7D2C226E6174697665223A7B22737472756374757265223A223061646161373334616634303636222C226261636B67726F756E64223A223131336637323562636232336536222C227374796C65223A223035326661666130643663633635227D7D"/>
</p:tagLst>
</file>

<file path=ppt/tags/opfSlide3.xml><?xml version="1.0" encoding="utf-8"?>
<p:tagLst xmlns:p="http://schemas.openxmlformats.org/presentationml/2006/main">
  <p:tag name="OPF_SLIDE_V1" val="7B2276223A312C22736C696465223A322C226C61796F7574223A227461626C65222C22636F6E74656E74223A7B22666F726D223A22726F6F74222C226669656C64223A227461626C65222C22626F78223A5B35372E362C3134372E352C313136342E382C3531342E395D7D2C226E6174697665223A7B22737472756374757265223A223039626232343962316335356365222C226261636B67726F756E64223A223131336637323562636232336536222C227374796C65223A223035353338393230346564656466227D7D"/>
</p:tagLst>
</file>

<file path=ppt/tags/opfText1.xml><?xml version="1.0" encoding="utf-8"?>
<p:tagLst xmlns:p="http://schemas.openxmlformats.org/presentationml/2006/main">
  <p:tag name="OPF_TEXT_V1" val="7B2276223A312C2267726F7570223A22736C696465732E302E626C6F636B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626C6F636B732E31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Roboto"/>
        <a:ea typeface="Robot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Robot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Office Theme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2026-01-01T00:00:00Z</dcterms:created>
  <dcterms:modified xsi:type="dcterms:W3CDTF">2026-01-01T00:00:00Z</dcterms:modified>
</cp:coreProperties>
</file>