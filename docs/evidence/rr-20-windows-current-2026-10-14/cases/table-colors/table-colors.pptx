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ags/opfLayout1.xml" ContentType="application/vnd.openxmlformats-officedocument.presentationml.tags+xml"/>
  <Override PartName="/ppt/tags/opfDocument.xml" ContentType="application/vnd.openxmlformats-officedocument.presentationml.tags+xml"/>
  <Override PartName="/ppt/tags/opfSlide1.xml" ContentType="application/vnd.openxmlformats-officedocument.presentationml.tags+xml"/>
  <Override PartName="/ppt/tags/opfSlide2.xml" ContentType="application/vnd.openxmlformats-officedocument.presentationml.tags+xml"/>
  <Override PartName="/ppt/tags/opfSlide3.xml" ContentType="application/vnd.openxmlformats-officedocument.presentationml.tags+xml"/>
  <Override PartName="/ppt/tags/opfSlide4.xml" ContentType="application/vnd.openxmlformats-officedocument.presentationml.tags+xml"/>
  <Override PartName="/ppt/tags/opfSlide5.xml" ContentType="application/vnd.openxmlformats-officedocument.presentationml.tags+xml"/>
  <Override PartName="/ppt/tags/opfSlide6.xml" ContentType="application/vnd.openxmlformats-officedocument.presentationml.tags+xml"/>
  <Override PartName="/ppt/tags/opfData1.xml" ContentType="application/vnd.openxmlformats-officedocument.presentationml.tags+xml"/>
  <Override PartName="/ppt/tags/opfData2.xml" ContentType="application/vnd.openxmlformats-officedocument.presentationml.tags+xml"/>
  <Override PartName="/ppt/tags/opfData3.xml" ContentType="application/vnd.openxmlformats-officedocument.presentationml.tags+xml"/>
  <Override PartName="/ppt/tags/opfData4.xml" ContentType="application/vnd.openxmlformats-officedocument.presentationml.tags+xml"/>
  <Override PartName="/ppt/tags/opfData5.xml" ContentType="application/vnd.openxmlformats-officedocument.presentationml.tags+xml"/>
  <Override PartName="/ppt/tags/opfData6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custDataLst>
    <p:tags r:id="rIdOpfDocument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OpfDocument" Type="http://schemas.openxmlformats.org/officeDocument/2006/relationships/tags" Target="tags/opfDocument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opfLayout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 userDrawn="1">
  <p:cSld name="OPF au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3115247"/>
            <a:ext cx="11094720" cy="627507"/>
          </a:xfrm>
        </p:spPr>
        <p:txBody>
          <a:bodyPr/>
          <a:lstStyle>
            <a:lvl1pPr algn="l">
              <a:defRPr sz="4050" b="1">
                <a:latin typeface="+mj-lt"/>
                <a:ea typeface="+mj-ea"/>
                <a:cs typeface="+mj-cs"/>
              </a:defRPr>
            </a:lvl1pPr>
            <a:lvl2pPr algn="l">
              <a:defRPr sz="4050" b="1">
                <a:latin typeface="+mj-lt"/>
                <a:ea typeface="+mj-ea"/>
                <a:cs typeface="+mj-cs"/>
              </a:defRPr>
            </a:lvl2pPr>
            <a:lvl3pPr algn="l">
              <a:defRPr sz="4050" b="1">
                <a:latin typeface="+mj-lt"/>
                <a:ea typeface="+mj-ea"/>
                <a:cs typeface="+mj-cs"/>
              </a:defRPr>
            </a:lvl3pPr>
            <a:lvl4pPr algn="l">
              <a:defRPr sz="4050" b="1">
                <a:latin typeface="+mj-lt"/>
                <a:ea typeface="+mj-ea"/>
                <a:cs typeface="+mj-cs"/>
              </a:defRPr>
            </a:lvl4pPr>
            <a:lvl5pPr algn="l">
              <a:defRPr sz="4050" b="1">
                <a:latin typeface="+mj-lt"/>
                <a:ea typeface="+mj-ea"/>
                <a:cs typeface="+mj-cs"/>
              </a:defRPr>
            </a:lvl5pPr>
            <a:lvl6pPr algn="l">
              <a:defRPr sz="4050" b="1">
                <a:latin typeface="+mj-lt"/>
                <a:ea typeface="+mj-ea"/>
                <a:cs typeface="+mj-cs"/>
              </a:defRPr>
            </a:lvl6pPr>
            <a:lvl7pPr algn="l">
              <a:defRPr sz="4050" b="1">
                <a:latin typeface="+mj-lt"/>
                <a:ea typeface="+mj-ea"/>
                <a:cs typeface="+mj-cs"/>
              </a:defRPr>
            </a:lvl7pPr>
            <a:lvl8pPr algn="l">
              <a:defRPr sz="4050" b="1">
                <a:latin typeface="+mj-lt"/>
                <a:ea typeface="+mj-ea"/>
                <a:cs typeface="+mj-cs"/>
              </a:defRPr>
            </a:lvl8pPr>
            <a:lvl9pPr algn="l">
              <a:defRPr sz="4050" b="1">
                <a:latin typeface="+mj-lt"/>
                <a:ea typeface="+mj-ea"/>
                <a:cs typeface="+mj-cs"/>
              </a:defRPr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2701-0002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0F2701-0002-4000-8000-000000000003}" type="slidenum">
              <a:rPr lang="en-US"/>
              <a:t>‹#›</a:t>
            </a:fld>
            <a:endParaRPr lang="en-US"/>
          </a:p>
        </p:txBody>
      </p:sp>
    </p:spTree>
    <p:custDataLst>
      <p:tags r:id="rId2"/>
    </p:custData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2"/>
          </p:nvPr>
        </p:nvSpPr>
        <p:spPr>
          <a:xfrm>
            <a:off x="8534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/>
            </a:lvl1pPr>
          </a:lstStyle>
          <a:p>
            <a:fld id="{0F0F2701-0001-4000-8000-000000000001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110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1200"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8168640" y="6397752"/>
            <a:ext cx="3169920" cy="185928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defRPr sz="1200"/>
            </a:lvl1pPr>
          </a:lstStyle>
          <a:p>
            <a:fld id="{0F0F2701-0001-4000-8000-00000000000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+mn-lt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+mn-lt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+mn-lt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+mn-l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+mn-lt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+mn-lt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OpfSlide" Type="http://schemas.openxmlformats.org/officeDocument/2006/relationships/tags" Target="../tags/opfSlide1.xml"/><Relationship Id="rIdOpfData1" Type="http://schemas.openxmlformats.org/officeDocument/2006/relationships/tags" Target="../tags/opf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OpfSlide" Type="http://schemas.openxmlformats.org/officeDocument/2006/relationships/tags" Target="../tags/opfSlide2.xml"/><Relationship Id="rIdOpfData2" Type="http://schemas.openxmlformats.org/officeDocument/2006/relationships/tags" Target="../tags/opfData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OpfSlide" Type="http://schemas.openxmlformats.org/officeDocument/2006/relationships/tags" Target="../tags/opfSlide3.xml"/><Relationship Id="rIdOpfData3" Type="http://schemas.openxmlformats.org/officeDocument/2006/relationships/tags" Target="../tags/opfData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OpfSlide" Type="http://schemas.openxmlformats.org/officeDocument/2006/relationships/tags" Target="../tags/opfSlide4.xml"/><Relationship Id="rIdOpfData4" Type="http://schemas.openxmlformats.org/officeDocument/2006/relationships/tags" Target="../tags/opfData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OpfSlide" Type="http://schemas.openxmlformats.org/officeDocument/2006/relationships/tags" Target="../tags/opfSlide5.xml"/><Relationship Id="rIdOpfData5" Type="http://schemas.openxmlformats.org/officeDocument/2006/relationships/tags" Target="../tags/opfData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OpfSlide" Type="http://schemas.openxmlformats.org/officeDocument/2006/relationships/tags" Target="../tags/opfSlide6.xml"/><Relationship Id="rIdOpfData6" Type="http://schemas.openxmlformats.org/officeDocument/2006/relationships/tags" Target="../tags/opfData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1"/>
          <p:cNvGraphicFramePr>
            <a:graphicFrameLocks noGrp="1"/>
          </p:cNvGraphicFramePr>
          <p:nvPr>
            <p:custDataLst>
              <p:tags r:id="rIdOpfData1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2"/>
          <p:cNvGraphicFramePr>
            <a:graphicFrameLocks noGrp="1"/>
          </p:cNvGraphicFramePr>
          <p:nvPr>
            <p:custDataLst>
              <p:tags r:id="rIdOpfData2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3"/>
          <p:cNvGraphicFramePr>
            <a:graphicFrameLocks noGrp="1"/>
          </p:cNvGraphicFramePr>
          <p:nvPr>
            <p:custDataLst>
              <p:tags r:id="rIdOpfData3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77777"/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4"/>
          <p:cNvGraphicFramePr>
            <a:graphicFrameLocks noGrp="1"/>
          </p:cNvGraphicFramePr>
          <p:nvPr>
            <p:custDataLst>
              <p:tags r:id="rIdOpfData4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67676"/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5"/>
          <p:cNvGraphicFramePr>
            <a:graphicFrameLocks noGrp="1"/>
          </p:cNvGraphicFramePr>
          <p:nvPr>
            <p:custDataLst>
              <p:tags r:id="rIdOpfData5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196"/>
                      </a:srgbClr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xmlns:mc="http://schemas.openxmlformats.org/markup-compatibility/2006" mc:Ignorable="a14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PF table 6"/>
          <p:cNvGraphicFramePr>
            <a:graphicFrameLocks noGrp="1"/>
          </p:cNvGraphicFramePr>
          <p:nvPr>
            <p:custDataLst>
              <p:tags r:id="rIdOpfData6"/>
            </p:custDataLst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548640"/>
          <a:ext cx="11094720" cy="1028700"/>
        </p:xfrm>
        <a:graphic>
          <a:graphicData uri="http://schemas.openxmlformats.org/drawingml/2006/table">
            <a:tbl>
              <a:tblPr firstRow="1"/>
              <a:tblGrid>
                <a:gridCol w="5547360"/>
                <a:gridCol w="55473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Header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Inherited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Body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1464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ptos" pitchFamily="34" charset="0"/>
                        </a:rPr>
                        <a:t>BodyInherited</a:t>
                      </a:r>
                      <a:r>
                        <a:rPr lang="en-US" sz="1200" dirty="0">
                          <a:solidFill>
                            <a:srgbClr val="FF0000"/>
                          </a:solidFill>
                          <a:latin typeface="Aptos" pitchFamily="34" charset="0"/>
                        </a:rPr>
                        <a:t>BodyExplicit</a:t>
                      </a:r>
                      <a:endParaRPr lang="en-US" sz="1200" dirty="0">
                        <a:latin typeface="Aptos" charset="0"/>
                      </a:endParaRPr>
                    </a:p>
                  </a:txBody>
                  <a:tcPr marL="95250" marR="95250" marT="76200" marB="38100" anchor="t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  <p:custDataLst>
      <p:tags r:id="rIdOpfSlide"/>
    </p:custDataLst>
  </p:cSld>
  <p:clrMapOvr>
    <a:masterClrMapping/>
  </p:clrMapOvr>
</p:sld>
</file>

<file path=ppt/tags/opfData1.xml><?xml version="1.0" encoding="utf-8"?>
<p:tagLst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463846414643227D7D2C7B2276616C7565223A5B22496E68657269746564222C7B2274657874223A224578706C69636974222C22636F6C6F72223A2223464630303030227D5D2C227374796C65223A7B2266696C6C223A2223463846414643227D7D5D2C22726F7773223A5B5B7B2276616C7565223A22426F6479222C227374796C65223A7B2266696C6C223A2223463846414643227D7D2C7B2276616C7565223A5B22426F6479496E68657269746564222C7B2274657874223A22426F64794578706C69636974222C22636F6C6F72223A2223464630303030227D5D2C227374796C65223A7B2266696C6C223A2223463846414643227D7D5D5D7D2C2265766964656E6365223A5B5B2231363332343366373039313663303933222C2239623766643161313835373737643162225D2C5B2237373664326562306137623062303433222C2261366336623631303165616637383131225D5D2C22656E7669726F6E6D656E74223A2234383436336461613566373036353961227D"/>
</p:tagLst>
</file>

<file path=ppt/tags/opfData2.xml><?xml version="1.0" encoding="utf-8"?>
<p:tagLst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304631373241227D7D2C7B2276616C7565223A5B22496E68657269746564222C7B2274657874223A224578706C69636974222C22636F6C6F72223A2223464630303030227D5D2C227374796C65223A7B2266696C6C223A2223304631373241227D7D5D2C22726F7773223A5B5B7B2276616C7565223A22426F6479222C227374796C65223A7B2266696C6C223A2223304631373241227D7D2C7B2276616C7565223A5B22426F6479496E68657269746564222C7B2274657874223A22426F64794578706C69636974222C22636F6C6F72223A2223464630303030227D5D2C227374796C65223A7B2266696C6C223A2223304631373241227D7D5D5D7D2C2265766964656E6365223A5B5B2236383136633562316430623239373630222C2263656537353562633437356333656437225D2C5B2266663035626664643835323166356132222C2237373633653131383030396665343839225D5D2C22656E7669726F6E6D656E74223A2234383436336461613566373036353961227D"/>
</p:tagLst>
</file>

<file path=ppt/tags/opfData3.xml><?xml version="1.0" encoding="utf-8"?>
<p:tagLst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373737373737227D7D2C7B2276616C7565223A5B22496E68657269746564222C7B2274657874223A224578706C69636974222C22636F6C6F72223A2223464630303030227D5D2C227374796C65223A7B2266696C6C223A2223373737373737227D7D5D2C22726F7773223A5B5B7B2276616C7565223A22426F6479222C227374796C65223A7B2266696C6C223A2223373737373737227D7D2C7B2276616C7565223A5B22426F6479496E68657269746564222C7B2274657874223A22426F64794578706C69636974222C22636F6C6F72223A2223464630303030227D5D2C227374796C65223A7B2266696C6C223A2223373737373737227D7D5D5D7D2C2265766964656E6365223A5B5B2239326661373061396232386464396436222C2261353735633138656236333566316333225D2C5B2239366262636461316664313566393637222C2234656339653237396133336438633032225D5D2C22656E7669726F6E6D656E74223A2234383436336461613566373036353961227D"/>
</p:tagLst>
</file>

<file path=ppt/tags/opfData4.xml><?xml version="1.0" encoding="utf-8"?>
<p:tagLst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373637363736227D7D2C7B2276616C7565223A5B22496E68657269746564222C7B2274657874223A224578706C69636974222C22636F6C6F72223A2223464630303030227D5D2C227374796C65223A7B2266696C6C223A2223373637363736227D7D5D2C22726F7773223A5B5B7B2276616C7565223A22426F6479222C227374796C65223A7B2266696C6C223A2223373637363736227D7D2C7B2276616C7565223A5B22426F6479496E68657269746564222C7B2274657874223A22426F64794578706C69636974222C22636F6C6F72223A2223464630303030227D5D2C227374796C65223A7B2266696C6C223A2223373637363736227D7D5D5D7D2C2265766964656E6365223A5B5B2238636235393832393865623636383633222C2261393536623539643637663662656232225D2C5B2231313366323636366461633839613137222C2237663863613236373033323131393530225D5D2C22656E7669726F6E6D656E74223A2234383436336461613566373036353961227D"/>
</p:tagLst>
</file>

<file path=ppt/tags/opfData5.xml><?xml version="1.0" encoding="utf-8"?>
<p:tagLst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4646464646463830227D7D2C7B2276616C7565223A5B22496E68657269746564222C7B2274657874223A224578706C69636974222C22636F6C6F72223A2223464630303030227D5D2C227374796C65223A7B2266696C6C223A22234646464646463830227D7D5D2C22726F7773223A5B5B7B2276616C7565223A22426F6479222C227374796C65223A7B2266696C6C223A22234646464646463830227D7D2C7B2276616C7565223A5B22426F6479496E68657269746564222C7B2274657874223A22426F64794578706C69636974222C22636F6C6F72223A2223464630303030227D5D2C227374796C65223A7B2266696C6C223A22234646464646463830227D7D5D5D7D2C2265766964656E6365223A5B5B2231363563316461393038396462653832222C2232633838653339653364366331323536225D2C5B2233323163353464666637333234363831222C2239633463396261306661343334393364225D5D2C22656E7669726F6E6D656E74223A2234383436336461613566373036353961227D"/>
</p:tagLst>
</file>

<file path=ppt/tags/opfData6.xml><?xml version="1.0" encoding="utf-8"?>
<p:tagLst xmlns:p="http://schemas.openxmlformats.org/presentationml/2006/main">
  <p:tag name="OPF_DATA_V1" val="7B2276223A312C226B696E64223A227461626C65222C2268656164657273223A5B5D2C2263656C6C73223A5B5D2C22617574686F726564223A7B22636F6C756D6E73223A5B7B2276616C7565223A22486561646572222C227374796C65223A7B2266696C6C223A2223463846414643222C22636F6C6F72223A2223464646464646227D7D2C7B2276616C7565223A5B22496E68657269746564222C7B2274657874223A224578706C69636974222C22636F6C6F72223A2223464630303030227D5D2C227374796C65223A7B2266696C6C223A2223463846414643222C22636F6C6F72223A2223464646464646227D7D5D2C22726F7773223A5B5B7B2276616C7565223A22426F6479222C227374796C65223A7B2266696C6C223A2223463846414643222C22636F6C6F72223A2223464646464646227D7D2C7B2276616C7565223A5B22426F6479496E68657269746564222C7B2274657874223A22426F64794578706C69636974222C22636F6C6F72223A2223464630303030227D5D2C227374796C65223A7B2266696C6C223A2223463846414643222C22636F6C6F72223A2223464646464646227D7D5D5D7D2C2265766964656E6365223A5B5B2261376136393532613165623266373062222C2233356230663235356165323861653337225D2C5B2263623166343064653039303263343961222C2231653334393536386335343533313266225D5D2C22656E7669726F6E6D656E74223A2234383436336461613566373036353961227D"/>
</p:tagLst>
</file>

<file path=ppt/tags/opfDocument.xml><?xml version="1.0" encoding="utf-8"?>
<p:tagLst xmlns:p="http://schemas.openxmlformats.org/presentationml/2006/main">
  <p:tag name="OPF_DOCUMENT_V1" val="7B2276223A312C22736C69646573223A362C22616273656E74223A5B2224736368656D61222C226E616D65222C226C616E6775616765222C2264657369676E2E7468656D65222C2264657369676E2E64696D656E73696F6E73225D2C2264657369676E223A7B22636F6C6F72536368656D65223A7B226964223A22636F6F6C2D686F72697A6F6E222C226461726B31223A2223303030303030227D2C22666F6E74536368656D65223A22726F626F746F222C226261636B67726F756E64223A2223464646464646227D2C226E6174697665223A7B22636F6C6F7273223A7B22646B31223A22737267623A303030303030222C226C7431223A22737267623A464646464646222C22646B32223A22737267623A303131383432222C226C7432223A22737267623A463046304630222C22616363656E7431223A22737267623A323837344136222C22616363656E7432223A22737267623A314234463732222C22616363656E7433223A22737267623A353439394337222C22616363656E7434223A22737267623A374244424232222C22616363656E7435223A22737267623A334143363741222C22616363656E7436223A22737267623A323441383945222C22686C696E6B223A22737267623A303030304545222C22666F6C486C696E6B223A22737267623A353531413842227D2C22666F6E7473223A7B226D616A6F72223A7B226C6174696E223A224170746F7320446973706C6179222C226561223A224170746F7320446973706C6179222C226373223A22227D2C226D696E6F72223A7B226C6174696E223A224170746F73222C226561223A224170746F73222C226373223A22227D7D2C2273697A65223A7B226378223A223132313932303030222C226379223A2236383538303030227D7D7D"/>
</p:tagLst>
</file>

<file path=ppt/tags/opfLayout1.xml><?xml version="1.0" encoding="utf-8"?>
<p:tagLst xmlns:p="http://schemas.openxmlformats.org/presentationml/2006/main">
  <p:tag name="OPF_LAYOUT_V1" val="7B2276223A312C226964223A226175746F222C2267726F7570223A22637573746F6D222C227265666572656E6365223A226175746F222C2268617368223A2266643765363834343464356561666632222C22726567696F6E73223A7B7D7D"/>
</p:tagLst>
</file>

<file path=ppt/tags/opfSlide1.xml><?xml version="1.0" encoding="utf-8"?>
<p:tagLst xmlns:p="http://schemas.openxmlformats.org/presentationml/2006/main">
  <p:tag name="OPF_SLIDE_V1" val="7B2276223A312C22736C696465223A30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064653562363731396130613232227D7D"/>
</p:tagLst>
</file>

<file path=ppt/tags/opfSlide2.xml><?xml version="1.0" encoding="utf-8"?>
<p:tagLst xmlns:p="http://schemas.openxmlformats.org/presentationml/2006/main">
  <p:tag name="OPF_SLIDE_V1" val="7B2276223A312C22736C696465223A31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062363034363661333562646131227D7D"/>
</p:tagLst>
</file>

<file path=ppt/tags/opfSlide3.xml><?xml version="1.0" encoding="utf-8"?>
<p:tagLst xmlns:p="http://schemas.openxmlformats.org/presentationml/2006/main">
  <p:tag name="OPF_SLIDE_V1" val="7B2276223A312C22736C696465223A32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035656561303465666433636239227D7D"/>
</p:tagLst>
</file>

<file path=ppt/tags/opfSlide4.xml><?xml version="1.0" encoding="utf-8"?>
<p:tagLst xmlns:p="http://schemas.openxmlformats.org/presentationml/2006/main">
  <p:tag name="OPF_SLIDE_V1" val="7B2276223A312C22736C696465223A33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136306432666433653338356365227D7D"/>
</p:tagLst>
</file>

<file path=ppt/tags/opfSlide5.xml><?xml version="1.0" encoding="utf-8"?>
<p:tagLst xmlns:p="http://schemas.openxmlformats.org/presentationml/2006/main">
  <p:tag name="OPF_SLIDE_V1" val="7B2276223A312C22736C696465223A34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132313732313333653566333132227D7D"/>
</p:tagLst>
</file>

<file path=ppt/tags/opfSlide6.xml><?xml version="1.0" encoding="utf-8"?>
<p:tagLst xmlns:p="http://schemas.openxmlformats.org/presentationml/2006/main">
  <p:tag name="OPF_SLIDE_V1" val="7B2276223A312C22736C696465223A352C22636F6E74656E74223A7B22666F726D223A22726F6F74222C226669656C64223A227461626C65222C22626F78223A5B35372E362C35372E362C313136342E382C3630342E385D7D2C226E6174697665223A7B22737472756374757265223A223164643938633738313230616537222C226261636B67726F756E64223A223064616338363038336466646537222C227374796C65223A223038313035383635333539393033227D7D"/>
</p:tagLst>
</file>

<file path=ppt/theme/theme1.xml><?xml version="1.0" encoding="utf-8"?>
<a:theme xmlns:a="http://schemas.openxmlformats.org/drawingml/2006/main" name="Office Theme">
  <a:themeElements>
    <a:clrScheme name="cool-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cool-horizon">
      <a:dk1>
        <a:srgbClr val="000000"/>
      </a:dk1>
      <a:lt1>
        <a:srgbClr val="FFFFFF"/>
      </a:lt1>
      <a:dk2>
        <a:srgbClr val="011842"/>
      </a:dk2>
      <a:lt2>
        <a:srgbClr val="F0F0F0"/>
      </a:lt2>
      <a:accent1>
        <a:srgbClr val="2874A6"/>
      </a:accent1>
      <a:accent2>
        <a:srgbClr val="1B4F72"/>
      </a:accent2>
      <a:accent3>
        <a:srgbClr val="5499C7"/>
      </a:accent3>
      <a:accent4>
        <a:srgbClr val="7BDBB2"/>
      </a:accent4>
      <a:accent5>
        <a:srgbClr val="3AC67A"/>
      </a:accent5>
      <a:accent6>
        <a:srgbClr val="24A89E"/>
      </a:accent6>
      <a:hlink>
        <a:srgbClr val="0000EE"/>
      </a:hlink>
      <a:folHlink>
        <a:srgbClr val="551A8B"/>
      </a:folHlink>
    </a:clrScheme>
    <a:fontScheme name="Office">
      <a:majorFont>
        <a:latin typeface="Aptos Display"/>
        <a:ea typeface="Aptos Display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Aptos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Office Theme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