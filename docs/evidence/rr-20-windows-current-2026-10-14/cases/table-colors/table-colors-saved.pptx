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custDataLst>
    <p:tags r:id="rId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OPF au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3115247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1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2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3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4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5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6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62C22616273656E74223A5B2224736368656D61222C226E616D65222C226C616E6775616765222C2264657369676E2E7468656D65222C2264657369676E2E64696D656E73696F6E73225D2C2264657369676E223A7B22636F6C6F72536368656D65223A7B226964223A22636F6F6C2D686F72697A6F6E222C226461726B31223A2223303030303030227D2C22666F6E74536368656D65223A22726F626F746F222C226261636B67726F756E64223A222346464646464622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06465356236373139613061323222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463846414643227D7D2C7B2276616C7565223A5B22496E68657269746564222C7B2274657874223A224578706C69636974222C22636F6C6F72223A2223464630303030227D5D2C227374796C65223A7B2266696C6C223A2223463846414643227D7D5D2C22726F7773223A5B5B7B2276616C7565223A22426F6479222C227374796C65223A7B2266696C6C223A2223463846414643227D7D2C7B2276616C7565223A5B22426F6479496E68657269746564222C7B2274657874223A22426F64794578706C69636974222C22636F6C6F72223A2223464630303030227D5D2C227374796C65223A7B2266696C6C223A2223463846414643227D7D5D5D7D2C2265766964656E6365223A5B5B2231363332343366373039313663303933222C2239623766643161313835373737643162225D2C5B2237373664326562306137623062303433222C2261366336623631303165616637383131225D5D2C22656E7669726F6E6D656E74223A223438343633646161356637303635396122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1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062363034363661333562646131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304631373241227D7D2C7B2276616C7565223A5B22496E68657269746564222C7B2274657874223A224578706C69636974222C22636F6C6F72223A2223464630303030227D5D2C227374796C65223A7B2266696C6C223A2223304631373241227D7D5D2C22726F7773223A5B5B7B2276616C7565223A22426F6479222C227374796C65223A7B2266696C6C223A2223304631373241227D7D2C7B2276616C7565223A5B22426F6479496E68657269746564222C7B2274657874223A22426F64794578706C69636974222C22636F6C6F72223A2223464630303030227D5D2C227374796C65223A7B2266696C6C223A2223304631373241227D7D5D5D7D2C2265766964656E6365223A5B5B2236383136633562316430623239373630222C2263656537353562633437356333656437225D2C5B2266663035626664643835323166356132222C2237373633653131383030396665343839225D5D2C22656E7669726F6E6D656E74223A223438343633646161356637303635396122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2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03565656130346566643363623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373737373737227D7D2C7B2276616C7565223A5B22496E68657269746564222C7B2274657874223A224578706C69636974222C22636F6C6F72223A2223464630303030227D5D2C227374796C65223A7B2266696C6C223A2223373737373737227D7D5D2C22726F7773223A5B5B7B2276616C7565223A22426F6479222C227374796C65223A7B2266696C6C223A2223373737373737227D7D2C7B2276616C7565223A5B22426F6479496E68657269746564222C7B2274657874223A22426F64794578706C69636974222C22636F6C6F72223A2223464630303030227D5D2C227374796C65223A7B2266696C6C223A2223373737373737227D7D5D5D7D2C2265766964656E6365223A5B5B2239326661373061396232386464396436222C2261353735633138656236333566316333225D2C5B2239366262636461316664313566393637222C2234656339653237396133336438633032225D5D2C22656E7669726F6E6D656E74223A22343834363364616135663730363539612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3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136306432666433653338356365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373637363736227D7D2C7B2276616C7565223A5B22496E68657269746564222C7B2274657874223A224578706C69636974222C22636F6C6F72223A2223464630303030227D5D2C227374796C65223A7B2266696C6C223A2223373637363736227D7D5D2C22726F7773223A5B5B7B2276616C7565223A22426F6479222C227374796C65223A7B2266696C6C223A2223373637363736227D7D2C7B2276616C7565223A5B22426F6479496E68657269746564222C7B2274657874223A22426F64794578706C69636974222C22636F6C6F72223A2223464630303030227D5D2C227374796C65223A7B2266696C6C223A2223373637363736227D7D5D5D7D2C2265766964656E6365223A5B5B2238636235393832393865623636383633222C2261393536623539643637663662656232225D2C5B2231313366323636366461633839613137222C2237663863613236373033323131393530225D5D2C22656E7669726F6E6D656E74223A223438343633646161356637303635396122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4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132313732313333653566333132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4646464646463830227D7D2C7B2276616C7565223A5B22496E68657269746564222C7B2274657874223A224578706C69636974222C22636F6C6F72223A2223464630303030227D5D2C227374796C65223A7B2266696C6C223A22234646464646463830227D7D5D2C22726F7773223A5B5B7B2276616C7565223A22426F6479222C227374796C65223A7B2266696C6C223A22234646464646463830227D7D2C7B2276616C7565223A5B22426F6479496E68657269746564222C7B2274657874223A22426F64794578706C69636974222C22636F6C6F72223A2223464630303030227D5D2C227374796C65223A7B2266696C6C223A22234646464646463830227D7D5D5D7D2C2265766964656E6365223A5B5B2231363563316461393038396462653832222C2232633838653339653364366331323536225D2C5B2233323163353464666637333234363831222C2239633463396261306661343334393364225D5D2C22656E7669726F6E6D656E74223A223438343633646161356637303635396122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5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03831303538363533353939303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463846414643222C22636F6C6F72223A2223464646464646227D7D2C7B2276616C7565223A5B22496E68657269746564222C7B2274657874223A224578706C69636974222C22636F6C6F72223A2223464630303030227D5D2C227374796C65223A7B2266696C6C223A2223463846414643222C22636F6C6F72223A2223464646464646227D7D5D2C22726F7773223A5B5B7B2276616C7565223A22426F6479222C227374796C65223A7B2266696C6C223A2223463846414643222C22636F6C6F72223A2223464646464646227D7D2C7B2276616C7565223A5B22426F6479496E68657269746564222C7B2274657874223A22426F64794578706C69636974222C22636F6C6F72223A2223464630303030227D5D2C227374796C65223A7B2266696C6C223A2223463846414643222C22636F6C6F72223A2223464646464646227D7D5D5D7D2C2265766964656E6365223A5B5B2261376136393532613165623266373062222C2233356230663235356165323861653337225D2C5B2263623166343064653039303263343961222C2231653334393536386335343533313266225D5D2C22656E7669726F6E6D656E74223A2234383436336461613566373036353961227D"/>
</p:tagLst>
</file>

<file path=ppt/theme/theme1.xml><?xml version="1.0" encoding="utf-8"?>
<a:theme xmlns:a="http://schemas.openxmlformats.org/drawingml/2006/main" name="Office Theme">
  <a:themeElements>
    <a:clrScheme name="cool-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cool-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2026-10-14T06:58:44Z</dcterms:modified>
</cp:coreProperties>
</file>