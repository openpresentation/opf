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imeline1.xml" ContentType="application/vnd.openxmlformats-officedocument.presentationml.tags+xml"/>
  <Override PartName="/ppt/tags/opfTimeline2.xml" ContentType="application/vnd.openxmlformats-officedocument.presentationml.tags+xml"/>
  <Override PartName="/ppt/tags/opfTimeline3.xml" ContentType="application/vnd.openxmlformats-officedocument.presentationml.tags+xml"/>
  <Override PartName="/ppt/tags/opfTimeline4.xml" ContentType="application/vnd.openxmlformats-officedocument.presentationml.tags+xml"/>
  <Override PartName="/ppt/tags/opfTimeline5.xml" ContentType="application/vnd.openxmlformats-officedocument.presentationml.tags+xml"/>
  <Override PartName="/ppt/tags/opfTimeline6.xml" ContentType="application/vnd.openxmlformats-officedocument.presentationml.tags+xml"/>
  <Override PartName="/ppt/tags/opfTimeline7.xml" ContentType="application/vnd.openxmlformats-officedocument.presentationml.tags+xml"/>
  <Override PartName="/ppt/tags/opfTimeline8.xml" ContentType="application/vnd.openxmlformats-officedocument.presentationml.tags+xml"/>
  <Override PartName="/ppt/tags/opfTimeline9.xml" ContentType="application/vnd.openxmlformats-officedocument.presentationml.tags+xml"/>
  <Override PartName="/ppt/tags/opfTimeline10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Timeline1" Type="http://schemas.openxmlformats.org/officeDocument/2006/relationships/tags" Target="../tags/opfTimeline1.xml"/><Relationship Id="rIdOpfTimeline2" Type="http://schemas.openxmlformats.org/officeDocument/2006/relationships/tags" Target="../tags/opfTimeline2.xml"/><Relationship Id="rIdOpfTimeline3" Type="http://schemas.openxmlformats.org/officeDocument/2006/relationships/tags" Target="../tags/opfTimeline3.xml"/><Relationship Id="rIdOpfTimeline4" Type="http://schemas.openxmlformats.org/officeDocument/2006/relationships/tags" Target="../tags/opfTimeline4.xml"/><Relationship Id="rIdOpfTimeline5" Type="http://schemas.openxmlformats.org/officeDocument/2006/relationships/tags" Target="../tags/opfTimeline5.xml"/><Relationship Id="rIdOpfTimeline6" Type="http://schemas.openxmlformats.org/officeDocument/2006/relationships/tags" Target="../tags/opfTimeline6.xml"/><Relationship Id="rIdOpfTimeline7" Type="http://schemas.openxmlformats.org/officeDocument/2006/relationships/tags" Target="../tags/opfTimeline7.xml"/><Relationship Id="rIdOpfTimeline8" Type="http://schemas.openxmlformats.org/officeDocument/2006/relationships/tags" Target="../tags/opfTimeline8.xml"/><Relationship Id="rIdOpfTimeline9" Type="http://schemas.openxmlformats.org/officeDocument/2006/relationships/tags" Target="../tags/opfTimeline9.xml"/><Relationship Id="rIdOpfTimeline10" Type="http://schemas.openxmlformats.org/officeDocument/2006/relationships/tags" Target="../tags/opfTimeline10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Timeline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28 intent templates · one public catalog</a:t>
            </a:r>
            <a:endParaRPr lang="en-US" sz="1875" dirty="0"/>
          </a:p>
        </p:txBody>
      </p:sp>
      <p:sp>
        <p:nvSpPr>
          <p:cNvPr id="4" name="OPF timeline 0 connector"/>
          <p:cNvSpPr/>
          <p:nvPr>
            <p:custDataLst>
              <p:tags r:id="rIdOpfTimeline1"/>
            </p:custDataLst>
          </p:nvPr>
        </p:nvSpPr>
        <p:spPr>
          <a:xfrm>
            <a:off x="2397760" y="3569926"/>
            <a:ext cx="7396480" cy="0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5" name="OPF timeline 0 marker 0"/>
          <p:cNvSpPr/>
          <p:nvPr>
            <p:custDataLst>
              <p:tags r:id="rIdOpfTimeline2"/>
            </p:custDataLst>
          </p:nvPr>
        </p:nvSpPr>
        <p:spPr>
          <a:xfrm>
            <a:off x="2312035" y="3484201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OPF timeline 0 marker 1"/>
          <p:cNvSpPr/>
          <p:nvPr>
            <p:custDataLst>
              <p:tags r:id="rIdOpfTimeline3"/>
            </p:custDataLst>
          </p:nvPr>
        </p:nvSpPr>
        <p:spPr>
          <a:xfrm>
            <a:off x="6010275" y="3484201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OPF timeline 0 marker 2"/>
          <p:cNvSpPr/>
          <p:nvPr>
            <p:custDataLst>
              <p:tags r:id="rIdOpfTimeline4"/>
            </p:custDataLst>
          </p:nvPr>
        </p:nvSpPr>
        <p:spPr>
          <a:xfrm>
            <a:off x="9708515" y="3484201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OPF timeline 0 part 0 line 0"/>
          <p:cNvSpPr/>
          <p:nvPr>
            <p:custDataLst>
              <p:tags r:id="rIdOpfTimeline5"/>
            </p:custDataLst>
          </p:nvPr>
        </p:nvSpPr>
        <p:spPr>
          <a:xfrm>
            <a:off x="548640" y="2838406"/>
            <a:ext cx="36982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Discover</a:t>
            </a:r>
            <a:endParaRPr lang="en-US" sz="1350" dirty="0"/>
          </a:p>
        </p:txBody>
      </p:sp>
      <p:sp>
        <p:nvSpPr>
          <p:cNvPr id="9" name="OPF timeline 0 part 1 line 0"/>
          <p:cNvSpPr/>
          <p:nvPr>
            <p:custDataLst>
              <p:tags r:id="rIdOpfTimeline6"/>
            </p:custDataLst>
          </p:nvPr>
        </p:nvSpPr>
        <p:spPr>
          <a:xfrm>
            <a:off x="548640" y="3085675"/>
            <a:ext cx="3698240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Find the real need</a:t>
            </a:r>
            <a:endParaRPr lang="en-US" sz="1650" dirty="0"/>
          </a:p>
        </p:txBody>
      </p:sp>
      <p:sp>
        <p:nvSpPr>
          <p:cNvPr id="10" name="OPF timeline 0 part 2 line 0"/>
          <p:cNvSpPr/>
          <p:nvPr>
            <p:custDataLst>
              <p:tags r:id="rIdOpfTimeline7"/>
            </p:custDataLst>
          </p:nvPr>
        </p:nvSpPr>
        <p:spPr>
          <a:xfrm>
            <a:off x="4246880" y="3798526"/>
            <a:ext cx="36982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Design</a:t>
            </a:r>
            <a:endParaRPr lang="en-US" sz="1350" dirty="0"/>
          </a:p>
        </p:txBody>
      </p:sp>
      <p:sp>
        <p:nvSpPr>
          <p:cNvPr id="11" name="OPF timeline 0 part 3 line 0"/>
          <p:cNvSpPr/>
          <p:nvPr>
            <p:custDataLst>
              <p:tags r:id="rIdOpfTimeline8"/>
            </p:custDataLst>
          </p:nvPr>
        </p:nvSpPr>
        <p:spPr>
          <a:xfrm>
            <a:off x="4246880" y="4053347"/>
            <a:ext cx="3698240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Shape the response</a:t>
            </a:r>
            <a:endParaRPr lang="en-US" sz="1650" dirty="0"/>
          </a:p>
        </p:txBody>
      </p:sp>
      <p:sp>
        <p:nvSpPr>
          <p:cNvPr id="12" name="OPF timeline 0 part 4 line 0"/>
          <p:cNvSpPr/>
          <p:nvPr>
            <p:custDataLst>
              <p:tags r:id="rIdOpfTimeline9"/>
            </p:custDataLst>
          </p:nvPr>
        </p:nvSpPr>
        <p:spPr>
          <a:xfrm>
            <a:off x="7945120" y="2838406"/>
            <a:ext cx="36982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Deliver</a:t>
            </a:r>
            <a:endParaRPr lang="en-US" sz="1350" dirty="0"/>
          </a:p>
        </p:txBody>
      </p:sp>
      <p:sp>
        <p:nvSpPr>
          <p:cNvPr id="13" name="OPF timeline 0 part 5 line 0"/>
          <p:cNvSpPr/>
          <p:nvPr>
            <p:custDataLst>
              <p:tags r:id="rIdOpfTimeline10"/>
            </p:custDataLst>
          </p:nvPr>
        </p:nvSpPr>
        <p:spPr>
          <a:xfrm>
            <a:off x="7945120" y="3085675"/>
            <a:ext cx="3698240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Learn from the result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54022" y="5565648"/>
            <a:ext cx="11094720" cy="35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4" dirty="0">
                <a:solidFill>
                  <a:schemeClr val="tx1"/>
                </a:solidFill>
                <a:latin typeface="Roboto" pitchFamily="34" charset="0"/>
              </a:rPr>
              <a:t>A clear idea, with room to breathe. Put the evidence beside the decision it supports.</a:t>
            </a:r>
            <a:endParaRPr lang="en-US" sz="180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C616E6775616765225D2C2264657369676E223A7B227468656D65223A22636C6173736963222C22636F6C6F72536368656D65223A22636F6F6C2D686F72697A6F6E222C22666F6E74536368656D65223A22726F626F746F222C2264696D656E73696F6E73223A227769646573637265656E227D2C22636174616C6F6773223A7B2264656661756C74223A7B22736F75726365223A2268747470733A2F2F7777772E707074782E67616C6C657279222C227468656D6573223A7B22636C6173736963223A7B226E616D65223A22436C6173736963222C226261636B67726F756E64223A7B2274797065223A227468656D65222C22736C6F74223A226C6967687431227D2C22636F6C6F72536368656D65223A22636F6F6C2D686F72697A6F6E222C226465736372697074696F6E223A22412074696D656C6573732C20636C65616E2C20616E6420766572736174696C65207468656D6520776974682062616C616E63656420636F6C6F7220636F6E74726173747320616E6420636C6173736963207479706F6772617068792E20496465616C20666F722070726F66657373696F6E616C2C207265616461626C652070726573656E746174696F6E732E222C22666F6E74536368656D65223A2274656E6F72697465222C2264696D656E73696F6E73223A227769646573637265656E227D7D2C22636F6C6F72536368656D6573223A7B22636F6F6C2D686F72697A6F6E223A7B226E616D65223A22436F6F6C20486F72697A6F6E222C22616363656E7431223A2223323837344136222C22616363656E7432223A2223314234463732222C22616363656E7433223A2223353439394337222C22616363656E7434223A2223374244424232222C22616363656E7435223A2223334143363741222C22616363656E7436223A2223323441383945222C226461726B31223A2223303030303030222C226461726B32223A2223303131383432222C22666F6C6C6F77656448797065726C696E6B223A2223353531413842222C2268797065726C696E6B223A2223303030304545222C226C6967687431223A2223464646464646222C226C6967687432223A2223463046304630222C2273756D6D617279223A22436F6F6C20626C75652D677265656E2070616C657474652074756E656420666F722070726F66657373696F6E616C20627573696E657373206465636B732E222C226465736372697074696F6E223A22412062616C616E63656420636F6F6C2D746F6E656420736368656D6520776974682064656570206E6176792C20627573696E65737320626C7565732C20616E64207465616C20616363656E74732E20497420776F726B732077656C6C206163726F73732073747261746567792C2066696E616E63652C20616E6420746563686E6963616C206E6172726174697665732E222C2274616773223A5B2270726F66657373696F6E616C222C227472757374776F72746879222C2263616C6D222C22746563686E6963616C222C22766572736174696C65225D7D7D2C22666F6E74536368656D6573223A7B22726F626F746F223A7B226E616D65223A22526F626F746F222C22617070223A22676F6F676C652D736C69646573222C226C616E677561676546616D696C79223A226C6174696E222C226C616E677561676573223A5B5D2C226D616A6F72223A22526F626F746F222C226D696E6F72223A22526F626F746F222C227465787453616D706C65223A225065726665637420666F722074656368222C2274797065223A2273616E732D7365726966222C226465736372697074696F6E223A22526F626F746F20697320612073616E73207365726966204F504620666F6E7420736368656D6520666F72204C6174696E2070726573656E746174696F6E732C207573696E6720526F626F746F20666F7220626F74682068656164696E677320616E6420626F647920746578742E227D2C2274656E6F72697465223A7B226E616D65223A2254656E6F72697465222C22617070223A22706F776572706F696E74222C226C616E677561676546616D696C79223A226C6174696E222C226C616E677561676573223A5B5D2C226D616A6F72223A2254656E6F7269746520446973706C6179222C226D696E6F72223A2254656E6F72697465222C227465787453616D706C65223A22526F756E646564206D6F6465726E20746F6E65222C2274797065223A2273616E732D7365726966222C226465736372697074696F6E223A2254656E6F7269746520697320612073616E73207365726966204F504620666F6E7420736368656D6520666F72204C6174696E2070726573656E746174696F6E732C207573696E672054656E6F7269746520446973706C617920666F722068656164696E677320776974682054656E6F7269746520666F7220626F647920746578742E227D7D2C226C61796F757473223A7B2274696D656C696E65223A7B226E616D65223A2254696D656C696E65222C2273756D6D617279223A224461746564206576656E7473206F72206120726F61646D617020616C6F6E67206F6E6520617869732C2077697468206F7074696F6E616C206E6F7465732E222C2274616773223A5B2247726F757073206F66206974656D73225D2C226172656173223A5B5B227469746C65225D2C5B2274696D656C696E65225D2C5B226E6F746573225D5D2C22636F6C756D6E73223A5B315D2C22726F7773223A5B226175746F222C312C226175746F225D2C22726567696F6E73223A7B2274696D656C696E65223A7B2261636365707473223A5B2274696D656C696E65225D2C22726F6C65223A227072696D617279222C22666C6F77223A226E6F6E65227D2C226E6F746573223A7B2261636365707473223A5B2274657874222C226C697374222C226D6574726963225D2C22726F6C65223A22737570706F7274696E67222C22666C6F77223A226175746F227D7D2C226465736372697074696F6E223A2253686F77206576656E7473206F72206D696C6573746F6E657320696E206368726F6E6F6C6F676963616C206F726465722E204C6162656C2065616368206974656D207769746820612064617465206F7220737461676520616E64206120636F6E63697365206465736372697074696F6E2E222C2270726576696577223A7B22766563746F72537263223A2268747470733A2F2F7777772E707074782E67616C6C6572792F6C61796F75742D70726576696577732F74696D656C696E65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4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5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6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7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8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19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0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1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2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3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4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5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6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7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8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64656661756C743A74696D656C696E65222C2268617368223A2266383462366436373337613436363331222C22726567696F6E73223A7B22313030223A2274696D656C696E65222C22313031223A226E6F746573227D2C227265636F7264223A7B226E616D65223A2254696D656C696E65222C2273756D6D617279223A224461746564206576656E7473206F72206120726F61646D617020616C6F6E67206F6E6520617869732C2077697468206F7074696F6E616C206E6F7465732E222C2274616773223A5B2247726F757073206F66206974656D73225D2C226172656173223A5B5B227469746C65225D2C5B2274696D656C696E65225D2C5B226E6F746573225D5D2C22636F6C756D6E73223A5B315D2C22726F7773223A5B226175746F222C312C226175746F225D2C22726567696F6E73223A7B2274696D656C696E65223A7B2261636365707473223A5B2274696D656C696E65225D2C22726F6C65223A227072696D617279222C22666C6F77223A226E6F6E65227D2C226E6F746573223A7B2261636365707473223A5B2274657874222C226C697374222C226D6574726963225D2C22726F6C65223A22737570706F7274696E67222C22666C6F77223A226175746F227D7D2C226465736372697074696F6E223A2253686F77206576656E7473206F72206D696C6573746F6E657320696E206368726F6E6F6C6F676963616C206F726465722E204C6162656C2065616368206974656D207769746820612064617465206F7220737461676520616E64206120636F6E63697365206465736372697074696F6E2E222C2270726576696577223A7B22766563746F72537263223A2268747470733A2F2F7777772E707074782E67616C6C6572792F6C61796F75742D70726576696577732F74696D656C696E652E737667227D7D7D"/>
</p:tagLst>
</file>

<file path=ppt/tags/opfSlide1.xml><?xml version="1.0" encoding="utf-8"?>
<p:tagLst xmlns:p="http://schemas.openxmlformats.org/presentationml/2006/main">
  <p:tag name="OPF_SLIDE_V1" val="7B2276223A312C22736C696465223A302C226964223A226578616D706C65222C226C61796F7574223A2274696D656C696E65222C22636F6E74656E74223A7B22666F726D223A22626C6F636B73222C22626C6F636B73223A5B7B2274223A226C656166222C226B223A2274696D656C696E65222C2270696E223A2274696D656C696E65222C22696E223A2274696D656C696E65222C22626F78223A5B35372E362C3139302E372C313136342E382C3336392E365D7D2C7B2274223A226C656166222C226B223A2274657874222C2270696E223A226E6F746573222C22696E223A226E6F746573222C22626F78223A5B35372E362C3538342E332C313136342E382C37382E315D2C22736F757263655374796C6573223A5B7B226C656E677468223A38352C22666F6E7453697A65223A32347D5D7D5D7D2C226C61796F75745265636F7264223A7B2267726F7570223A2264656661756C74222C226964223A2274696D656C696E65222C22736F75726365223A2268747470733A2F2F7777772E707074782E67616C6C657279222C227265636F7264223A7B226E616D65223A2254696D656C696E65222C2273756D6D617279223A224461746564206576656E7473206F72206120726F61646D617020616C6F6E67206F6E6520617869732C2077697468206F7074696F6E616C206E6F7465732E222C2274616773223A5B2247726F757073206F66206974656D73225D2C226172656173223A5B5B227469746C65225D2C5B2274696D656C696E65225D2C5B226E6F746573225D5D2C22636F6C756D6E73223A5B315D2C22726F7773223A5B226175746F222C312C226175746F225D2C22726567696F6E73223A7B2274696D656C696E65223A7B2261636365707473223A5B2274696D656C696E65225D2C22726F6C65223A227072696D617279222C22666C6F77223A226E6F6E65227D2C226E6F746573223A7B2261636365707473223A5B2274657874222C226C697374222C226D6574726963225D2C22726F6C65223A22737570706F7274696E67222C22666C6F77223A226175746F227D7D2C226465736372697074696F6E223A2253686F77206576656E7473206F72206D696C6573746F6E657320696E206368726F6E6F6C6F676963616C206F726465722E204C6162656C2065616368206974656D207769746820612064617465206F7220737461676520616E64206120636F6E63697365206465736372697074696F6E2E222C2270726576696577223A7B22766563746F72537263223A2268747470733A2F2F7777772E707074782E67616C6C6572792F6C61796F75742D70726576696577732F74696D656C696E652E737667227D7D7D2C226E6174697665223A7B22737472756374757265223A223137323631633261356432326433222C2272756E5374796C6573223A7B22666F6E7453697A65223A223133666466356632663361333561222C22666F6E7446616D696C79223A223131346165373135666463346436222C22636F6C6F72223A223165336530303361326534653164227D2C226261636B67726F756E64223A223134653163303531636431396636222C227374796C65223A223036653835376562386634366135227D7D"/>
</p:tagLst>
</file>

<file path=ppt/tags/opfTimeline1.xml><?xml version="1.0" encoding="utf-8"?>
<p:tagLst xmlns:p="http://schemas.openxmlformats.org/presentationml/2006/main">
  <p:tag name="OPF_TIMELINE_V1" val="7B2276223A312C2267726F7570223A2230222C22726F6C65223A22636F6E6E6563746F72227D"/>
</p:tagLst>
</file>

<file path=ppt/tags/opfTimeline2.xml><?xml version="1.0" encoding="utf-8"?>
<p:tagLst xmlns:p="http://schemas.openxmlformats.org/presentationml/2006/main">
  <p:tag name="OPF_TIMELINE_V1" val="7B2276223A312C2267726F7570223A2230222C22726F6C65223A226D61726B6572222C226576656E74496E646578223A307D"/>
</p:tagLst>
</file>

<file path=ppt/tags/opfTimeline3.xml><?xml version="1.0" encoding="utf-8"?>
<p:tagLst xmlns:p="http://schemas.openxmlformats.org/presentationml/2006/main">
  <p:tag name="OPF_TIMELINE_V1" val="7B2276223A312C2267726F7570223A2230222C22726F6C65223A226D61726B6572222C226576656E74496E646578223A317D"/>
</p:tagLst>
</file>

<file path=ppt/tags/opfTimeline4.xml><?xml version="1.0" encoding="utf-8"?>
<p:tagLst xmlns:p="http://schemas.openxmlformats.org/presentationml/2006/main">
  <p:tag name="OPF_TIMELINE_V1" val="7B2276223A312C2267726F7570223A2230222C22726F6C65223A226D61726B6572222C226576656E74496E646578223A327D"/>
</p:tagLst>
</file>

<file path=ppt/tags/opfTimeline5.xml><?xml version="1.0" encoding="utf-8"?>
<p:tagLst xmlns:p="http://schemas.openxmlformats.org/presentationml/2006/main">
  <p:tag name="OPF_TIMELINE_V1" val="7B2276223A312C22726F6C65223A2274657874222C2267726F7570223A2230222C2270617274223A302C226C696E65223A302C22636F756E74223A312C22626F756E64617279223A22656E64222C22736570617261746F72223A22222C22616E63686F72223A7B2273686F727468616E64223A66616C73652C226576656E74436F756E74223A332C227061727473223A5B7B226576656E74496E646578223A302C226669656C64223A227768656E222C226C696E6573223A317D2C7B226576656E74496E646578223A302C226669656C64223A2277686174222C226C696E6573223A317D2C7B226576656E74496E646578223A312C226669656C64223A227768656E222C226C696E6573223A317D2C7B226576656E74496E646578223A312C226669656C64223A2277686174222C226C696E6573223A317D2C7B226576656E74496E646578223A322C226669656C64223A227768656E222C226C696E6573223A317D2C7B226576656E74496E646578223A322C226669656C64223A2277686174222C226C696E6573223A317D5D7D7D"/>
</p:tagLst>
</file>

<file path=ppt/tags/opfTimeline6.xml><?xml version="1.0" encoding="utf-8"?>
<p:tagLst xmlns:p="http://schemas.openxmlformats.org/presentationml/2006/main">
  <p:tag name="OPF_TIMELINE_V1" val="7B2276223A312C22726F6C65223A2274657874222C2267726F7570223A2230222C2270617274223A312C226C696E65223A302C22636F756E74223A312C22626F756E64617279223A22656E64222C22736570617261746F72223A22227D"/>
</p:tagLst>
</file>

<file path=ppt/tags/opfTimeline7.xml><?xml version="1.0" encoding="utf-8"?>
<p:tagLst xmlns:p="http://schemas.openxmlformats.org/presentationml/2006/main">
  <p:tag name="OPF_TIMELINE_V1" val="7B2276223A312C22726F6C65223A2274657874222C2267726F7570223A2230222C2270617274223A322C226C696E65223A302C22636F756E74223A312C22626F756E64617279223A22656E64222C22736570617261746F72223A22227D"/>
</p:tagLst>
</file>

<file path=ppt/tags/opfTimeline8.xml><?xml version="1.0" encoding="utf-8"?>
<p:tagLst xmlns:p="http://schemas.openxmlformats.org/presentationml/2006/main">
  <p:tag name="OPF_TIMELINE_V1" val="7B2276223A312C22726F6C65223A2274657874222C2267726F7570223A2230222C2270617274223A332C226C696E65223A302C22636F756E74223A312C22626F756E64617279223A22656E64222C22736570617261746F72223A22227D"/>
</p:tagLst>
</file>

<file path=ppt/tags/opfTimeline9.xml><?xml version="1.0" encoding="utf-8"?>
<p:tagLst xmlns:p="http://schemas.openxmlformats.org/presentationml/2006/main">
  <p:tag name="OPF_TIMELINE_V1" val="7B2276223A312C22726F6C65223A2274657874222C2267726F7570223A2230222C2270617274223A342C226C696E65223A302C22636F756E74223A312C22626F756E64617279223A22656E64222C22736570617261746F72223A22227D"/>
</p:tagLst>
</file>

<file path=ppt/tags/opfTimeline10.xml><?xml version="1.0" encoding="utf-8"?>
<p:tagLst xmlns:p="http://schemas.openxmlformats.org/presentationml/2006/main">
  <p:tag name="OPF_TIMELINE_V1" val="7B2276223A312C22726F6C65223A2274657874222C2267726F7570223A2230222C2270617274223A352C226C696E65223A302C22636F756E74223A312C22626F756E64617279223A22656E64222C22736570617261746F72223A22227D"/>
</p:tagLst>
</file>

<file path=ppt/theme/theme1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</vt:lpstr>
      <vt:lpstr>Roboto Medium</vt:lpstr>
      <vt:lpstr>Roboto SemiBold</vt:lpstr>
      <vt:lpstr>Classic</vt:lpstr>
      <vt:lpstr>Classic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