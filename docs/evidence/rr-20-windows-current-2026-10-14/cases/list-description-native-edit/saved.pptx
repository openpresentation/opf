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8352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Descriptions remain descriptions</a:t>
            </a:r>
            <a:endParaRPr lang="en-US" sz="4050" dirty="0"/>
          </a:p>
        </p:txBody>
      </p:sp>
      <p:sp>
        <p:nvSpPr>
          <p:cNvPr id="3" name="OPF list slides.0.items line 0"/>
          <p:cNvSpPr/>
          <p:nvPr/>
        </p:nvSpPr>
        <p:spPr>
          <a:xfrm>
            <a:off x="548640" y="1405592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bg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bg1"/>
                </a:solidFill>
                <a:latin typeface="Roboto" pitchFamily="34" charset="0"/>
              </a:rPr>
              <a:t>With a description</a:t>
            </a:r>
            <a:endParaRPr lang="en-US" sz="2400" dirty="0"/>
          </a:p>
        </p:txBody>
      </p:sp>
      <p:sp>
        <p:nvSpPr>
          <p:cNvPr id="4" name="OPF list slides.0.items line 1"/>
          <p:cNvSpPr/>
          <p:nvPr/>
        </p:nvSpPr>
        <p:spPr>
          <a:xfrm>
            <a:off x="883920" y="1814024"/>
            <a:ext cx="10759440" cy="30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0000"/>
                </a:solidFill>
                <a:latin typeface="Roboto" pitchFamily="34" charset="0"/>
              </a:rPr>
              <a:t>about it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5" name="OPF list slides.0.items line 2"/>
          <p:cNvSpPr/>
          <p:nvPr/>
        </p:nvSpPr>
        <p:spPr>
          <a:xfrm>
            <a:off x="548640" y="2204290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bg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bg1"/>
                </a:solidFill>
                <a:latin typeface="Roboto" pitchFamily="34" charset="0"/>
              </a:rPr>
              <a:t>Unchanged second entry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36F6E74656E74223A7B22666F726D223A22726F6F74222C226669656C64223A226974656D73222C22626F78223A5B35372E362C3134372E362C313136342E382C3531342E385D7D2C226C69737452756E73223A5B5B22736C696465732E302E6974656D73222C7B2274657874223A7B22626F6C64223A66616C73652C22636F6C6F72223A2223464646464646222C22666F6E7453697A65223A32342C22666F6E7446616D696C79223A22526F626F746F227D2C226465736372697074696F6E223A7B22626F6C64223A66616C73652C22636F6C6F72223A2223463046304630222C22666F6E7453697A65223A31392E36382C22666F6E7446616D696C79223A22526F626F746F227D7D5D5D2C226C697374526F6C6573223A5B5B22736C696465732E302E6974656D73222C5B5B302C2274657874222C747275655D2C5B302C226465736372697074696F6E222C66616C73655D2C5B312C2274657874222C747275655D5D5D5D2C226E6174697665223A7B22737472756374757265223A223062643830303833316536303337222C226261636B67726F756E64223A223131336637323562636232336536222C227374796C65223A223062303266663939633536653433222C226C6973744964656E74697479223A223164613736363236356331373963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Roboto</vt:lpstr>
      <vt:lpstr>Office Theme</vt:lpstr>
      <vt:lpstr>Descriptions remain descriptions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2026-10-14T06:03:52Z</dcterms:modified>
</cp:coreProperties>
</file>