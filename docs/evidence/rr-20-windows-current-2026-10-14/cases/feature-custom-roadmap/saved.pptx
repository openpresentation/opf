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heme/theme2.xml" ContentType="application/vnd.openxmlformats-officedocument.them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i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FAQ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thored gri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oadmap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signal"/>
          <p:cNvSpPr>
            <a:spLocks noGrp="1"/>
          </p:cNvSpPr>
          <p:nvPr>
            <p:ph idx="101"/>
          </p:nvPr>
        </p:nvSpPr>
        <p:spPr>
          <a:xfrm>
            <a:off x="7296912" y="4885627"/>
            <a:ext cx="4346448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2" Type="http://schemas.openxmlformats.org/officeDocument/2006/relationships/tags" Target="../tags/tag32.xml"/><Relationship Id="rId16" Type="http://schemas.openxmlformats.org/officeDocument/2006/relationships/notesSlide" Target="../notesSlides/notesSlide1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slideLayout" Target="../slideLayouts/slideLayout30.xml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6407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tx1"/>
                </a:solidFill>
                <a:latin typeface="Roboto" pitchFamily="34" charset="0"/>
              </a:rPr>
              <a:t>A grid that matches the story</a:t>
            </a:r>
            <a:endParaRPr lang="en-US" sz="4050" dirty="0"/>
          </a:p>
        </p:txBody>
      </p:sp>
      <p:sp>
        <p:nvSpPr>
          <p:cNvPr id="3" name="OPF timeline 0 connector"/>
          <p:cNvSpPr/>
          <p:nvPr>
            <p:custDataLst>
              <p:tags r:id="rId3"/>
            </p:custDataLst>
          </p:nvPr>
        </p:nvSpPr>
        <p:spPr>
          <a:xfrm>
            <a:off x="1635252" y="3853342"/>
            <a:ext cx="4346448" cy="0"/>
          </a:xfrm>
          <a:prstGeom prst="line">
            <a:avLst/>
          </a:prstGeom>
          <a:noFill/>
          <a:ln w="285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PF timeline 0 marker 0"/>
          <p:cNvSpPr/>
          <p:nvPr>
            <p:custDataLst>
              <p:tags r:id="rId4"/>
            </p:custDataLst>
          </p:nvPr>
        </p:nvSpPr>
        <p:spPr>
          <a:xfrm>
            <a:off x="1549527" y="3767617"/>
            <a:ext cx="171450" cy="171450"/>
          </a:xfrm>
          <a:prstGeom prst="ellipse">
            <a:avLst/>
          </a:prstGeom>
          <a:solidFill>
            <a:srgbClr val="2874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PF timeline 0 marker 1"/>
          <p:cNvSpPr/>
          <p:nvPr>
            <p:custDataLst>
              <p:tags r:id="rId5"/>
            </p:custDataLst>
          </p:nvPr>
        </p:nvSpPr>
        <p:spPr>
          <a:xfrm>
            <a:off x="3722751" y="3767617"/>
            <a:ext cx="171450" cy="171450"/>
          </a:xfrm>
          <a:prstGeom prst="ellipse">
            <a:avLst/>
          </a:prstGeom>
          <a:solidFill>
            <a:srgbClr val="2874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PF timeline 0 marker 2"/>
          <p:cNvSpPr/>
          <p:nvPr>
            <p:custDataLst>
              <p:tags r:id="rId6"/>
            </p:custDataLst>
          </p:nvPr>
        </p:nvSpPr>
        <p:spPr>
          <a:xfrm>
            <a:off x="5895975" y="3767617"/>
            <a:ext cx="171450" cy="171450"/>
          </a:xfrm>
          <a:prstGeom prst="ellipse">
            <a:avLst/>
          </a:prstGeom>
          <a:solidFill>
            <a:srgbClr val="2874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PF timeline 0 part 0 line 0"/>
          <p:cNvSpPr/>
          <p:nvPr>
            <p:custDataLst>
              <p:tags r:id="rId7"/>
            </p:custDataLst>
          </p:nvPr>
        </p:nvSpPr>
        <p:spPr>
          <a:xfrm>
            <a:off x="548640" y="3121822"/>
            <a:ext cx="2173224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chemeClr val="tx1"/>
                </a:solidFill>
                <a:latin typeface="Roboto Medium" pitchFamily="34" charset="0"/>
              </a:rPr>
              <a:t>Discover</a:t>
            </a:r>
            <a:endParaRPr lang="en-US" sz="1350" dirty="0"/>
          </a:p>
        </p:txBody>
      </p:sp>
      <p:sp>
        <p:nvSpPr>
          <p:cNvPr id="8" name="OPF timeline 0 part 1 line 0"/>
          <p:cNvSpPr/>
          <p:nvPr>
            <p:custDataLst>
              <p:tags r:id="rId8"/>
            </p:custDataLst>
          </p:nvPr>
        </p:nvSpPr>
        <p:spPr>
          <a:xfrm>
            <a:off x="548640" y="3369091"/>
            <a:ext cx="2173224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chemeClr val="tx1"/>
                </a:solidFill>
                <a:latin typeface="Roboto SemiBold" pitchFamily="34" charset="0"/>
              </a:rPr>
              <a:t>Find the real need</a:t>
            </a:r>
            <a:endParaRPr lang="en-US" sz="1650" dirty="0"/>
          </a:p>
        </p:txBody>
      </p:sp>
      <p:sp>
        <p:nvSpPr>
          <p:cNvPr id="9" name="OPF timeline 0 part 2 line 0"/>
          <p:cNvSpPr/>
          <p:nvPr>
            <p:custDataLst>
              <p:tags r:id="rId9"/>
            </p:custDataLst>
          </p:nvPr>
        </p:nvSpPr>
        <p:spPr>
          <a:xfrm>
            <a:off x="2721864" y="4081942"/>
            <a:ext cx="2173224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chemeClr val="tx1"/>
                </a:solidFill>
                <a:latin typeface="Roboto Medium" pitchFamily="34" charset="0"/>
              </a:rPr>
              <a:t>Design</a:t>
            </a:r>
            <a:endParaRPr lang="en-US" sz="1350" dirty="0"/>
          </a:p>
        </p:txBody>
      </p:sp>
      <p:sp>
        <p:nvSpPr>
          <p:cNvPr id="10" name="OPF timeline 0 part 3 line 0"/>
          <p:cNvSpPr/>
          <p:nvPr>
            <p:custDataLst>
              <p:tags r:id="rId10"/>
            </p:custDataLst>
          </p:nvPr>
        </p:nvSpPr>
        <p:spPr>
          <a:xfrm>
            <a:off x="2721864" y="4336764"/>
            <a:ext cx="2173224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chemeClr val="tx1"/>
                </a:solidFill>
                <a:latin typeface="Roboto SemiBold" pitchFamily="34" charset="0"/>
              </a:rPr>
              <a:t>Shape the response</a:t>
            </a:r>
            <a:endParaRPr lang="en-US" sz="1650" dirty="0"/>
          </a:p>
        </p:txBody>
      </p:sp>
      <p:sp>
        <p:nvSpPr>
          <p:cNvPr id="11" name="OPF timeline 0 part 4 line 0"/>
          <p:cNvSpPr/>
          <p:nvPr>
            <p:custDataLst>
              <p:tags r:id="rId11"/>
            </p:custDataLst>
          </p:nvPr>
        </p:nvSpPr>
        <p:spPr>
          <a:xfrm>
            <a:off x="4895088" y="3121822"/>
            <a:ext cx="2173224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chemeClr val="tx1"/>
                </a:solidFill>
                <a:latin typeface="Roboto Medium" pitchFamily="34" charset="0"/>
              </a:rPr>
              <a:t>Deliver</a:t>
            </a:r>
            <a:endParaRPr lang="en-US" sz="1350" dirty="0"/>
          </a:p>
        </p:txBody>
      </p:sp>
      <p:sp>
        <p:nvSpPr>
          <p:cNvPr id="12" name="OPF timeline 0 part 5 line 0"/>
          <p:cNvSpPr/>
          <p:nvPr>
            <p:custDataLst>
              <p:tags r:id="rId12"/>
            </p:custDataLst>
          </p:nvPr>
        </p:nvSpPr>
        <p:spPr>
          <a:xfrm>
            <a:off x="4895088" y="3369091"/>
            <a:ext cx="2173224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chemeClr val="tx1"/>
                </a:solidFill>
                <a:latin typeface="Roboto SemiBold" pitchFamily="34" charset="0"/>
              </a:rPr>
              <a:t>Learn from the result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296912" y="1410866"/>
            <a:ext cx="4346448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Pilot first. Roll out what works. 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296912" y="1782722"/>
            <a:ext cx="4346448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Keep the feedback loop open.</a:t>
            </a:r>
            <a:endParaRPr lang="en-US" sz="1875" dirty="0"/>
          </a:p>
        </p:txBody>
      </p:sp>
      <p:sp>
        <p:nvSpPr>
          <p:cNvPr id="15" name="OPF metric 1 value line 1"/>
          <p:cNvSpPr/>
          <p:nvPr>
            <p:custDataLst>
              <p:tags r:id="rId13"/>
            </p:custDataLst>
          </p:nvPr>
        </p:nvSpPr>
        <p:spPr>
          <a:xfrm>
            <a:off x="7296912" y="4752729"/>
            <a:ext cx="4346448" cy="531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31" dirty="0">
                <a:solidFill>
                  <a:srgbClr val="2874A6"/>
                </a:solidFill>
                <a:latin typeface="Roboto ExtraBold" pitchFamily="34" charset="0"/>
              </a:rPr>
              <a:t>3</a:t>
            </a:r>
            <a:endParaRPr lang="en-US" sz="3431" dirty="0"/>
          </a:p>
        </p:txBody>
      </p:sp>
      <p:sp>
        <p:nvSpPr>
          <p:cNvPr id="16" name="OPF metric 1 label line 1"/>
          <p:cNvSpPr/>
          <p:nvPr>
            <p:custDataLst>
              <p:tags r:id="rId14"/>
            </p:custDataLst>
          </p:nvPr>
        </p:nvSpPr>
        <p:spPr>
          <a:xfrm>
            <a:off x="7296912" y="5398628"/>
            <a:ext cx="4346448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Roboto Medium" pitchFamily="34" charset="0"/>
              </a:rPr>
              <a:t>Phases</a:t>
            </a:r>
            <a:endParaRPr lang="en-US" sz="1725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12C22616273656E74223A5B2224736368656D61222C226C616E6775616765225D2C2264657369676E223A7B227468656D65223A22636C6173736963222C22636F6C6F72536368656D65223A22636F6F6C2D686F72697A6F6E222C22666F6E74536368656D65223A22726F626F746F222C2264696D656E73696F6E73223A227769646573637265656E227D2C22636174616C6F6773223A7B2264656661756C74223A7B22736F75726365223A2268747470733A2F2F7777772E707074782E67616C6C657279222C227468656D6573223A7B22636C6173736963223A7B226E616D65223A22436C6173736963222C226261636B67726F756E64223A7B2274797065223A227468656D65222C22736C6F74223A226C6967687431227D2C22636F6C6F72536368656D65223A22636F6F6C2D686F72697A6F6E222C226465736372697074696F6E223A22412074696D656C6573732C20636C65616E2C20616E6420766572736174696C65207468656D6520776974682062616C616E63656420636F6C6F7220636F6E74726173747320616E6420636C6173736963207479706F6772617068792E20496465616C20666F722070726F66657373696F6E616C2C207265616461626C652070726573656E746174696F6E732E222C22666F6E74536368656D65223A2274656E6F72697465222C2264696D656E73696F6E73223A227769646573637265656E227D7D2C22636F6C6F72536368656D6573223A7B22636F6F6C2D686F72697A6F6E223A7B226E616D65223A22436F6F6C20486F72697A6F6E222C22616363656E7431223A2223323837344136222C22616363656E7432223A2223314234463732222C22616363656E7433223A2223353439394337222C22616363656E7434223A2223374244424232222C22616363656E7435223A2223334143363741222C22616363656E7436223A2223323441383945222C226461726B31223A2223303030303030222C226461726B32223A2223303131383432222C22666F6C6C6F77656448797065726C696E6B223A2223353531413842222C2268797065726C696E6B223A2223303030304545222C226C6967687431223A2223464646464646222C226C6967687432223A2223463046304630222C2273756D6D617279223A22436F6F6C20626C75652D677265656E2070616C657474652074756E656420666F722070726F66657373696F6E616C20627573696E657373206465636B732E222C226465736372697074696F6E223A22412062616C616E63656420636F6F6C2D746F6E656420736368656D6520776974682064656570206E6176792C20627573696E65737320626C7565732C20616E64207465616C20616363656E74732E20497420776F726B732077656C6C206163726F73732073747261746567792C2066696E616E63652C20616E6420746563686E6963616C206E6172726174697665732E222C2274616773223A5B2270726F66657373696F6E616C222C227472757374776F72746879222C2263616C6D222C22746563686E6963616C222C22766572736174696C65225D7D7D2C22666F6E74536368656D6573223A7B22726F626F746F223A7B226E616D65223A22526F626F746F222C22617070223A22676F6F676C652D736C69646573222C226C616E677561676546616D696C79223A226C6174696E222C226C616E677561676573223A5B5D2C226D616A6F72223A22526F626F746F222C226D696E6F72223A22526F626F746F222C227465787453616D706C65223A225065726665637420666F722074656368222C2274797065223A2273616E732D7365726966222C226465736372697074696F6E223A22526F626F746F20697320612073616E73207365726966204F504620666F6E7420736368656D6520666F72204C6174696E2070726573656E746174696F6E732C207573696E6720526F626F746F20666F7220626F74682068656164696E677320616E6420626F647920746578742E227D2C2274656E6F72697465223A7B226E616D65223A2254656E6F72697465222C22617070223A22706F776572706F696E74222C226C616E677561676546616D696C79223A226C6174696E222C226C616E677561676573223A5B5D2C226D616A6F72223A2254656E6F7269746520446973706C6179222C226D696E6F72223A2254656E6F72697465222C227465787453616D706C65223A22526F756E646564206D6F6465726E20746F6E65222C2274797065223A2273616E732D7365726966222C226465736372697074696F6E223A2254656E6F7269746520697320612073616E73207365726966204F504620666F6E7420736368656D6520666F72204C6174696E2070726573656E746174696F6E732C207573696E672054656E6F7269746520446973706C617920666F722068656164696E677320776974682054656E6F7269746520666F7220626F647920746578742E227D7D7D2C22637573746F6D223A7B226C61796F757473223A7B22617574686F726564223A7B226E616D65223A22417574686F7265642067726964222C226172656173223A5B5B227469746C65222C227469746C65225D2C5B22726F61646D6170222C226E6F746573225D2C5B22726F61646D6170222C227369676E616C225D5D2C22636F6C756D6E73223A5B332C325D2C22726F7773223A5B226175746F222C322C315D2C22726567696F6E73223A7B22726F61646D6170223A7B2261636365707473223A5B2274696D656C696E65225D2C22666C6F77223A226E6F6E65227D2C226E6F746573223A7B2261636365707473223A5B2274657874225D2C22666C6F77223A226E6F6E65227D2C227369676E616C223A7B2261636365707473223A5B226D6574726963225D2C22666C6F77223A226E6F6E65227D7D7D7D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7574686F726564222C2267726F7570223A22637573746F6D222C227265666572656E6365223A22617574686F726564222C2268617368223A2239646232613534636131663662633966222C22726567696F6E73223A7B22313030223A22726F61646D6170222C22313031223A227369676E616C222C22333030223A226E6F746573227D2C227265636F7264223A7B226E616D65223A22417574686F7265642067726964222C226172656173223A5B5B227469746C65222C227469746C65225D2C5B22726F61646D6170222C226E6F746573225D2C5B22726F61646D6170222C227369676E616C225D5D2C22636F6C756D6E73223A5B332C325D2C22726F7773223A5B226175746F222C322C315D2C22726567696F6E73223A7B22726F61646D6170223A7B2261636365707473223A5B2274696D656C696E65225D2C22666C6F77223A226E6F6E65227D2C226E6F746573223A7B2261636365707473223A5B2274657874225D2C22666C6F77223A226E6F6E65227D2C227369676E616C223A7B2261636365707473223A5B226D6574726963225D2C22666C6F77223A226E6F6E65227D7D7D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02C226964223A226578616D706C65222C226C61796F7574223A22617574686F726564222C22636F6E74656E74223A7B22666F726D223A22626C6F636B73222C22626C6F636B73223A5B7B2274223A226C656166222C226B223A2274696D656C696E65222C2270696E223A22726F61646D6170222C22696E223A22726F61646D6170222C22626F78223A5B35372E362C3134382E312C3638342E352C3531342E335D7D2C7B2274223A226C656166222C226B223A2274657874222C2270696E223A226E6F746573222C22696E223A226E6F746573222C22626F78223A5B3736362E312C3134382E312C3435362E332C3332362E395D2C22736F757263655374796C6573223A5B7B226C656E677468223A36322C22666F6E7453697A65223A32347D5D2C226C696E6573223A327D2C7B2274223A226C656166222C226B223A226D6574726963222C2270696E223A227369676E616C222C22696E223A227369676E616C222C22626F78223A5B3736362E312C3439392C3435362E332C3136332E345D7D5D7D2C226C61796F75745265636F7264223A7B2267726F7570223A22637573746F6D222C226964223A22617574686F726564222C227265636F7264223A7B226E616D65223A22417574686F7265642067726964222C226172656173223A5B5B227469746C65222C227469746C65225D2C5B22726F61646D6170222C226E6F746573225D2C5B22726F61646D6170222C227369676E616C225D5D2C22636F6C756D6E73223A5B332C325D2C22726F7773223A5B226175746F222C322C315D2C22726567696F6E73223A7B22726F61646D6170223A7B2261636365707473223A5B2274696D656C696E65225D2C22666C6F77223A226E6F6E65227D2C226E6F746573223A7B2261636365707473223A5B2274657874225D2C22666C6F77223A226E6F6E65227D2C227369676E616C223A7B2261636365707473223A5B226D6574726963225D2C22666C6F77223A226E6F6E65227D7D7D7D2C226E6174697665223A7B22737472756374757265223A223133393339393433653836636633222C2272756E5374796C6573223A7B22666F6E7453697A65223A223036336564383366383034373837222C22666F6E7446616D696C79223A223164303263316337363562306637222C22636F6C6F72223A223036373439663238363764623962227D2C226261636B67726F756E64223A223134653163303531636431396636222C227374796C65223A223031356239346134373838316664227D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67726F7570223A2230222C22726F6C65223A22636F6E6E6563746F72227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67726F7570223A2230222C22726F6C65223A226D61726B6572222C226576656E74496E646578223A307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67726F7570223A2230222C22726F6C65223A226D61726B6572222C226576656E74496E646578223A317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67726F7570223A2230222C22726F6C65223A226D61726B6572222C226576656E74496E646578223A327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02C226C696E65223A302C22636F756E74223A312C22626F756E64617279223A22656E64222C22736570617261746F72223A22222C22616E63686F72223A7B2273686F727468616E64223A66616C73652C226576656E74436F756E74223A332C227061727473223A5B7B226576656E74496E646578223A302C226669656C64223A227768656E222C226C696E6573223A317D2C7B226576656E74496E646578223A302C226669656C64223A2277686174222C226C696E6573223A317D2C7B226576656E74496E646578223A312C226669656C64223A227768656E222C226C696E6573223A317D2C7B226576656E74496E646578223A312C226669656C64223A2277686174222C226C696E6573223A317D2C7B226576656E74496E646578223A322C226669656C64223A227768656E222C226C696E6573223A317D2C7B226576656E74496E646578223A322C226669656C64223A2277686174222C226C696E6573223A317D5D7D7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12C226C696E65223A302C22636F756E74223A312C22626F756E64617279223A22656E64222C22736570617261746F72223A22227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22C226C696E65223A302C22636F756E74223A312C22626F756E64617279223A22656E64222C22736570617261746F72223A22227D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32C226C696E65223A302C22636F756E74223A312C22626F756E64617279223A22656E64222C22736570617261746F72223A22227D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42C226C696E65223A302C22636F756E74223A312C22626F756E64617279223A22656E64222C22736570617261746F72223A22227D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52C226C696E65223A302C22636F756E74223A312C22626F756E64617279223A22656E64222C22736570617261746F72223A22227D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7B2276616C7565223A2233222C226C6162656C223A22506861736573227D2C227061727473223A5B7B22726F6C65223A2276616C7565222C2276697369626C65223A747275652C226C696E6573223A5B7B227374617274223A302C22656E64223A312C226E6578745374617274223A312C22626F756E64617279223A22656E64227D5D7D2C7B22726F6C65223A226C6162656C222C2276697369626C65223A747275652C226C696E6573223A5B7B227374617274223A302C22656E64223A362C226E6578745374617274223A362C22626F756E64617279223A22656E64227D5D7D5D7D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C696E65222C2270617274223A312C226C696E65223A307D"/>
</p:tagLst>
</file>

<file path=ppt/theme/theme1.xml><?xml version="1.0" encoding="utf-8"?>
<a:theme xmlns:a="http://schemas.openxmlformats.org/drawingml/2006/main" name="Classic">
  <a:themeElements>
    <a:clrScheme name="Cool 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lassic">
  <a:themeElements>
    <a:clrScheme name="Cool 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Roboto</vt:lpstr>
      <vt:lpstr>Roboto ExtraBold</vt:lpstr>
      <vt:lpstr>Roboto Medium</vt:lpstr>
      <vt:lpstr>Roboto SemiBold</vt:lpstr>
      <vt:lpstr>Classic</vt:lpstr>
      <vt:lpstr>A grid that matches the story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grid that matches the story</dc:title>
  <dc:subject/>
  <dc:creator>OpenPresentation</dc:creator>
  <cp:lastModifiedBy>Michael Grimm</cp:lastModifiedBy>
  <cp:revision>2</cp:revision>
  <dcterms:created xsi:type="dcterms:W3CDTF">2026-01-01T00:00:00Z</dcterms:created>
  <dcterms:modified xsi:type="dcterms:W3CDTF">2026-10-14T06:23:58Z</dcterms:modified>
</cp:coreProperties>
</file>