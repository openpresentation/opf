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  <Override PartName="/ppt/tags/opfText1.xml" ContentType="application/vnd.openxmlformats-officedocument.presentationml.tags+xml"/>
  <Override PartName="/ppt/tags/opfText2.xml" ContentType="application/vnd.openxmlformats-officedocument.presentationml.tags+xml"/>
  <Override PartName="/ppt/tags/opfText3.xml" ContentType="application/vnd.openxmlformats-officedocument.presentationml.tags+xml"/>
  <Override PartName="/ppt/tags/opfFurniture5.xml" ContentType="application/vnd.openxmlformats-officedocument.presentationml.tags+xml"/>
  <Override PartName="/ppt/tags/opfFurniture6.xml" ContentType="application/vnd.openxmlformats-officedocument.presentationml.tags+xml"/>
  <Override PartName="/ppt/tags/opfFurniture7.xml" ContentType="application/vnd.openxmlformats-officedocument.presentationml.tags+xml"/>
  <Override PartName="/ppt/tags/opfFurniture8.xml" ContentType="application/vnd.openxmlformats-officedocument.presentationml.tags+xml"/>
  <Override PartName="/ppt/tags/opfFurniture9.xml" ContentType="application/vnd.openxmlformats-officedocument.presentationml.tags+xml"/>
  <Override PartName="/ppt/tags/opfFurniture11.xml" ContentType="application/vnd.openxmlformats-officedocument.presentationml.tags+xml"/>
  <Override PartName="/ppt/tags/opfFurniture12.xml" ContentType="application/vnd.openxmlformats-officedocument.presentationml.tags+xml"/>
  <Override PartName="/ppt/tags/opfFurniture13.xml" ContentType="application/vnd.openxmlformats-officedocument.presentationml.tags+xml"/>
  <Override PartName="/ppt/tags/opfFurniture18.xml" ContentType="application/vnd.openxmlformats-officedocument.presentationml.tags+xml"/>
  <Override PartName="/ppt/tags/opfFurniture19.xml" ContentType="application/vnd.openxmlformats-officedocument.presentationml.tags+xml"/>
  <Override PartName="/ppt/tags/opfFurniture20.xml" ContentType="application/vnd.openxmlformats-officedocument.presentationml.tags+xml"/>
  <Override PartName="/ppt/tags/opfFurnitureSlide0.xml" ContentType="application/vnd.openxmlformats-officedocument.presentationml.tags+xml"/>
  <Override PartName="/ppt/tags/opfFurnitureSlide1.xml" ContentType="application/vnd.openxmlformats-officedocument.presentationml.tags+xml"/>
  <Override PartName="/ppt/tags/opfFurnitureSlide2.xml" ContentType="application/vnd.openxmlformats-officedocument.presentationml.tags+xml"/>
  <Override PartName="/ppt/media/image-2-1.png" ContentType="image/png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tags/opfFurnitureShared1.xml" ContentType="application/vnd.openxmlformats-officedocument.presentationml.tags+xml"/>
  <Override PartName="/ppt/tags/opfLayoutVariant1.xml" ContentType="application/vnd.openxmlformats-officedocument.presentationml.tags+xml"/>
  <Override PartName="/ppt/slideLayouts/slideLayout30.xml" ContentType="application/vnd.openxmlformats-officedocument.presentationml.slideLayout+xml"/>
  <Override PartName="/ppt/tags/opfFurnitureShared2.xml" ContentType="application/vnd.openxmlformats-officedocument.presentationml.tags+xml"/>
  <Override PartName="/ppt/tags/opfFurnitureShared3.xml" ContentType="application/vnd.openxmlformats-officedocument.presentationml.tags+xml"/>
  <Override PartName="/ppt/tags/opfFurnitureShared4.xml" ContentType="application/vnd.openxmlformats-officedocument.presentationml.tags+xml"/>
  <Override PartName="/ppt/tags/opfLayoutVariant2.xml" ContentType="application/vnd.openxmlformats-officedocument.presentationml.tags+xml"/>
  <Override PartName="/ppt/slideLayouts/slideLayout31.xml" ContentType="application/vnd.openxmlformats-officedocument.presentationml.slideLayout+xml"/>
  <Override PartName="/ppt/tags/opfFurnitureShared5.xml" ContentType="application/vnd.openxmlformats-officedocument.presentationml.tags+xml"/>
  <Override PartName="/ppt/tags/opfFurnitureShared6.xml" ContentType="application/vnd.openxmlformats-officedocument.presentationml.tags+xml"/>
  <Override PartName="/ppt/tags/opfFurnitureShared7.xml" ContentType="application/vnd.openxmlformats-officedocument.presentationml.tags+xml"/>
  <Override PartName="/ppt/tags/opfDocument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  Alpha section  " id="{107A146C-E071-4720-8292-5CDD81D8460E}">
          <p14:sldIdLst>
            <p14:sldId id="256"/>
          </p14:sldIdLst>
        </p14:section>
        <p14:section name="  Beta section  " id="{163E7C47-F5AB-4170-85B0-2AD600BC1219}">
          <p14:sldIdLst>
            <p14:sldId id="257"/>
          </p14:sldIdLst>
        </p14:section>
        <p14:section name="  Gamma section  " id="{12738615-B273-44B1-86EB-265E83D6470E}">
          <p14:sldIdLst>
            <p14:sldId id="25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_rels/slideLayout3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Variant1.xml"/><Relationship Id="rId3" Type="http://schemas.openxmlformats.org/officeDocument/2006/relationships/tags" Target="../tags/opfFurnitureShared2.xml"/><Relationship Id="rId4" Type="http://schemas.openxmlformats.org/officeDocument/2006/relationships/tags" Target="../tags/opfFurnitureShared3.xml"/><Relationship Id="rId5" Type="http://schemas.openxmlformats.org/officeDocument/2006/relationships/tags" Target="../tags/opfFurnitureShared4.xml"/></Relationships>
</file>

<file path=ppt/slideLayouts/_rels/slideLayout3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Variant2.xml"/><Relationship Id="rId3" Type="http://schemas.openxmlformats.org/officeDocument/2006/relationships/tags" Target="../tags/opfFurnitureShared5.xml"/><Relationship Id="rId4" Type="http://schemas.openxmlformats.org/officeDocument/2006/relationships/tags" Target="../tags/opfFurnitureShared6.xml"/><Relationship Id="rId5" Type="http://schemas.openxmlformats.org/officeDocument/2006/relationships/tags" Target="../tags/opfFurnitureShared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1" hdr="0" ftr="1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843534"/>
            <a:ext cx="5433060" cy="2831306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789140"/>
            <a:ext cx="5433060" cy="2494312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843534"/>
            <a:ext cx="11094720" cy="2831306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789140"/>
            <a:ext cx="11094720" cy="2494312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4630293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02427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2104454"/>
            <a:ext cx="543306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2104454"/>
            <a:ext cx="543306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2104454"/>
            <a:ext cx="5433060" cy="3369374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2104454"/>
            <a:ext cx="5433060" cy="3369374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702427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3369374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02427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3369374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02427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2104454"/>
            <a:ext cx="12192000" cy="475354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2104454"/>
            <a:ext cx="543306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2104454"/>
            <a:ext cx="543306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3369374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02427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2104454"/>
            <a:ext cx="6519672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2104454"/>
            <a:ext cx="4346448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2104454"/>
            <a:ext cx="11094720" cy="3369374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02427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2104454"/>
            <a:ext cx="6519672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2104454"/>
            <a:ext cx="4346448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2104454"/>
            <a:ext cx="6519672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2104454"/>
            <a:ext cx="4346448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2104454"/>
            <a:ext cx="5433060" cy="26335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2104454"/>
            <a:ext cx="5433060" cy="26335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966652"/>
            <a:ext cx="11094720" cy="131680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158015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913213"/>
            <a:ext cx="11094720" cy="237023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 (furniture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  <p:sp>
        <p:nvSpPr>
          <p:cNvPr id="7" name="OPF furniture header left text line 0"/>
          <p:cNvSpPr/>
          <p:nvPr>
            <p:custDataLst>
              <p:tags r:id="rId3"/>
            </p:custDataLst>
          </p:nvPr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1560576" algn="l"/>
              </a:tabLst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  Inherited header	words</a:t>
            </a:r>
            <a:endParaRPr lang="en-US" sz="1200" dirty="0"/>
          </a:p>
        </p:txBody>
      </p:sp>
      <p:sp>
        <p:nvSpPr>
          <p:cNvPr id="8" name="OPF furniture header left text line 1"/>
          <p:cNvSpPr/>
          <p:nvPr>
            <p:custDataLst>
              <p:tags r:id="rId4"/>
            </p:custDataLst>
          </p:nvPr>
        </p:nvSpPr>
        <p:spPr>
          <a:xfrm>
            <a:off x="853440" y="357378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second line  </a:t>
            </a:r>
            <a:endParaRPr lang="en-US" sz="1200" dirty="0"/>
          </a:p>
        </p:txBody>
      </p:sp>
      <p:sp>
        <p:nvSpPr>
          <p:cNvPr id="9" name="OPF furniture header left text line 2"/>
          <p:cNvSpPr/>
          <p:nvPr>
            <p:custDataLst>
              <p:tags r:id="rId5"/>
            </p:custDataLst>
          </p:nvPr>
        </p:nvSpPr>
        <p:spPr>
          <a:xfrm>
            <a:off x="853440" y="543306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 (furniture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2104454"/>
            <a:ext cx="543306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2104454"/>
            <a:ext cx="543306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  <p:sp>
        <p:nvSpPr>
          <p:cNvPr id="8" name="OPF furniture header left text line 0"/>
          <p:cNvSpPr/>
          <p:nvPr>
            <p:custDataLst>
              <p:tags r:id="rId3"/>
            </p:custDataLst>
          </p:nvPr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1560576" algn="l"/>
              </a:tabLst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  Inherited header	words</a:t>
            </a:r>
            <a:endParaRPr lang="en-US" sz="1200" dirty="0"/>
          </a:p>
        </p:txBody>
      </p:sp>
      <p:sp>
        <p:nvSpPr>
          <p:cNvPr id="9" name="OPF furniture header left text line 1"/>
          <p:cNvSpPr/>
          <p:nvPr>
            <p:custDataLst>
              <p:tags r:id="rId4"/>
            </p:custDataLst>
          </p:nvPr>
        </p:nvSpPr>
        <p:spPr>
          <a:xfrm>
            <a:off x="853440" y="357378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second line  </a:t>
            </a:r>
            <a:endParaRPr lang="en-US" sz="1200" dirty="0"/>
          </a:p>
        </p:txBody>
      </p:sp>
      <p:sp>
        <p:nvSpPr>
          <p:cNvPr id="10" name="OPF furniture header left text line 2"/>
          <p:cNvSpPr/>
          <p:nvPr>
            <p:custDataLst>
              <p:tags r:id="rId5"/>
            </p:custDataLst>
          </p:nvPr>
        </p:nvSpPr>
        <p:spPr>
          <a:xfrm>
            <a:off x="853440" y="543306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tags" Target="../tags/opfFurnitureShared1.xml"/><Relationship Id="rId32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chemeClr val="bg2"/>
                </a:solidFill>
                <a:latin typeface="Roboto" pitchFamily="34" charset="0"/>
              </a:defRPr>
            </a:lvl1pPr>
          </a:lstStyle>
          <a:p>
            <a:fld id="{0F0F2701-0001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chemeClr val="bg2"/>
                </a:solidFill>
                <a:latin typeface="Roboto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>
                <a:solidFill>
                  <a:schemeClr val="bg2"/>
                </a:solidFill>
                <a:latin typeface="Roboto" pitchFamily="34" charset="0"/>
              </a:defRPr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  <p:sp>
        <p:nvSpPr>
          <p:cNvPr id="5" name="OPF furniture header center text line 0"/>
          <p:cNvSpPr/>
          <p:nvPr>
            <p:custDataLst>
              <p:tags r:id="rId31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Registry Organization</a:t>
            </a:r>
            <a:endParaRPr 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2"/>
    <p:sldLayoutId id="2147483679" r:id="rId33"/>
  </p:sldLayoutIdLst>
  <p:hf sldNum="1" hdr="0" ftr="1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Furniture5" Type="http://schemas.openxmlformats.org/officeDocument/2006/relationships/tags" Target="../tags/opfFurniture5.xml"/><Relationship Id="rIdOpfFurniture6" Type="http://schemas.openxmlformats.org/officeDocument/2006/relationships/tags" Target="../tags/opfFurniture6.xml"/><Relationship Id="rIdOpfFurniture7" Type="http://schemas.openxmlformats.org/officeDocument/2006/relationships/tags" Target="../tags/opfFurniture7.xml"/><Relationship Id="rIdOpfFurnitureSlide" Type="http://schemas.openxmlformats.org/officeDocument/2006/relationships/tags" Target="../tags/opfFurnitureSlide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2.xml"/><Relationship Id="rIdOpfHeading2" Type="http://schemas.openxmlformats.org/officeDocument/2006/relationships/tags" Target="../tags/opfHeading2.xml"/><Relationship Id="rIdOpfText2" Type="http://schemas.openxmlformats.org/officeDocument/2006/relationships/tags" Target="../tags/opfText2.xml"/><Relationship Id="rIdOpfFurniture8" Type="http://schemas.openxmlformats.org/officeDocument/2006/relationships/tags" Target="../tags/opfFurniture8.xml"/><Relationship Id="rIdOpfFurniture9" Type="http://schemas.openxmlformats.org/officeDocument/2006/relationships/tags" Target="../tags/opfFurniture9.xml"/><Relationship Id="rIdOpfFurniture11" Type="http://schemas.openxmlformats.org/officeDocument/2006/relationships/tags" Target="../tags/opfFurniture11.xml"/><Relationship Id="rIdOpfFurniture12" Type="http://schemas.openxmlformats.org/officeDocument/2006/relationships/tags" Target="../tags/opfFurniture12.xml"/><Relationship Id="rIdOpfFurniture13" Type="http://schemas.openxmlformats.org/officeDocument/2006/relationships/tags" Target="../tags/opfFurniture13.xml"/><Relationship Id="rIdOpfFurnitureSlide" Type="http://schemas.openxmlformats.org/officeDocument/2006/relationships/tags" Target="../tags/opfFurniture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.xml"/><Relationship Id="rIdOpfHeading3" Type="http://schemas.openxmlformats.org/officeDocument/2006/relationships/tags" Target="../tags/opfHeading3.xml"/><Relationship Id="rIdOpfText3" Type="http://schemas.openxmlformats.org/officeDocument/2006/relationships/tags" Target="../tags/opfText3.xml"/><Relationship Id="rIdOpfFurniture18" Type="http://schemas.openxmlformats.org/officeDocument/2006/relationships/tags" Target="../tags/opfFurniture18.xml"/><Relationship Id="rIdOpfFurniture19" Type="http://schemas.openxmlformats.org/officeDocument/2006/relationships/tags" Target="../tags/opfFurniture19.xml"/><Relationship Id="rIdOpfFurniture20" Type="http://schemas.openxmlformats.org/officeDocument/2006/relationships/tags" Target="../tags/opfFurniture20.xml"/><Relationship Id="rIdOpfFurnitureSlide" Type="http://schemas.openxmlformats.org/officeDocument/2006/relationships/tags" Target="../tags/opfFurniture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843534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Inherited furniture</a:t>
            </a:r>
            <a:endParaRPr lang="en-US" sz="4050" dirty="0"/>
          </a:p>
        </p:txBody>
      </p:sp>
      <p:sp>
        <p:nvSpPr>
          <p:cNvPr id="3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1699641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Roboto" pitchFamily="34" charset="0"/>
              </a:rPr>
              <a:t>Scalar body inherited — exact.</a:t>
            </a:r>
            <a:endParaRPr lang="en-US" sz="1875" dirty="0"/>
          </a:p>
        </p:txBody>
      </p:sp>
      <p:sp>
        <p:nvSpPr>
          <p:cNvPr id="8" name="OPF furniture 0 part 2 line 0"/>
          <p:cNvSpPr/>
          <p:nvPr>
            <p:custDataLst>
              <p:tags r:id="rIdOpfFurniture5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  Alpha section  </a:t>
            </a:r>
            <a:endParaRPr lang="en-US" sz="1200" dirty="0"/>
          </a:p>
        </p:txBody>
      </p:sp>
      <p:sp>
        <p:nvSpPr>
          <p:cNvPr id="9" name="OPF furniture 0 part 3 line 0"/>
          <p:cNvSpPr>
            <a:spLocks noGrp="1"/>
          </p:cNvSpPr>
          <p:nvPr>
            <p:ph type="ftr" sz="quarter" idx="11"/>
            <p:custDataLst>
              <p:tags r:id="rIdOpfFurniture6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  Inherited footer  </a:t>
            </a:r>
            <a:endParaRPr lang="en-US" sz="1200" dirty="0"/>
          </a:p>
        </p:txBody>
      </p:sp>
      <p:sp>
        <p:nvSpPr>
          <p:cNvPr id="10" name="OPF furniture 0 part 4 line 0"/>
          <p:cNvSpPr>
            <a:spLocks noGrp="1"/>
          </p:cNvSpPr>
          <p:nvPr>
            <p:ph type="sldNum" sz="quarter" idx="12"/>
            <p:custDataLst>
              <p:tags r:id="rIdOpfFurniture7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fld id="{0F0F2700-0000-4000-8000-000000000001}" type="slidenum">
              <a:rPr lang="en-US" sz="1200" dirty="0">
                <a:solidFill>
                  <a:schemeClr val="bg2"/>
                </a:solidFill>
                <a:latin typeface="Roboto" pitchFamily="34" charset="0"/>
              </a:rPr>
              <a:t>1</a:t>
            </a:fld>
            <a:endParaRPr lang="en-US" sz="1200" dirty="0"/>
          </a:p>
        </p:txBody>
      </p:sp>
    </p:spTree>
    <p:custDataLst>
      <p:tags r:id="rIdOpfFurnitureSlide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>
            <a:spLocks noGrp="1"/>
          </p:cNvSpPr>
          <p:nvPr>
            <p:ph type="title"/>
            <p:custDataLst>
              <p:tags r:id="rIdOpfHeading2"/>
            </p:custDataLst>
          </p:nvPr>
        </p:nvSpPr>
        <p:spPr>
          <a:xfrm>
            <a:off x="548640" y="62865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Local furniture</a:t>
            </a:r>
            <a:endParaRPr lang="en-US" sz="4050" dirty="0"/>
          </a:p>
        </p:txBody>
      </p:sp>
      <p:sp>
        <p:nvSpPr>
          <p:cNvPr id="3" name="OPF text slides.1.text line 0"/>
          <p:cNvSpPr/>
          <p:nvPr>
            <p:custDataLst>
              <p:tags r:id="rIdOpfText2"/>
            </p:custDataLst>
          </p:nvPr>
        </p:nvSpPr>
        <p:spPr>
          <a:xfrm>
            <a:off x="548640" y="148475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Roboto" pitchFamily="34" charset="0"/>
              </a:rPr>
              <a:t>Scalar body local — exact.</a:t>
            </a:r>
            <a:endParaRPr lang="en-US" sz="1875" dirty="0"/>
          </a:p>
        </p:txBody>
      </p:sp>
      <p:pic>
        <p:nvPicPr>
          <p:cNvPr id="4" name="OPF image 1" descr="Packet local picture"/>
          <p:cNvPicPr>
            <a:picLocks noChangeAspect="1"/>
          </p:cNvPicPr>
          <p:nvPr>
            <p:custDataLst>
              <p:tags r:id="rIdOpfFurniture8"/>
            </p:custDataLst>
          </p:nvPr>
        </p:nvPicPr>
        <p:blipFill>
          <a:blip r:embed="rId1"/>
          <a:stretch>
            <a:fillRect/>
          </a:stretch>
        </p:blipFill>
        <p:spPr>
          <a:xfrm>
            <a:off x="853440" y="171450"/>
            <a:ext cx="685800" cy="342900"/>
          </a:xfrm>
          <a:prstGeom prst="rect">
            <a:avLst/>
          </a:prstGeom>
        </p:spPr>
      </p:pic>
      <p:sp>
        <p:nvSpPr>
          <p:cNvPr id="5" name="OPF furniture 1 part 1 line 0"/>
          <p:cNvSpPr/>
          <p:nvPr>
            <p:custDataLst>
              <p:tags r:id="rIdOpfFurniture9"/>
            </p:custDataLst>
          </p:nvPr>
        </p:nvSpPr>
        <p:spPr>
          <a:xfrm>
            <a:off x="1653540" y="249936"/>
            <a:ext cx="153924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  Local image label  </a:t>
            </a:r>
            <a:endParaRPr lang="en-US" sz="1200" dirty="0"/>
          </a:p>
        </p:txBody>
      </p:sp>
      <p:sp>
        <p:nvSpPr>
          <p:cNvPr id="7" name="OPF furniture 1 part 3 line 0"/>
          <p:cNvSpPr/>
          <p:nvPr>
            <p:custDataLst>
              <p:tags r:id="rIdOpfFurniture11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  Beta section  </a:t>
            </a:r>
            <a:endParaRPr lang="en-US" sz="1200" dirty="0"/>
          </a:p>
        </p:txBody>
      </p:sp>
      <p:sp>
        <p:nvSpPr>
          <p:cNvPr id="8" name="OPF furniture 1 part 4 line 0"/>
          <p:cNvSpPr>
            <a:spLocks noGrp="1"/>
          </p:cNvSpPr>
          <p:nvPr>
            <p:ph type="ftr" sz="quarter" idx="11"/>
            <p:custDataLst>
              <p:tags r:id="rIdOpfFurniture12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  Local footer  </a:t>
            </a:r>
            <a:endParaRPr lang="en-US" sz="1200" dirty="0"/>
          </a:p>
        </p:txBody>
      </p:sp>
      <p:sp>
        <p:nvSpPr>
          <p:cNvPr id="9" name="OPF furniture 1 part 5 line 0"/>
          <p:cNvSpPr>
            <a:spLocks noGrp="1"/>
          </p:cNvSpPr>
          <p:nvPr>
            <p:ph type="sldNum" sz="quarter" idx="12"/>
            <p:custDataLst>
              <p:tags r:id="rIdOpfFurniture13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fld id="{0F0F2700-0000-4000-8000-000000000002}" type="slidenum">
              <a:rPr lang="en-US" sz="1200" dirty="0">
                <a:solidFill>
                  <a:schemeClr val="bg2"/>
                </a:solidFill>
                <a:latin typeface="Roboto" pitchFamily="34" charset="0"/>
              </a:rPr>
              <a:t>2</a:t>
            </a:fld>
            <a:endParaRPr lang="en-US" sz="1200" dirty="0"/>
          </a:p>
        </p:txBody>
      </p:sp>
    </p:spTree>
    <p:custDataLst>
      <p:tags r:id="rIdOpfFurnitureSlide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>
            <a:spLocks noGrp="1"/>
          </p:cNvSpPr>
          <p:nvPr>
            <p:ph type="title"/>
            <p:custDataLst>
              <p:tags r:id="rIdOpfHeading3"/>
            </p:custDataLst>
          </p:nvPr>
        </p:nvSpPr>
        <p:spPr>
          <a:xfrm>
            <a:off x="548640" y="843534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Inherited again</a:t>
            </a:r>
            <a:endParaRPr lang="en-US" sz="4050" dirty="0"/>
          </a:p>
        </p:txBody>
      </p:sp>
      <p:sp>
        <p:nvSpPr>
          <p:cNvPr id="3" name="OPF text slides.2.text line 0"/>
          <p:cNvSpPr/>
          <p:nvPr>
            <p:custDataLst>
              <p:tags r:id="rIdOpfText3"/>
            </p:custDataLst>
          </p:nvPr>
        </p:nvSpPr>
        <p:spPr>
          <a:xfrm>
            <a:off x="548640" y="1699641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Roboto" pitchFamily="34" charset="0"/>
              </a:rPr>
              <a:t>Scalar body inherited again — exact.</a:t>
            </a:r>
            <a:endParaRPr lang="en-US" sz="1875" dirty="0"/>
          </a:p>
        </p:txBody>
      </p:sp>
      <p:sp>
        <p:nvSpPr>
          <p:cNvPr id="8" name="OPF furniture 2 part 2 line 0"/>
          <p:cNvSpPr/>
          <p:nvPr>
            <p:custDataLst>
              <p:tags r:id="rIdOpfFurniture18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  Gamma section  </a:t>
            </a:r>
            <a:endParaRPr lang="en-US" sz="1200" dirty="0"/>
          </a:p>
        </p:txBody>
      </p:sp>
      <p:sp>
        <p:nvSpPr>
          <p:cNvPr id="9" name="OPF furniture 2 part 3 line 0"/>
          <p:cNvSpPr>
            <a:spLocks noGrp="1"/>
          </p:cNvSpPr>
          <p:nvPr>
            <p:ph type="ftr" sz="quarter" idx="11"/>
            <p:custDataLst>
              <p:tags r:id="rIdOpfFurniture19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  Inherited footer  </a:t>
            </a:r>
            <a:endParaRPr lang="en-US" sz="1200" dirty="0"/>
          </a:p>
        </p:txBody>
      </p:sp>
      <p:sp>
        <p:nvSpPr>
          <p:cNvPr id="10" name="OPF furniture 2 part 4 line 0"/>
          <p:cNvSpPr>
            <a:spLocks noGrp="1"/>
          </p:cNvSpPr>
          <p:nvPr>
            <p:ph type="sldNum" sz="quarter" idx="12"/>
            <p:custDataLst>
              <p:tags r:id="rIdOpfFurniture20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fld id="{0F0F2700-0000-4000-8000-000000000003}" type="slidenum">
              <a:rPr lang="en-US" sz="1200" dirty="0">
                <a:solidFill>
                  <a:schemeClr val="bg2"/>
                </a:solidFill>
                <a:latin typeface="Roboto" pitchFamily="34" charset="0"/>
              </a:rPr>
              <a:t>3</a:t>
            </a:fld>
            <a:endParaRPr lang="en-US" sz="1200" dirty="0"/>
          </a:p>
        </p:txBody>
      </p:sp>
    </p:spTree>
    <p:custDataLst>
      <p:tags r:id="rIdOpfFurniture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32C22616273656E74223A5B2224736368656D61222C226E616D65222C226C616E6775616765222C2264657369676E2E7468656D65222C2264657369676E2E636F6C6F72536368656D65225D2C2264657369676E223A7B22666F6E74536368656D65223A22726F626F746F222C2264696D656E73696F6E73223A7B227769647468496E63686573223A31332E3333333333332C22686569676874496E63686573223A372E357D7D2C226D65746164617461223A7B226F7267616E697A6174696F6E223A7B226964223A2272656769737472795F6F7267222C226E616D65223A2220205265676973747279204F7267616E697A6174696F6E2020227D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526F626F746F222C226561223A22526F626F746F222C226373223A22227D2C226D696E6F72223A7B226C6174696E223A22526F626F746F222C226561223A22526F626F746F222C226373223A22227D7D2C2273697A65223A7B226378223A223132313932303030222C226379223A2236383538303030227D7D7D"/>
</p:tagLst>
</file>

<file path=ppt/tags/opfFurniture5.xml><?xml version="1.0" encoding="utf-8"?>
<p:tagLst xmlns:p="http://schemas.openxmlformats.org/presentationml/2006/main">
  <p:tag name="OPF_FURNITURE_V1" val="7B2276223A312C22726F6C65223A2274657874222C2267726F7570223A2230222C2270617274223A302C226C696E65223A302C22636F756E74223A312C22626F756E64617279223A22656E64222C22736570617261746F72223A22227D"/>
</p:tagLst>
</file>

<file path=ppt/tags/opfFurniture6.xml><?xml version="1.0" encoding="utf-8"?>
<p:tagLst xmlns:p="http://schemas.openxmlformats.org/presentationml/2006/main">
  <p:tag name="OPF_FURNITURE_V1" val="7B2276223A312C22726F6C65223A2274657874222C2267726F7570223A2230222C2270617274223A312C226C696E65223A302C22636F756E74223A312C22626F756E64617279223A22656E64222C22736570617261746F72223A22227D"/>
</p:tagLst>
</file>

<file path=ppt/tags/opfFurniture7.xml><?xml version="1.0" encoding="utf-8"?>
<p:tagLst xmlns:p="http://schemas.openxmlformats.org/presentationml/2006/main">
  <p:tag name="OPF_FURNITURE_V1" val="7B2276223A312C22726F6C65223A2274657874222C2267726F7570223A2230222C2270617274223A322C226C696E65223A302C22636F756E74223A312C22626F756E64617279223A22656E64222C22736570617261746F72223A22227D"/>
</p:tagLst>
</file>

<file path=ppt/tags/opfFurniture8.xml><?xml version="1.0" encoding="utf-8"?>
<p:tagLst xmlns:p="http://schemas.openxmlformats.org/presentationml/2006/main">
  <p:tag name="OPF_FURNITURE_V1" val="7B2276223A312C22726F6C65223A22696D616765222C2267726F7570223A2231222C2270617274223A307D"/>
</p:tagLst>
</file>

<file path=ppt/tags/opfFurniture9.xml><?xml version="1.0" encoding="utf-8"?>
<p:tagLst xmlns:p="http://schemas.openxmlformats.org/presentationml/2006/main">
  <p:tag name="OPF_FURNITURE_V1" val="7B2276223A312C22726F6C65223A2274657874222C2267726F7570223A2231222C2270617274223A312C226C696E65223A302C22636F756E74223A312C22626F756E64617279223A22656E64222C22736570617261746F72223A22227D"/>
</p:tagLst>
</file>

<file path=ppt/tags/opfFurniture11.xml><?xml version="1.0" encoding="utf-8"?>
<p:tagLst xmlns:p="http://schemas.openxmlformats.org/presentationml/2006/main">
  <p:tag name="OPF_FURNITURE_V1" val="7B2276223A312C22726F6C65223A2274657874222C2267726F7570223A2231222C2270617274223A322C226C696E65223A302C22636F756E74223A312C22626F756E64617279223A22656E64222C22736570617261746F72223A22227D"/>
</p:tagLst>
</file>

<file path=ppt/tags/opfFurniture12.xml><?xml version="1.0" encoding="utf-8"?>
<p:tagLst xmlns:p="http://schemas.openxmlformats.org/presentationml/2006/main">
  <p:tag name="OPF_FURNITURE_V1" val="7B2276223A312C22726F6C65223A2274657874222C2267726F7570223A2231222C2270617274223A332C226C696E65223A302C22636F756E74223A312C22626F756E64617279223A22656E64222C22736570617261746F72223A22227D"/>
</p:tagLst>
</file>

<file path=ppt/tags/opfFurniture13.xml><?xml version="1.0" encoding="utf-8"?>
<p:tagLst xmlns:p="http://schemas.openxmlformats.org/presentationml/2006/main">
  <p:tag name="OPF_FURNITURE_V1" val="7B2276223A312C22726F6C65223A2274657874222C2267726F7570223A2231222C2270617274223A342C226C696E65223A302C22636F756E74223A312C22626F756E64617279223A22656E64222C22736570617261746F72223A22227D"/>
</p:tagLst>
</file>

<file path=ppt/tags/opfFurniture18.xml><?xml version="1.0" encoding="utf-8"?>
<p:tagLst xmlns:p="http://schemas.openxmlformats.org/presentationml/2006/main">
  <p:tag name="OPF_FURNITURE_V1" val="7B2276223A312C22726F6C65223A2274657874222C2267726F7570223A2232222C2270617274223A302C226C696E65223A302C22636F756E74223A312C22626F756E64617279223A22656E64222C22736570617261746F72223A22227D"/>
</p:tagLst>
</file>

<file path=ppt/tags/opfFurniture19.xml><?xml version="1.0" encoding="utf-8"?>
<p:tagLst xmlns:p="http://schemas.openxmlformats.org/presentationml/2006/main">
  <p:tag name="OPF_FURNITURE_V1" val="7B2276223A312C22726F6C65223A2274657874222C2267726F7570223A2232222C2270617274223A312C226C696E65223A302C22636F756E74223A312C22626F756E64617279223A22656E64222C22736570617261746F72223A22227D"/>
</p:tagLst>
</file>

<file path=ppt/tags/opfFurniture20.xml><?xml version="1.0" encoding="utf-8"?>
<p:tagLst xmlns:p="http://schemas.openxmlformats.org/presentationml/2006/main">
  <p:tag name="OPF_FURNITURE_V1" val="7B2276223A312C22726F6C65223A2274657874222C2267726F7570223A2232222C2270617274223A322C226C696E65223A302C22636F756E74223A312C22626F756E64617279223A22656E64222C22736570617261746F72223A22227D"/>
</p:tagLst>
</file>

<file path=ppt/tags/opfFurnitureShared1.xml><?xml version="1.0" encoding="utf-8"?>
<p:tagLst xmlns:p="http://schemas.openxmlformats.org/presentationml/2006/main">
  <p:tag name="OPF_FURNITURE_V1" val="7B2276223A312C22726F6C65223A2274657874222C226C696E65223A302C22636F756E74223A312C22626F756E64617279223A22656E64222C22736570617261746F72223A22222C22736C6F74223A226865616465722E63656E7465722E74657874227D"/>
</p:tagLst>
</file>

<file path=ppt/tags/opfFurnitureShared2.xml><?xml version="1.0" encoding="utf-8"?>
<p:tagLst xmlns:p="http://schemas.openxmlformats.org/presentationml/2006/main">
  <p:tag name="OPF_FURNITURE_V1" val="7B2276223A312C22726F6C65223A2274657874222C226C696E65223A302C22636F756E74223A332C22626F756E64617279223A2268617264222C22736570617261746F72223A225C725C6E222C22736C6F74223A226865616465722E6C6566742E74657874227D"/>
</p:tagLst>
</file>

<file path=ppt/tags/opfFurnitureShared3.xml><?xml version="1.0" encoding="utf-8"?>
<p:tagLst xmlns:p="http://schemas.openxmlformats.org/presentationml/2006/main">
  <p:tag name="OPF_FURNITURE_V1" val="7B2276223A312C22726F6C65223A2274657874222C226C696E65223A312C22636F756E74223A332C22626F756E64617279223A2268617264222C22736570617261746F72223A225C725C6E222C22736C6F74223A226865616465722E6C6566742E74657874227D"/>
</p:tagLst>
</file>

<file path=ppt/tags/opfFurnitureShared4.xml><?xml version="1.0" encoding="utf-8"?>
<p:tagLst xmlns:p="http://schemas.openxmlformats.org/presentationml/2006/main">
  <p:tag name="OPF_FURNITURE_V1" val="7B2276223A312C22726F6C65223A2274657874222C226C696E65223A322C22636F756E74223A332C22626F756E64617279223A22656E64222C22736570617261746F72223A22222C22736C6F74223A226865616465722E6C6566742E74657874227D"/>
</p:tagLst>
</file>

<file path=ppt/tags/opfFurnitureShared5.xml><?xml version="1.0" encoding="utf-8"?>
<p:tagLst xmlns:p="http://schemas.openxmlformats.org/presentationml/2006/main">
  <p:tag name="OPF_FURNITURE_V1" val="7B2276223A312C22726F6C65223A2274657874222C226C696E65223A302C22636F756E74223A332C22626F756E64617279223A2268617264222C22736570617261746F72223A225C725C6E222C22736C6F74223A226865616465722E6C6566742E74657874227D"/>
</p:tagLst>
</file>

<file path=ppt/tags/opfFurnitureShared6.xml><?xml version="1.0" encoding="utf-8"?>
<p:tagLst xmlns:p="http://schemas.openxmlformats.org/presentationml/2006/main">
  <p:tag name="OPF_FURNITURE_V1" val="7B2276223A312C22726F6C65223A2274657874222C226C696E65223A312C22636F756E74223A332C22626F756E64617279223A2268617264222C22736570617261746F72223A225C725C6E222C22736C6F74223A226865616465722E6C6566742E74657874227D"/>
</p:tagLst>
</file>

<file path=ppt/tags/opfFurnitureShared7.xml><?xml version="1.0" encoding="utf-8"?>
<p:tagLst xmlns:p="http://schemas.openxmlformats.org/presentationml/2006/main">
  <p:tag name="OPF_FURNITURE_V1" val="7B2276223A312C22726F6C65223A2274657874222C226C696E65223A322C22636F756E74223A332C22626F756E64617279223A22656E64222C22736570617261746F72223A22222C22736C6F74223A226865616465722E6C6566742E74657874227D"/>
</p:tagLst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86561646572223A7B2273636F7065223A22676C6F62616C222C2276616C7565223A7B226C656674223A7B7D2C2263656E746572223A7B7D2C227269676874223A7B2274657874223A226C69746572616C227D7D7D2C22666F6F746572223A7B2273636F7065223A22676C6F62616C222C2276616C7565223A7B226C656674223A7B2274657874223A226C69746572616C227D2C227269676874223A7B2274657874223A226C69746572616C227D7D7D7D2C2274656D706C61746573223A7B226865616465722E7269676874223A227B7B736C6964652E73656374696F6E7D7D222C22666F6F7465722E7269676874223A227B7B736C6964652E6E756D6265727D7D227D2C227061727473223A5B7B226B696E64223A22686561646572222C227A6F6E65223A227269676874222C226669656C64223A2274657874222C2274797065223A2274657874222C22636F756E74223A317D2C7B226B696E64223A22666F6F746572222C227A6F6E65223A226C656674222C226669656C64223A2274657874222C2274797065223A2274657874222C22636F756E74223A312C227068223A22667472227D2C7B226B696E64223A22666F6F746572222C227A6F6E65223A227269676874222C226669656C64223A2274657874222C2274797065223A2274657874222C22636F756E74223A312C227068223A22736C644E756D227D5D2C22736861726564223A7B226865616465722E6C6566742E74657874223A7B226B696E64223A22686561646572222C227A6F6E65223A226C656674222C226669656C64223A2274657874222C2274797065223A2274657874222C22636F756E74223A332C226F6E223A226C61796F7574222C22666C6167223A226C69746572616C227D2C226865616465722E63656E7465722E74657874223A7B226B696E64223A22686561646572222C227A6F6E65223A2263656E746572222C226669656C64223A2274657874222C2274797065223A2274657874222C22636F756E74223A312C226F6E223A226D6173746572222C22666C6167223A226C69746572616C227D7D7D"/>
  <p:tag name="OPF_SLIDE_V1" val="7B2276223A312C22736C696465223A302C226C61796F7574223A2274657874222C2273656374696F6E223A222020416C7068612073656374696F6E2020222C22636F6E74656E74223A7B22666F726D223A22726F6F74222C226669656C64223A2274657874222C22626F78223A5B35372E362C3137382E342C313136342E382C3438312E325D7D2C226E6174697665223A7B22737472756374757265223A223065376534646565636239383831222C226261636B67726F756E64223A223131336637323562636232336536222C227374796C65223A223062303266663939633536653433227D7D"/>
</p:tagLst>
</file>

<file path=ppt/tags/opfFurnitureSlide1.xml><?xml version="1.0" encoding="utf-8"?>
<p:tagLst xmlns:p="http://schemas.openxmlformats.org/presentationml/2006/main">
  <p:tag name="OPF_FURNITURE_V1" val="7B2276223A312C22726F6C65223A22736C696465222C2267726F7570223A2231222C22646566696E6974696F6E73223A7B22686561646572223A7B2273636F7065223A226C6F63616C222C2276616C7565223A7B226C656674223A7B2274657874223A226C69746572616C222C22696D616765223A226E6174697665227D2C2263656E746572223A7B7D2C227269676874223A7B2274657874223A226C69746572616C227D7D7D2C22666F6F746572223A7B2273636F7065223A226C6F63616C222C2276616C7565223A7B226C656674223A7B2274657874223A226C69746572616C227D2C227269676874223A7B2274657874223A226C69746572616C227D7D7D7D2C2274656D706C61746573223A7B226865616465722E7269676874223A227B7B736C6964652E73656374696F6E7D7D222C22666F6F7465722E7269676874223A227B7B736C6964652E6E756D6265727D7D227D2C227061727473223A5B7B226B696E64223A22686561646572222C227A6F6E65223A226C656674222C226669656C64223A22696D616765222C2274797065223A22696D616765222C22636F756E74223A317D2C7B226B696E64223A22686561646572222C227A6F6E65223A226C656674222C226669656C64223A2274657874222C2274797065223A2274657874222C22636F756E74223A317D2C7B226B696E64223A22686561646572222C227A6F6E65223A227269676874222C226669656C64223A2274657874222C2274797065223A2274657874222C22636F756E74223A317D2C7B226B696E64223A22666F6F746572222C227A6F6E65223A226C656674222C226669656C64223A2274657874222C2274797065223A2274657874222C22636F756E74223A312C227068223A22667472227D2C7B226B696E64223A22666F6F746572222C227A6F6E65223A227269676874222C226669656C64223A2274657874222C2274797065223A2274657874222C22636F756E74223A312C227068223A22736C644E756D227D5D2C22736861726564223A7B226865616465722E63656E7465722E74657874223A7B226B696E64223A22686561646572222C227A6F6E65223A2263656E746572222C226669656C64223A2274657874222C2274797065223A2274657874222C22636F756E74223A312C226F6E223A226D6173746572222C22666C6167223A226C69746572616C227D7D7D"/>
  <p:tag name="OPF_SLIDE_V1" val="7B2276223A312C22736C696465223A312C226C61796F7574223A2274776F2D636F6C756D6E222C2273656374696F6E223A222020426574612073656374696F6E2020222C22636F6E74656E74223A7B22666F726D223A22726F6F74222C226669656C64223A2274657874222C22626F78223A5B35372E362C3135352E392C313136342E382C3530332E385D7D2C226E6174697665223A7B22737472756374757265223A223036643835373331346361383639222C226261636B67726F756E64223A223131336637323562636232336536222C227374796C65223A223062303266663939633536653433227D7D"/>
</p:tagLst>
</file>

<file path=ppt/tags/opfFurnitureSlide2.xml><?xml version="1.0" encoding="utf-8"?>
<p:tagLst xmlns:p="http://schemas.openxmlformats.org/presentationml/2006/main">
  <p:tag name="OPF_FURNITURE_V1" val="7B2276223A312C22726F6C65223A22736C696465222C2267726F7570223A2232222C22646566696E6974696F6E73223A7B22686561646572223A7B2273636F7065223A22676C6F62616C222C2276616C7565223A7B226C656674223A7B7D2C2263656E746572223A7B7D2C227269676874223A7B2274657874223A226C69746572616C227D7D7D2C22666F6F746572223A7B2273636F7065223A22676C6F62616C222C2276616C7565223A7B226C656674223A7B2274657874223A226C69746572616C227D2C227269676874223A7B2274657874223A226C69746572616C227D7D7D7D2C2274656D706C61746573223A7B226865616465722E7269676874223A227B7B736C6964652E73656374696F6E7D7D222C22666F6F7465722E7269676874223A227B7B736C6964652E6E756D6265727D7D227D2C227061727473223A5B7B226B696E64223A22686561646572222C227A6F6E65223A227269676874222C226669656C64223A2274657874222C2274797065223A2274657874222C22636F756E74223A317D2C7B226B696E64223A22666F6F746572222C227A6F6E65223A226C656674222C226669656C64223A2274657874222C2274797065223A2274657874222C22636F756E74223A312C227068223A22667472227D2C7B226B696E64223A22666F6F746572222C227A6F6E65223A227269676874222C226669656C64223A2274657874222C2274797065223A2274657874222C22636F756E74223A312C227068223A22736C644E756D227D5D2C22736861726564223A7B226865616465722E6C6566742E74657874223A7B226B696E64223A22686561646572222C227A6F6E65223A226C656674222C226669656C64223A2274657874222C2274797065223A2274657874222C22636F756E74223A332C226F6E223A226C61796F7574222C22666C6167223A226C69746572616C227D2C226865616465722E63656E7465722E74657874223A7B226B696E64223A22686561646572222C227A6F6E65223A2263656E746572222C226669656C64223A2274657874222C2274797065223A2274657874222C22636F756E74223A312C226F6E223A226D6173746572222C22666C6167223A226C69746572616C227D7D7D"/>
  <p:tag name="OPF_SLIDE_V1" val="7B2276223A312C22736C696465223A322C226C61796F7574223A2274776F2D636F6C756D6E222C2273656374696F6E223A22202047616D6D612073656374696F6E2020222C22636F6E74656E74223A7B22666F726D223A22726F6F74222C226669656C64223A2274657874222C22626F78223A5B35372E362C3137382E342C313136342E382C3438312E325D7D2C226E6174697665223A7B22737472756374757265223A223065376534646565636239383831222C226261636B67726F756E64223A223131336637323562636232336536222C227374796C65223A22306230326666393963353665343322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Heading2.xml><?xml version="1.0" encoding="utf-8"?>
<p:tagLst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opfHeading3.xml><?xml version="1.0" encoding="utf-8"?>
<p:tagLst xmlns:p="http://schemas.openxmlformats.org/presentationml/2006/main">
  <p:tag name="OPF_HEADING_V1" val="7B2276223A312C2267726F7570223A22736C696465732E32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2663666333039366334393362626537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65616631313961613066653964626137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33376533613636656135383131616363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62353035306331666461303166613734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6663633653165613935613936353137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61313433376133383831313261363631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3373238653736303766346630386636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3666633663631313763326132343764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65623139313765393432316330313865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66303464386531623664626534343834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65643765653933613034653335336463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393366653234623638626663333932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66383462366436373337613436363331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863316365386566393533626239333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63643664373732303737363639663131222C22726567696F6E73223A7B22313030223A226D657472696373222C22333030223A226E6F7465227D7D"/>
</p:tagLst>
</file>

<file path=ppt/tags/opfLayout16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0366331383265343032303865666436222C22726567696F6E73223A7B22313030223A226361726473227D7D"/>
</p:tagLst>
</file>

<file path=ppt/tags/opfLayout17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32613766393834613764613739653534222C22726567696F6E73223A7B22353030223A226D65646961227D7D"/>
</p:tagLst>
</file>

<file path=ppt/tags/opfLayout18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6623834346334613537636461336463222C22726567696F6E73223A7B22313030223A22626F6479222C22353030223A226D65646961227D7D"/>
</p:tagLst>
</file>

<file path=ppt/tags/opfLayout19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61643937326433643966653961353139222C22726567696F6E73223A7B22353030223A227069637475726573227D7D"/>
</p:tagLst>
</file>

<file path=ppt/tags/opfLayout20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2343463303761323736396663346131222C22726567696F6E73223A7B22313030223A22636861727473222C22333030223A226E6F7465227D7D"/>
</p:tagLst>
</file>

<file path=ppt/tags/opfLayout21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9343663666562393866613130623536222C22726567696F6E73223A7B22313030223A226E6F746573222C22373030223A226368617274227D7D"/>
</p:tagLst>
</file>

<file path=ppt/tags/opfLayout22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1343836626161646261323165363132222C22726567696F6E73223A7B22333030223A226E6F7465222C22393030223A227461626C65227D7D"/>
</p:tagLst>
</file>

<file path=ppt/tags/opfLayout23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32633466376664656166306232376431222C22726567696F6E73223A7B22313030223A226E6F746573222C22393030223A227461626C65227D7D"/>
</p:tagLst>
</file>

<file path=ppt/tags/opfLayout24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39376333663165376161393264313662222C22726567696F6E73223A7B22313030223A22636F6465222C22333030223A226E6F746573227D7D"/>
</p:tagLst>
</file>

<file path=ppt/tags/opfLayout25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62353331623663306233353635306364222C22726567696F6E73223A7B22313030223A226C656164222C22313031223A22737570706F7274222C22353030223A226D65646961227D7D"/>
</p:tagLst>
</file>

<file path=ppt/tags/opfLayout26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3323232623837333034666462646434222C22726567696F6E73223A7B22313030223A226B706973222C22313031223A22636861727473227D7D"/>
</p:tagLst>
</file>

<file path=ppt/tags/opfLayout27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5386532366332386139336135353539222C22726567696F6E73223A7B22313030223A2270656F706C65227D7D"/>
</p:tagLst>
</file>

<file path=ppt/tags/opfLayout28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2396562333531356333366639303739222C22726567696F6E73223A7B22313030223A226C6F676F73227D7D"/>
</p:tagLst>
</file>

<file path=ppt/tags/opfLayoutVariant1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61313433376133383831313261363631222C22726567696F6E73223A7B22313030223A22626F6479227D7D"/>
</p:tagLst>
</file>

<file path=ppt/tags/opfLayoutVariant2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65623139313765393432316330313865222C22726567696F6E73223A7B22313030223A226669727374222C22313031223A227365636F6E64227D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ags/opfText2.xml><?xml version="1.0" encoding="utf-8"?>
<p:tagLst xmlns:p="http://schemas.openxmlformats.org/presentationml/2006/main">
  <p:tag name="OPF_TEXT_V1" val="7B2276223A312C2267726F7570223A22736C696465732E312E74657874222C226C696E65223A302C22636F756E74223A312C22626F756E64617279223A22656E64222C22736570617261746F72223A22227D"/>
</p:tagLst>
</file>

<file path=ppt/tags/opfText3.xml><?xml version="1.0" encoding="utf-8"?>
<p:tagLst xmlns:p="http://schemas.openxmlformats.org/presentationml/2006/main">
  <p:tag name="OPF_TEXT_V1" val="7B2276223A312C2267726F7570223A22736C696465732E32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25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Roboto</vt:lpstr>
      <vt:lpstr>Office Theme</vt:lpstr>
      <vt:lpstr>Office Theme</vt:lpstr>
      <vt:lpstr>Slide 1</vt:lpstr>
      <vt:lpstr>Slide 2</vt:lpstr>
      <vt:lpstr>Slide 3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2026-01-01T00:00:00Z</dcterms:created>
  <dcterms:modified xsi:type="dcterms:W3CDTF">2026-01-01T00:00:00Z</dcterms:modified>
</cp:coreProperties>
</file>