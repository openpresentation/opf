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heme/theme2.xml" ContentType="application/vnd.openxmlformats-officedocument.them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 Alpha section  " id="{107A146C-E071-4720-8292-5CDD81D8460E}">
          <p14:sldIdLst>
            <p14:sldId id="256"/>
          </p14:sldIdLst>
        </p14:section>
        <p14:section name="  Beta section  " id="{163E7C47-F5AB-4170-85B0-2AD600BC1219}">
          <p14:sldIdLst>
            <p14:sldId id="257"/>
          </p14:sldIdLst>
        </p14:section>
        <p14:section name="  Gamma section  " id="{12738615-B273-44B1-86EB-265E83D6470E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543306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543306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1109472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1109472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4630293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2104454"/>
            <a:ext cx="12192000" cy="475354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966652"/>
            <a:ext cx="11094720" cy="13168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158015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913213"/>
            <a:ext cx="11094720" cy="237023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7" name="OPF furniture header left text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8" name="OPF furniture header left text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9" name="OPF furniture header left text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8" name="OPF furniture header left text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9" name="OPF furniture header left text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10" name="OPF furniture header left text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5" name="OPF furniture header center text line 0"/>
          <p:cNvSpPr/>
          <p:nvPr>
            <p:custDataLst>
              <p:tags r:id="rId33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Registry Organization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30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1.png"/><Relationship Id="rId5" Type="http://schemas.openxmlformats.org/officeDocument/2006/relationships/tags" Target="../tags/tag49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55.xml"/><Relationship Id="rId7" Type="http://schemas.openxmlformats.org/officeDocument/2006/relationships/slideLayout" Target="../slideLayouts/slideLayout3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furniture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— exact.</a:t>
            </a:r>
            <a:endParaRPr lang="en-US" sz="1875" dirty="0"/>
          </a:p>
        </p:txBody>
      </p:sp>
      <p:sp>
        <p:nvSpPr>
          <p:cNvPr id="8" name="OPF furniture 0 part 2 line 0"/>
          <p:cNvSpPr/>
          <p:nvPr>
            <p:custDataLst>
              <p:tags r:id="rId4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Alpha section  </a:t>
            </a:r>
            <a:endParaRPr lang="en-US" sz="1200" dirty="0"/>
          </a:p>
        </p:txBody>
      </p:sp>
      <p:sp>
        <p:nvSpPr>
          <p:cNvPr id="9" name="OPF furniture 0 part 3 line 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0 part 4 line 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fld id="{0F0F2700-0000-4000-8000-000000000001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1</a:t>
            </a:fld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Local furniture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3"/>
            </p:custDataLst>
          </p:nvPr>
        </p:nvSpPr>
        <p:spPr>
          <a:xfrm>
            <a:off x="548640" y="148475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local — exact.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3440" y="171450"/>
            <a:ext cx="685800" cy="342900"/>
          </a:xfrm>
          <a:prstGeom prst="rect">
            <a:avLst/>
          </a:prstGeom>
        </p:spPr>
      </p:pic>
      <p:sp>
        <p:nvSpPr>
          <p:cNvPr id="5" name="OPF furniture 1 part 1 line 0"/>
          <p:cNvSpPr/>
          <p:nvPr>
            <p:custDataLst>
              <p:tags r:id="rId5"/>
            </p:custDataLst>
          </p:nvPr>
        </p:nvSpPr>
        <p:spPr>
          <a:xfrm>
            <a:off x="1653540" y="249936"/>
            <a:ext cx="153924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image label 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Beta section  </a:t>
            </a:r>
            <a:endParaRPr lang="en-US" sz="1200" dirty="0"/>
          </a:p>
        </p:txBody>
      </p:sp>
      <p:sp>
        <p:nvSpPr>
          <p:cNvPr id="8" name="OPF furniture 1 part 4 line 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footer  </a:t>
            </a:r>
            <a:endParaRPr lang="en-US" sz="1200" dirty="0"/>
          </a:p>
        </p:txBody>
      </p:sp>
      <p:sp>
        <p:nvSpPr>
          <p:cNvPr id="9" name="OPF furniture 1 part 5 line 0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fld id="{0F0F2700-0000-4000-8000-000000000002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2</a:t>
            </a:fld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again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again — exact.</a:t>
            </a:r>
            <a:endParaRPr lang="en-US" sz="1875" dirty="0"/>
          </a:p>
        </p:txBody>
      </p:sp>
      <p:sp>
        <p:nvSpPr>
          <p:cNvPr id="8" name="OPF furniture 2 part 2 line 0"/>
          <p:cNvSpPr/>
          <p:nvPr>
            <p:custDataLst>
              <p:tags r:id="rId4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Gamma section  </a:t>
            </a:r>
            <a:endParaRPr lang="en-US" sz="1200" dirty="0"/>
          </a:p>
        </p:txBody>
      </p:sp>
      <p:sp>
        <p:nvSpPr>
          <p:cNvPr id="9" name="OPF furniture 2 part 3 line 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2 part 4 line 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fld id="{0F0F2700-0000-4000-8000-000000000003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3</a:t>
            </a:fld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D65746164617461223A7B226F7267616E697A6174696F6E223A7B226964223A2272656769737472795F6F7267222C226E616D65223A2220205265676973747279204F7267616E697A6174696F6E202022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02C22636F756E74223A312C22626F756E64617279223A22656E64222C22736570617261746F72223A22222C22736C6F74223A226865616465722E63656E7465722E74657874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02C226C61796F7574223A2274657874222C2273656374696F6E223A222020416C7068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7D2C227269676874223A7B2274657874223A226C69746572616C227D7D7D2C22666F6F746572223A7B2273636F7065223A226C6F63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12C226C61796F7574223A2274776F2D636F6C756D6E222C2273656374696F6E223A222020426574612073656374696F6E2020222C22636F6E74656E74223A7B22666F726D223A22726F6F74222C226669656C64223A2274657874222C22626F78223A5B35372E362C3135352E392C313136342E382C3530332E385D7D2C226E6174697665223A7B22737472756374757265223A223036643835373331346361383639222C226261636B67726F756E64223A223131336637323562636232336536222C227374796C65223A223062303266663939633536653433227D7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22C226C61796F7574223A2274776F2D636F6C756D6E222C2273656374696F6E223A22202047616D6D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Inherited furniture</vt:lpstr>
      <vt:lpstr>Local furniture</vt:lpstr>
      <vt:lpstr>Inherited again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2026-10-14T07:34:26Z</dcterms:modified>
</cp:coreProperties>
</file>