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Quote1.xml" ContentType="application/vnd.openxmlformats-officedocument.presentationml.tags+xml"/>
  <Override PartName="/ppt/tags/opfQuote2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Relationship Id="rIdOpfQuote1" Type="http://schemas.openxmlformats.org/officeDocument/2006/relationships/tags" Target="../tags/opfQuote1.xml"/><Relationship Id="rIdOpfQuote2" Type="http://schemas.openxmlformats.org/officeDocument/2006/relationships/tags" Target="../tags/opfQuote2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56407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tx1"/>
                </a:solidFill>
                <a:latin typeface="Roboto" pitchFamily="34" charset="0"/>
              </a:rPr>
              <a:t>A shared view makes decisions easier</a:t>
            </a:r>
            <a:endParaRPr lang="en-US" sz="4050" dirty="0"/>
          </a:p>
        </p:txBody>
      </p:sp>
      <p:sp>
        <p:nvSpPr>
          <p:cNvPr id="3" name="OPF heading slides.0.subtitle line 0"/>
          <p:cNvSpPr/>
          <p:nvPr>
            <p:custDataLst>
              <p:tags r:id="rIdOpfHeading2"/>
            </p:custDataLst>
          </p:nvPr>
        </p:nvSpPr>
        <p:spPr>
          <a:xfrm>
            <a:off x="548640" y="12904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tx1"/>
                </a:solidFill>
                <a:latin typeface="Roboto" pitchFamily="34" charset="0"/>
              </a:rPr>
              <a:t>Illustrative example • fictional data</a:t>
            </a:r>
            <a:endParaRPr lang="en-US" sz="1875" dirty="0"/>
          </a:p>
        </p:txBody>
      </p:sp>
      <p:sp>
        <p:nvSpPr>
          <p:cNvPr id="4" name="OPF quote 0 part 0 line 0"/>
          <p:cNvSpPr/>
          <p:nvPr>
            <p:custDataLst>
              <p:tags r:id="rIdOpfQuote1"/>
            </p:custDataLst>
          </p:nvPr>
        </p:nvSpPr>
        <p:spPr>
          <a:xfrm>
            <a:off x="720090" y="370073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100" dirty="0">
                <a:solidFill>
                  <a:schemeClr val="tx1"/>
                </a:solidFill>
                <a:latin typeface="Roboto SemiBold" pitchFamily="34" charset="0"/>
              </a:rPr>
              <a:t>"We can now see where participants need help."</a:t>
            </a:r>
            <a:endParaRPr lang="en-US" sz="2100" dirty="0"/>
          </a:p>
        </p:txBody>
      </p:sp>
      <p:sp>
        <p:nvSpPr>
          <p:cNvPr id="5" name="OPF quote 0 part 1 line 0"/>
          <p:cNvSpPr/>
          <p:nvPr>
            <p:custDataLst>
              <p:tags r:id="rIdOpfQuote2"/>
            </p:custDataLst>
          </p:nvPr>
        </p:nvSpPr>
        <p:spPr>
          <a:xfrm>
            <a:off x="720090" y="4197563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75" dirty="0">
                <a:solidFill>
                  <a:schemeClr val="tx2"/>
                </a:solidFill>
                <a:latin typeface="Roboto Medium" pitchFamily="34" charset="0"/>
              </a:rPr>
              <a:t>Pilot lead - Illustrative quotation</a:t>
            </a:r>
            <a:endParaRPr lang="en-US" sz="1275" dirty="0"/>
          </a:p>
        </p:txBody>
      </p:sp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6C616E6775616765222C2264657369676E2E7468656D65222C2264657369676E2E636F6C6F72536368656D65222C2264657369676E2E64696D656E73696F6E73225D2C2264657369676E223A7B22666F6E74536368656D65223A22726F626F746F222C226261636B67726F756E64223A226C6967687431227D2C22636174616C6F6773223A7B2264656661756C74223A7B22736F75726365223A2268747470733A2F2F7777772E707074782E67616C6C657279222C226C61796F757473223A7B2271756F7465223A7B226E616D65223A2251756F7465222C2273756D6D617279223A224F6E65206F72206D6F72652071756F746174696F6E732077697468206174747269627574696F6E20616E642070686F746F2E222C2274616773223A5B2254657874225D2C226172656173223A5B5B227469746C65225D2C5B2271756F746573225D5D2C22636F6C756D6E73223A5B315D2C22726F7773223A5B226175746F222C315D2C22726567696F6E73223A7B2271756F746573223A7B2261636365707473223A5B2271756F7465222C2267726F7570225D2C22726F6C65223A227072696D617279222C22666C6F77223A2267726964222C22616E63686F72223A226D6964646C65227D7D2C226465736372697074696F6E223A22486967686C6967687420612071756F746174696F6E20616E642069747320736F757263652E2055736520746865206174747269627574696F6E20746F206578706C61696E2077686F207361696420697420616E6420776879207468656972207065727370656374697665206D6174746572732E222C2270726576696577223A7B22766563746F72537263223A2268747470733A2F2F7777772E707074782E67616C6C6572792F6C61796F75742D70726576696577732F71756F74652E737667227D7D7D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opfLayout9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opfLayout10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opfLayout11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opfLayout12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opfLayout13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opfLayout14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opfLayout15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opfLayout16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opfLayout17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opfLayout18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opfLayout19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opfLayout20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opfLayout21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opfLayout22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opfLayout23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opfLayout24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opfLayout25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opfLayout26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opfLayout27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opfLayout2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64656661756C743A71756F7465222C2268617368223A2263666633663631313763326132343764222C22726567696F6E73223A7B22313030223A2271756F746573227D2C227265636F7264223A7B226E616D65223A2251756F7465222C2273756D6D617279223A224F6E65206F72206D6F72652071756F746174696F6E732077697468206174747269627574696F6E20616E642070686F746F2E222C2274616773223A5B2254657874225D2C226172656173223A5B5B227469746C65225D2C5B2271756F746573225D5D2C22636F6C756D6E73223A5B315D2C22726F7773223A5B226175746F222C315D2C22726567696F6E73223A7B2271756F746573223A7B2261636365707473223A5B2271756F7465222C2267726F7570225D2C22726F6C65223A227072696D617279222C22666C6F77223A2267726964222C22616E63686F72223A226D6964646C65227D7D2C226465736372697074696F6E223A22486967686C6967687420612071756F746174696F6E20616E642069747320736F757263652E2055736520746865206174747269627574696F6E20746F206578706C61696E2077686F207361696420697420616E6420776879207468656972207065727370656374697665206D6174746572732E222C2270726576696577223A7B22766563746F72537263223A2268747470733A2F2F7777772E707074782E67616C6C6572792F6C61796F75742D70726576696577732F71756F74652E737667227D7D7D"/>
</p:tagLst>
</file>

<file path=ppt/tags/opfQuote1.xml><?xml version="1.0" encoding="utf-8"?>
<p:tagLst xmlns:p="http://schemas.openxmlformats.org/presentationml/2006/main">
  <p:tag name="OPF_QUOTE_V1" val="7B2276223A312C22726F6C65223A2274657874222C2267726F7570223A2230222C2270617274223A302C226C696E65223A302C22636F756E74223A312C22626F756E64617279223A22656E64222C22736570617261746F72223A22222C22616E63686F72223A7B2273686F727468616E64223A66616C73652C22666F6F746572223A7B226669656C6473223A5B226174747269627574696F6E222C22736F75726365225D2C2273706C697473223A5B31305D7D2C227061727473223A5B7B22726F6C65223A22626F6479222C226C696E6573223A317D2C7B22726F6C65223A22666F6F746572222C226C696E6573223A317D5D7D7D"/>
</p:tagLst>
</file>

<file path=ppt/tags/opfQuote2.xml><?xml version="1.0" encoding="utf-8"?>
<p:tagLst xmlns:p="http://schemas.openxmlformats.org/presentationml/2006/main">
  <p:tag name="OPF_QUOTE_V1" val="7B2276223A312C22726F6C65223A2274657874222C2267726F7570223A2230222C2270617274223A312C226C696E65223A302C22636F756E74223A312C22626F756E64617279223A22656E64222C22736570617261746F72223A22227D"/>
</p:tagLst>
</file>

<file path=ppt/tags/opfSlide1.xml><?xml version="1.0" encoding="utf-8"?>
<p:tagLst xmlns:p="http://schemas.openxmlformats.org/presentationml/2006/main">
  <p:tag name="OPF_SLIDE_V1" val="7B2276223A312C22736C696465223A302C226C61796F7574223A2271756F7465222C22636F6E74656E74223A7B22666F726D223A22626C6F636B73222C22626C6F636B73223A5B7B2274223A226C656166222C226B223A2271756F7465222C2270696E223A2271756F746573222C22696E223A2271756F746573222C22626F78223A5B35372E362C3337302E352C313136342E382C3131312E395D7D5D7D2C226C61796F75745265636F7264223A7B2267726F7570223A2264656661756C74222C226964223A2271756F7465222C22736F75726365223A2268747470733A2F2F7777772E707074782E67616C6C657279222C227265636F7264223A7B226E616D65223A2251756F7465222C2273756D6D617279223A224F6E65206F72206D6F72652071756F746174696F6E732077697468206174747269627574696F6E20616E642070686F746F2E222C2274616773223A5B2254657874225D2C226172656173223A5B5B227469746C65225D2C5B2271756F746573225D5D2C22636F6C756D6E73223A5B315D2C22726F7773223A5B226175746F222C315D2C22726567696F6E73223A7B2271756F746573223A7B2261636365707473223A5B2271756F7465222C2267726F7570225D2C22726F6C65223A227072696D617279222C22666C6F77223A2267726964222C22616E63686F72223A226D6964646C65227D7D2C226465736372697074696F6E223A22486967686C6967687420612071756F746174696F6E20616E642069747320736F757263652E2055736520746865206174747269627574696F6E20746F206578706C61696E2077686F207361696420697420616E6420776879207468656972207065727370656374697665206D6174746572732E222C2270726576696577223A7B22766563746F72537263223A2268747470733A2F2F7777772E707074782E67616C6C6572792F6C61796F75742D70726576696577732F71756F74652E737667227D7D7D2C226E6174697665223A7B22737472756374757265223A223138366438363161393162323261222C226261636B67726F756E64223A223134653163303531636431396636222C227374796C65223A223061396332386361643538393530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Roboto</vt:lpstr>
      <vt:lpstr>Roboto Medium</vt:lpstr>
      <vt:lpstr>Roboto SemiBold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Layout fixture quote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