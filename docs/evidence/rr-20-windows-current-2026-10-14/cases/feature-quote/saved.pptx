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heme/theme2.xml" ContentType="application/vnd.openxmlformats-officedocument.theme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custDataLst>
    <p:tags r:id="rId4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548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10/13/2026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3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4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5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6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7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8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9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0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3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4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5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6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7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8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9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userDrawn="1">
  <p:cSld name="Cov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ctrTitle"/>
          </p:nvPr>
        </p:nvSpPr>
        <p:spPr>
          <a:xfrm>
            <a:off x="548640" y="548640"/>
            <a:ext cx="5433060" cy="2991707"/>
          </a:xfrm>
        </p:spPr>
        <p:txBody>
          <a:bodyPr anchor="b"/>
          <a:lstStyle>
            <a:lvl1pPr algn="ctr">
              <a:defRPr sz="4050" b="1">
                <a:latin typeface="+mj-lt"/>
                <a:ea typeface="+mj-ea"/>
                <a:cs typeface="+mj-cs"/>
              </a:defRPr>
            </a:lvl1pPr>
            <a:lvl2pPr algn="ctr">
              <a:defRPr sz="4050" b="1">
                <a:latin typeface="+mj-lt"/>
                <a:ea typeface="+mj-ea"/>
                <a:cs typeface="+mj-cs"/>
              </a:defRPr>
            </a:lvl2pPr>
            <a:lvl3pPr algn="ctr">
              <a:defRPr sz="4050" b="1">
                <a:latin typeface="+mj-lt"/>
                <a:ea typeface="+mj-ea"/>
                <a:cs typeface="+mj-cs"/>
              </a:defRPr>
            </a:lvl3pPr>
            <a:lvl4pPr algn="ctr">
              <a:defRPr sz="4050" b="1">
                <a:latin typeface="+mj-lt"/>
                <a:ea typeface="+mj-ea"/>
                <a:cs typeface="+mj-cs"/>
              </a:defRPr>
            </a:lvl4pPr>
            <a:lvl5pPr algn="ctr">
              <a:defRPr sz="4050" b="1">
                <a:latin typeface="+mj-lt"/>
                <a:ea typeface="+mj-ea"/>
                <a:cs typeface="+mj-cs"/>
              </a:defRPr>
            </a:lvl5pPr>
            <a:lvl6pPr algn="ctr">
              <a:defRPr sz="4050" b="1">
                <a:latin typeface="+mj-lt"/>
                <a:ea typeface="+mj-ea"/>
                <a:cs typeface="+mj-cs"/>
              </a:defRPr>
            </a:lvl6pPr>
            <a:lvl7pPr algn="ctr">
              <a:defRPr sz="4050" b="1">
                <a:latin typeface="+mj-lt"/>
                <a:ea typeface="+mj-ea"/>
                <a:cs typeface="+mj-cs"/>
              </a:defRPr>
            </a:lvl7pPr>
            <a:lvl8pPr algn="ctr">
              <a:defRPr sz="4050" b="1">
                <a:latin typeface="+mj-lt"/>
                <a:ea typeface="+mj-ea"/>
                <a:cs typeface="+mj-cs"/>
              </a:defRPr>
            </a:lvl8pPr>
            <a:lvl9pPr algn="ctr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ubtitle"/>
          <p:cNvSpPr>
            <a:spLocks noGrp="1"/>
          </p:cNvSpPr>
          <p:nvPr>
            <p:ph type="subTitle" idx="1"/>
          </p:nvPr>
        </p:nvSpPr>
        <p:spPr>
          <a:xfrm>
            <a:off x="548640" y="3654647"/>
            <a:ext cx="5433060" cy="2654713"/>
          </a:xfrm>
        </p:spPr>
        <p:txBody>
          <a:bodyPr anchor="t"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media"/>
          <p:cNvSpPr>
            <a:spLocks noGrp="1"/>
          </p:cNvSpPr>
          <p:nvPr>
            <p:ph type="pic" idx="500"/>
          </p:nvPr>
        </p:nvSpPr>
        <p:spPr>
          <a:xfrm>
            <a:off x="6210300" y="0"/>
            <a:ext cx="5981700" cy="6858000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userDrawn="1">
  <p:cSld name="Sec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ctrTitle"/>
          </p:nvPr>
        </p:nvSpPr>
        <p:spPr>
          <a:xfrm>
            <a:off x="548640" y="548640"/>
            <a:ext cx="11094720" cy="2991707"/>
          </a:xfrm>
        </p:spPr>
        <p:txBody>
          <a:bodyPr anchor="b"/>
          <a:lstStyle>
            <a:lvl1pPr algn="ctr">
              <a:defRPr sz="4050" b="1">
                <a:latin typeface="+mj-lt"/>
                <a:ea typeface="+mj-ea"/>
                <a:cs typeface="+mj-cs"/>
              </a:defRPr>
            </a:lvl1pPr>
            <a:lvl2pPr algn="ctr">
              <a:defRPr sz="4050" b="1">
                <a:latin typeface="+mj-lt"/>
                <a:ea typeface="+mj-ea"/>
                <a:cs typeface="+mj-cs"/>
              </a:defRPr>
            </a:lvl2pPr>
            <a:lvl3pPr algn="ctr">
              <a:defRPr sz="4050" b="1">
                <a:latin typeface="+mj-lt"/>
                <a:ea typeface="+mj-ea"/>
                <a:cs typeface="+mj-cs"/>
              </a:defRPr>
            </a:lvl3pPr>
            <a:lvl4pPr algn="ctr">
              <a:defRPr sz="4050" b="1">
                <a:latin typeface="+mj-lt"/>
                <a:ea typeface="+mj-ea"/>
                <a:cs typeface="+mj-cs"/>
              </a:defRPr>
            </a:lvl4pPr>
            <a:lvl5pPr algn="ctr">
              <a:defRPr sz="4050" b="1">
                <a:latin typeface="+mj-lt"/>
                <a:ea typeface="+mj-ea"/>
                <a:cs typeface="+mj-cs"/>
              </a:defRPr>
            </a:lvl5pPr>
            <a:lvl6pPr algn="ctr">
              <a:defRPr sz="4050" b="1">
                <a:latin typeface="+mj-lt"/>
                <a:ea typeface="+mj-ea"/>
                <a:cs typeface="+mj-cs"/>
              </a:defRPr>
            </a:lvl6pPr>
            <a:lvl7pPr algn="ctr">
              <a:defRPr sz="4050" b="1">
                <a:latin typeface="+mj-lt"/>
                <a:ea typeface="+mj-ea"/>
                <a:cs typeface="+mj-cs"/>
              </a:defRPr>
            </a:lvl7pPr>
            <a:lvl8pPr algn="ctr">
              <a:defRPr sz="4050" b="1">
                <a:latin typeface="+mj-lt"/>
                <a:ea typeface="+mj-ea"/>
                <a:cs typeface="+mj-cs"/>
              </a:defRPr>
            </a:lvl8pPr>
            <a:lvl9pPr algn="ctr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ubtitle"/>
          <p:cNvSpPr>
            <a:spLocks noGrp="1"/>
          </p:cNvSpPr>
          <p:nvPr>
            <p:ph type="subTitle" idx="1"/>
          </p:nvPr>
        </p:nvSpPr>
        <p:spPr>
          <a:xfrm>
            <a:off x="548640" y="3654647"/>
            <a:ext cx="11094720" cy="2654713"/>
          </a:xfrm>
        </p:spPr>
        <p:txBody>
          <a:bodyPr anchor="t"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userDrawn="1">
  <p:cSld name="Agenda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items"/>
          <p:cNvSpPr>
            <a:spLocks noGrp="1"/>
          </p:cNvSpPr>
          <p:nvPr>
            <p:ph type="body" idx="3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ctr">
              <a:defRPr sz="4050" b="1">
                <a:latin typeface="+mj-lt"/>
                <a:ea typeface="+mj-ea"/>
                <a:cs typeface="+mj-cs"/>
              </a:defRPr>
            </a:lvl1pPr>
            <a:lvl2pPr algn="ctr">
              <a:defRPr sz="4050" b="1">
                <a:latin typeface="+mj-lt"/>
                <a:ea typeface="+mj-ea"/>
                <a:cs typeface="+mj-cs"/>
              </a:defRPr>
            </a:lvl2pPr>
            <a:lvl3pPr algn="ctr">
              <a:defRPr sz="4050" b="1">
                <a:latin typeface="+mj-lt"/>
                <a:ea typeface="+mj-ea"/>
                <a:cs typeface="+mj-cs"/>
              </a:defRPr>
            </a:lvl3pPr>
            <a:lvl4pPr algn="ctr">
              <a:defRPr sz="4050" b="1">
                <a:latin typeface="+mj-lt"/>
                <a:ea typeface="+mj-ea"/>
                <a:cs typeface="+mj-cs"/>
              </a:defRPr>
            </a:lvl4pPr>
            <a:lvl5pPr algn="ctr">
              <a:defRPr sz="4050" b="1">
                <a:latin typeface="+mj-lt"/>
                <a:ea typeface="+mj-ea"/>
                <a:cs typeface="+mj-cs"/>
              </a:defRPr>
            </a:lvl5pPr>
            <a:lvl6pPr algn="ctr">
              <a:defRPr sz="4050" b="1">
                <a:latin typeface="+mj-lt"/>
                <a:ea typeface="+mj-ea"/>
                <a:cs typeface="+mj-cs"/>
              </a:defRPr>
            </a:lvl6pPr>
            <a:lvl7pPr algn="ctr">
              <a:defRPr sz="4050" b="1">
                <a:latin typeface="+mj-lt"/>
                <a:ea typeface="+mj-ea"/>
                <a:cs typeface="+mj-cs"/>
              </a:defRPr>
            </a:lvl7pPr>
            <a:lvl8pPr algn="ctr">
              <a:defRPr sz="4050" b="1">
                <a:latin typeface="+mj-lt"/>
                <a:ea typeface="+mj-ea"/>
                <a:cs typeface="+mj-cs"/>
              </a:defRPr>
            </a:lvl8pPr>
            <a:lvl9pPr algn="ctr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message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4951095"/>
          </a:xfrm>
        </p:spPr>
        <p:txBody>
          <a:bodyPr/>
          <a:lstStyle>
            <a:lvl1pPr algn="ctr">
              <a:defRPr sz="4050" b="1">
                <a:latin typeface="+mj-lt"/>
                <a:ea typeface="+mj-ea"/>
                <a:cs typeface="+mj-cs"/>
              </a:defRPr>
            </a:lvl1pPr>
            <a:lvl2pPr algn="ctr">
              <a:defRPr sz="4050" b="1">
                <a:latin typeface="+mj-lt"/>
                <a:ea typeface="+mj-ea"/>
                <a:cs typeface="+mj-cs"/>
              </a:defRPr>
            </a:lvl2pPr>
            <a:lvl3pPr algn="ctr">
              <a:defRPr sz="4050" b="1">
                <a:latin typeface="+mj-lt"/>
                <a:ea typeface="+mj-ea"/>
                <a:cs typeface="+mj-cs"/>
              </a:defRPr>
            </a:lvl3pPr>
            <a:lvl4pPr algn="ctr">
              <a:defRPr sz="4050" b="1">
                <a:latin typeface="+mj-lt"/>
                <a:ea typeface="+mj-ea"/>
                <a:cs typeface="+mj-cs"/>
              </a:defRPr>
            </a:lvl4pPr>
            <a:lvl5pPr algn="ctr">
              <a:defRPr sz="4050" b="1">
                <a:latin typeface="+mj-lt"/>
                <a:ea typeface="+mj-ea"/>
                <a:cs typeface="+mj-cs"/>
              </a:defRPr>
            </a:lvl5pPr>
            <a:lvl6pPr algn="ctr">
              <a:defRPr sz="4050" b="1">
                <a:latin typeface="+mj-lt"/>
                <a:ea typeface="+mj-ea"/>
                <a:cs typeface="+mj-cs"/>
              </a:defRPr>
            </a:lvl6pPr>
            <a:lvl7pPr algn="ctr">
              <a:defRPr sz="4050" b="1">
                <a:latin typeface="+mj-lt"/>
                <a:ea typeface="+mj-ea"/>
                <a:cs typeface="+mj-cs"/>
              </a:defRPr>
            </a:lvl7pPr>
            <a:lvl8pPr algn="ctr">
              <a:defRPr sz="4050" b="1">
                <a:latin typeface="+mj-lt"/>
                <a:ea typeface="+mj-ea"/>
                <a:cs typeface="+mj-cs"/>
              </a:defRPr>
            </a:lvl8pPr>
            <a:lvl9pPr algn="ctr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details"/>
          <p:cNvSpPr>
            <a:spLocks noGrp="1"/>
          </p:cNvSpPr>
          <p:nvPr>
            <p:ph idx="100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userDrawn="1">
  <p:cSld name="Tex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body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userDrawn="1">
  <p:cSld name="Lis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body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 userDrawn="1">
  <p:cSld name="Two column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irst"/>
          <p:cNvSpPr>
            <a:spLocks noGrp="1"/>
          </p:cNvSpPr>
          <p:nvPr>
            <p:ph idx="100"/>
          </p:nvPr>
        </p:nvSpPr>
        <p:spPr>
          <a:xfrm>
            <a:off x="548640" y="1809560"/>
            <a:ext cx="543306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second"/>
          <p:cNvSpPr>
            <a:spLocks noGrp="1"/>
          </p:cNvSpPr>
          <p:nvPr>
            <p:ph idx="101"/>
          </p:nvPr>
        </p:nvSpPr>
        <p:spPr>
          <a:xfrm>
            <a:off x="6210300" y="1809560"/>
            <a:ext cx="543306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llar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illar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 userDrawn="1">
  <p:cSld name="Comparis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irst"/>
          <p:cNvSpPr>
            <a:spLocks noGrp="1"/>
          </p:cNvSpPr>
          <p:nvPr>
            <p:ph idx="100"/>
          </p:nvPr>
        </p:nvSpPr>
        <p:spPr>
          <a:xfrm>
            <a:off x="548640" y="1809560"/>
            <a:ext cx="5433060" cy="36901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second"/>
          <p:cNvSpPr>
            <a:spLocks noGrp="1"/>
          </p:cNvSpPr>
          <p:nvPr>
            <p:ph idx="101"/>
          </p:nvPr>
        </p:nvSpPr>
        <p:spPr>
          <a:xfrm>
            <a:off x="6210300" y="1809560"/>
            <a:ext cx="5433060" cy="36901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8" name="verdict"/>
          <p:cNvSpPr>
            <a:spLocks noGrp="1"/>
          </p:cNvSpPr>
          <p:nvPr>
            <p:ph type="body" idx="300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ces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tep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imeline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36901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notes"/>
          <p:cNvSpPr>
            <a:spLocks noGrp="1"/>
          </p:cNvSpPr>
          <p:nvPr>
            <p:ph idx="101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userDrawn="1">
  <p:cSld name="FAQ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question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tric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metric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3690176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note"/>
          <p:cNvSpPr>
            <a:spLocks noGrp="1"/>
          </p:cNvSpPr>
          <p:nvPr>
            <p:ph type="body" idx="300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orecard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ard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media"/>
          <p:cNvSpPr>
            <a:spLocks noGrp="1"/>
          </p:cNvSpPr>
          <p:nvPr>
            <p:ph type="pic" idx="500"/>
          </p:nvPr>
        </p:nvSpPr>
        <p:spPr>
          <a:xfrm>
            <a:off x="0" y="1809560"/>
            <a:ext cx="12192000" cy="504844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userDrawn="1">
  <p:cSld name="Image bes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media"/>
          <p:cNvSpPr>
            <a:spLocks noGrp="1"/>
          </p:cNvSpPr>
          <p:nvPr>
            <p:ph type="pic" idx="500"/>
          </p:nvPr>
        </p:nvSpPr>
        <p:spPr>
          <a:xfrm>
            <a:off x="548640" y="1809560"/>
            <a:ext cx="543306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" name="body"/>
          <p:cNvSpPr>
            <a:spLocks noGrp="1"/>
          </p:cNvSpPr>
          <p:nvPr>
            <p:ph idx="100"/>
          </p:nvPr>
        </p:nvSpPr>
        <p:spPr>
          <a:xfrm>
            <a:off x="6210300" y="1809560"/>
            <a:ext cx="543306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allery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ictures"/>
          <p:cNvSpPr>
            <a:spLocks noGrp="1"/>
          </p:cNvSpPr>
          <p:nvPr>
            <p:ph type="pic" idx="5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hart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36901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note"/>
          <p:cNvSpPr>
            <a:spLocks noGrp="1"/>
          </p:cNvSpPr>
          <p:nvPr>
            <p:ph type="body" idx="300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bes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hart"/>
          <p:cNvSpPr>
            <a:spLocks noGrp="1"/>
          </p:cNvSpPr>
          <p:nvPr>
            <p:ph type="chart" idx="700"/>
          </p:nvPr>
        </p:nvSpPr>
        <p:spPr>
          <a:xfrm>
            <a:off x="548640" y="1809560"/>
            <a:ext cx="6519672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" name="notes"/>
          <p:cNvSpPr>
            <a:spLocks noGrp="1"/>
          </p:cNvSpPr>
          <p:nvPr>
            <p:ph idx="100"/>
          </p:nvPr>
        </p:nvSpPr>
        <p:spPr>
          <a:xfrm>
            <a:off x="7296912" y="1809560"/>
            <a:ext cx="4346448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able"/>
          <p:cNvSpPr>
            <a:spLocks noGrp="1"/>
          </p:cNvSpPr>
          <p:nvPr>
            <p:ph type="tbl" idx="900"/>
          </p:nvPr>
        </p:nvSpPr>
        <p:spPr>
          <a:xfrm>
            <a:off x="548640" y="1809560"/>
            <a:ext cx="11094720" cy="36901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" name="note"/>
          <p:cNvSpPr>
            <a:spLocks noGrp="1"/>
          </p:cNvSpPr>
          <p:nvPr>
            <p:ph type="body" idx="300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bes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able"/>
          <p:cNvSpPr>
            <a:spLocks noGrp="1"/>
          </p:cNvSpPr>
          <p:nvPr>
            <p:ph type="tbl" idx="900"/>
          </p:nvPr>
        </p:nvSpPr>
        <p:spPr>
          <a:xfrm>
            <a:off x="548640" y="1809560"/>
            <a:ext cx="6519672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" name="notes"/>
          <p:cNvSpPr>
            <a:spLocks noGrp="1"/>
          </p:cNvSpPr>
          <p:nvPr>
            <p:ph idx="100"/>
          </p:nvPr>
        </p:nvSpPr>
        <p:spPr>
          <a:xfrm>
            <a:off x="7296912" y="1809560"/>
            <a:ext cx="4346448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de"/>
          <p:cNvSpPr>
            <a:spLocks noGrp="1"/>
          </p:cNvSpPr>
          <p:nvPr>
            <p:ph idx="100"/>
          </p:nvPr>
        </p:nvSpPr>
        <p:spPr>
          <a:xfrm>
            <a:off x="548640" y="1809560"/>
            <a:ext cx="6519672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notes"/>
          <p:cNvSpPr>
            <a:spLocks noGrp="1"/>
          </p:cNvSpPr>
          <p:nvPr>
            <p:ph type="body" idx="300"/>
          </p:nvPr>
        </p:nvSpPr>
        <p:spPr>
          <a:xfrm>
            <a:off x="7296912" y="1809560"/>
            <a:ext cx="4346448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r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lead"/>
          <p:cNvSpPr>
            <a:spLocks noGrp="1"/>
          </p:cNvSpPr>
          <p:nvPr>
            <p:ph idx="100"/>
          </p:nvPr>
        </p:nvSpPr>
        <p:spPr>
          <a:xfrm>
            <a:off x="548640" y="1809560"/>
            <a:ext cx="5433060" cy="2847467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media"/>
          <p:cNvSpPr>
            <a:spLocks noGrp="1"/>
          </p:cNvSpPr>
          <p:nvPr>
            <p:ph type="pic" idx="500"/>
          </p:nvPr>
        </p:nvSpPr>
        <p:spPr>
          <a:xfrm>
            <a:off x="6210300" y="1809560"/>
            <a:ext cx="5433060" cy="2847467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8" name="support"/>
          <p:cNvSpPr>
            <a:spLocks noGrp="1"/>
          </p:cNvSpPr>
          <p:nvPr>
            <p:ph idx="101"/>
          </p:nvPr>
        </p:nvSpPr>
        <p:spPr>
          <a:xfrm>
            <a:off x="548640" y="4885627"/>
            <a:ext cx="11094720" cy="1423733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shboard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kpi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1708480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charts"/>
          <p:cNvSpPr>
            <a:spLocks noGrp="1"/>
          </p:cNvSpPr>
          <p:nvPr>
            <p:ph idx="101"/>
          </p:nvPr>
        </p:nvSpPr>
        <p:spPr>
          <a:xfrm>
            <a:off x="548640" y="3746640"/>
            <a:ext cx="11094720" cy="2562720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eople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go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logo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quote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2"/>
          </p:nvPr>
        </p:nvSpPr>
        <p:spPr>
          <a:xfrm>
            <a:off x="853440" y="6397752"/>
            <a:ext cx="3169920" cy="185928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1200"/>
            </a:lvl1pPr>
          </a:lstStyle>
          <a:p>
            <a:fld id="{0F0F2701-0001-4000-8000-000000000001}" type="datetimeFigureOut">
              <a:rPr lang="en-US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4511040" y="6397752"/>
            <a:ext cx="3169920" cy="185928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ctr">
              <a:defRPr sz="1200"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8168640" y="6397752"/>
            <a:ext cx="3169920" cy="185928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1200"/>
            </a:lvl1pPr>
          </a:lstStyle>
          <a:p>
            <a:fld id="{0F0F2701-0001-4000-8000-000000000003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+mn-lt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+mn-lt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+mn-lt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+mn-lt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+mn-lt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32.xml"/><Relationship Id="rId7" Type="http://schemas.openxmlformats.org/officeDocument/2006/relationships/notesSlide" Target="../notesSlides/notesSlide1.xml"/><Relationship Id="rId2" Type="http://schemas.openxmlformats.org/officeDocument/2006/relationships/tags" Target="../tags/tag31.xml"/><Relationship Id="rId1" Type="http://schemas.openxmlformats.org/officeDocument/2006/relationships/tags" Target="../tags/tag30.xml"/><Relationship Id="rId6" Type="http://schemas.openxmlformats.org/officeDocument/2006/relationships/slideLayout" Target="../slideLayouts/slideLayout29.xml"/><Relationship Id="rId5" Type="http://schemas.openxmlformats.org/officeDocument/2006/relationships/tags" Target="../tags/tag34.xml"/><Relationship Id="rId4" Type="http://schemas.openxmlformats.org/officeDocument/2006/relationships/tags" Target="../tags/tag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0.title line 0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56407" y="548640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/>
            </a:pPr>
            <a:r>
              <a:rPr lang="en-US" sz="4050" b="1" dirty="0">
                <a:solidFill>
                  <a:schemeClr val="tx1"/>
                </a:solidFill>
                <a:latin typeface="Roboto" pitchFamily="34" charset="0"/>
              </a:rPr>
              <a:t>A shared view makes decisions easier</a:t>
            </a:r>
            <a:endParaRPr lang="en-US" sz="4050" dirty="0"/>
          </a:p>
        </p:txBody>
      </p:sp>
      <p:sp>
        <p:nvSpPr>
          <p:cNvPr id="3" name="OPF heading slides.0.subtitle line 0"/>
          <p:cNvSpPr/>
          <p:nvPr>
            <p:custDataLst>
              <p:tags r:id="rId3"/>
            </p:custDataLst>
          </p:nvPr>
        </p:nvSpPr>
        <p:spPr>
          <a:xfrm>
            <a:off x="548640" y="1290447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/>
            </a:pPr>
            <a:r>
              <a:rPr lang="en-US" sz="1875" dirty="0">
                <a:solidFill>
                  <a:schemeClr val="tx1"/>
                </a:solidFill>
                <a:latin typeface="Roboto" pitchFamily="34" charset="0"/>
              </a:rPr>
              <a:t>Illustrative example • fictional data</a:t>
            </a:r>
            <a:endParaRPr lang="en-US" sz="1875" dirty="0"/>
          </a:p>
        </p:txBody>
      </p:sp>
      <p:sp>
        <p:nvSpPr>
          <p:cNvPr id="4" name="OPF quote 0 part 0 line 0"/>
          <p:cNvSpPr/>
          <p:nvPr>
            <p:custDataLst>
              <p:tags r:id="rId4"/>
            </p:custDataLst>
          </p:nvPr>
        </p:nvSpPr>
        <p:spPr>
          <a:xfrm>
            <a:off x="720090" y="3700739"/>
            <a:ext cx="10751820" cy="32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/>
            </a:pPr>
            <a:r>
              <a:rPr lang="en-US" sz="2100" dirty="0">
                <a:solidFill>
                  <a:schemeClr val="tx1"/>
                </a:solidFill>
                <a:latin typeface="Roboto SemiBold" pitchFamily="34" charset="0"/>
              </a:rPr>
              <a:t>"We can now see where participants need help."</a:t>
            </a:r>
            <a:endParaRPr lang="en-US" sz="2100" dirty="0"/>
          </a:p>
        </p:txBody>
      </p:sp>
      <p:sp>
        <p:nvSpPr>
          <p:cNvPr id="5" name="OPF quote 0 part 1 line 0"/>
          <p:cNvSpPr/>
          <p:nvPr>
            <p:custDataLst>
              <p:tags r:id="rId5"/>
            </p:custDataLst>
          </p:nvPr>
        </p:nvSpPr>
        <p:spPr>
          <a:xfrm>
            <a:off x="720090" y="4197563"/>
            <a:ext cx="10751820" cy="1975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/>
            </a:pPr>
            <a:r>
              <a:rPr lang="en-US" sz="1275" dirty="0">
                <a:solidFill>
                  <a:schemeClr val="tx2"/>
                </a:solidFill>
                <a:latin typeface="Roboto Medium" pitchFamily="34" charset="0"/>
              </a:rPr>
              <a:t>Pilot lead - Illustrative quotation</a:t>
            </a:r>
            <a:endParaRPr lang="en-US" sz="1275" dirty="0"/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DOCUMENT_V1" val="7B2276223A312C22736C69646573223A312C22616273656E74223A5B226C616E6775616765222C2264657369676E2E7468656D65222C2264657369676E2E636F6C6F72536368656D65222C2264657369676E2E64696D656E73696F6E73225D2C2264657369676E223A7B22666F6E74536368656D65223A22726F626F746F222C226261636B67726F756E64223A226C6967687431227D2C22636174616C6F6773223A7B2264656661756C74223A7B22736F75726365223A2268747470733A2F2F7777772E707074782E67616C6C657279222C226C61796F757473223A7B2271756F7465223A7B226E616D65223A2251756F7465222C2273756D6D617279223A224F6E65206F72206D6F72652071756F746174696F6E732077697468206174747269627574696F6E20616E642070686F746F2E222C2274616773223A5B2254657874225D2C226172656173223A5B5B227469746C65225D2C5B2271756F746573225D5D2C22636F6C756D6E73223A5B315D2C22726F7773223A5B226175746F222C315D2C22726567696F6E73223A7B2271756F746573223A7B2261636365707473223A5B2271756F7465222C2267726F7570225D2C22726F6C65223A227072696D617279222C22666C6F77223A2267726964222C22616E63686F72223A226D6964646C65227D7D2C226465736372697074696F6E223A22486967686C6967687420612071756F746174696F6E20616E642069747320736F757263652E2055736520746865206174747269627574696F6E20746F206578706C61696E2077686F207361696420697420616E6420776879207468656972207065727370656374697665206D6174746572732E222C2270726576696577223A7B22766563746F72537263223A2268747470733A2F2F7777772E707074782E67616C6C6572792F6C61796F75742D70726576696577732F71756F74652E737667227D7D7D7D7D2C226E6174697665223A7B22636F6C6F7273223A7B22646B31223A22737267623A303030303030222C226C7431223A22737267623A464646464646222C22646B32223A22737267623A303131383432222C226C7432223A22737267623A463046304630222C22616363656E7431223A22737267623A323837344136222C22616363656E7432223A22737267623A314234463732222C22616363656E7433223A22737267623A353439394337222C22616363656E7434223A22737267623A374244424232222C22616363656E7435223A22737267623A334143363741222C22616363656E7436223A22737267623A323441383945222C22686C696E6B223A22737267623A303030304545222C22666F6C486C696E6B223A22737267623A353531413842227D2C22666F6E7473223A7B226D616A6F72223A7B226C6174696E223A22526F626F746F222C226561223A22526F626F746F222C226373223A22227D2C226D696E6F72223A7B226C6174696E223A22526F626F746F222C226561223A22526F626F746F222C226373223A22227D7D2C2273697A65223A7B226378223A223132313932303030222C226379223A2236383538303030227D7D7D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36F766572222C2267726F7570223A2264656661756C74222C22736F75726365223A2268747470733A2F2F7777772E707074782E67616C6C657279222C227265666572656E6365223A22636F766572222C2268617368223A2262663666333039366334393362626537222C22726567696F6E73223A7B22353030223A226D65646961227D7D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73656374696F6E222C2267726F7570223A2264656661756C74222C22736F75726365223A2268747470733A2F2F7777772E707074782E67616C6C657279222C227265666572656E6365223A2273656374696F6E222C2268617368223A2265616631313961613066653964626137222C22726567696F6E73223A7B7D7D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167656E6461222C2267726F7570223A2264656661756C74222C22736F75726365223A2268747470733A2F2F7777772E707074782E67616C6C657279222C227265666572656E6365223A226167656E6461222C2268617368223A2233376533613636656135383131616363222C22726567696F6E73223A7B22333030223A226974656D73227D7D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73746174656D656E74222C2267726F7570223A2264656661756C74222C22736F75726365223A2268747470733A2F2F7777772E707074782E67616C6C657279222C227265666572656E6365223A2273746174656D656E74222C2268617368223A2262353035306331666461303166613734222C22726567696F6E73223A7B22313030223A226D657373616765227D7D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36C6F73696E67222C2267726F7570223A2264656661756C74222C22736F75726365223A2268747470733A2F2F7777772E707074782E67616C6C657279222C227265666572656E6365223A22636C6F73696E67222C2268617368223A2236663633653165613935613936353137222C22726567696F6E73223A7B22313030223A2264657461696C73227D7D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74657874222C2267726F7570223A2264656661756C74222C22736F75726365223A2268747470733A2F2F7777772E707074782E67616C6C657279222C227265666572656E6365223A2274657874222C2268617368223A2261313433376133383831313261363631222C22726567696F6E73223A7B22313030223A22626F6479227D7D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C697374222C2267726F7570223A2264656661756C74222C22736F75726365223A2268747470733A2F2F7777772E707074782E67616C6C657279222C227265666572656E6365223A226C697374222C2268617368223A2233373238653736303766346630386636222C22726567696F6E73223A7B22313030223A22626F6479227D7D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74776F2D636F6C756D6E222C2267726F7570223A2264656661756C74222C22736F75726365223A2268747470733A2F2F7777772E707074782E67616C6C657279222C227265666572656E6365223A2274776F2D636F6C756D6E222C2268617368223A2265623139313765393432316330313865222C22726567696F6E73223A7B22313030223A226669727374222C22313031223A227365636F6E64227D7D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70696C6C617273222C2267726F7570223A2264656661756C74222C22736F75726365223A2268747470733A2F2F7777772E707074782E67616C6C657279222C227265666572656E6365223A2270696C6C617273222C2268617368223A2266303464386531623664626534343834222C22726567696F6E73223A7B22313030223A2270696C6C617273227D7D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36F6D70617269736F6E222C2267726F7570223A2264656661756C74222C22736F75726365223A2268747470733A2F2F7777772E707074782E67616C6C657279222C227265666572656E6365223A22636F6D70617269736F6E222C2268617368223A2265643765653933613034653335336463222C22726567696F6E73223A7B22313030223A226669727374222C22313031223A227365636F6E64222C22333030223A2276657264696374227D7D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70726F63657373222C2267726F7570223A2264656661756C74222C22736F75726365223A2268747470733A2F2F7777772E707074782E67616C6C657279222C227265666572656E6365223A2270726F63657373222C2268617368223A2238393366653234623638626663333932222C22726567696F6E73223A7B22313030223A227374657073227D7D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74696D656C696E65222C2267726F7570223A2264656661756C74222C22736F75726365223A2268747470733A2F2F7777772E707074782E67616C6C657279222C227265666572656E6365223A2274696D656C696E65222C2268617368223A2266383462366436373337613436363331222C22726567696F6E73223A7B22313030223A2274696D656C696E65222C22313031223A226E6F746573227D7D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66171222C2267726F7570223A2264656661756C74222C22736F75726365223A2268747470733A2F2F7777772E707074782E67616C6C657279222C227265666572656E6365223A22666171222C2268617368223A2238633163653865663935336262393335222C22726567696F6E73223A7B22313030223A227175657374696F6E73227D7D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D657472696373222C2267726F7570223A2264656661756C74222C22736F75726365223A2268747470733A2F2F7777772E707074782E67616C6C657279222C227265666572656E6365223A226D657472696373222C2268617368223A2263643664373732303737363639663131222C22726567696F6E73223A7B22313030223A226D657472696373222C22333030223A226E6F7465227D7D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73636F726563617264222C2267726F7570223A2264656661756C74222C22736F75726365223A2268747470733A2F2F7777772E707074782E67616C6C657279222C227265666572656E6365223A2273636F726563617264222C2268617368223A2230366331383265343032303865666436222C22726567696F6E73223A7B22313030223A226361726473227D7D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96D616765222C2267726F7570223A2264656661756C74222C22736F75726365223A2268747470733A2F2F7777772E707074782E67616C6C657279222C227265666572656E6365223A22696D616765222C2268617368223A2232613766393834613764613739653534222C22726567696F6E73223A7B22353030223A226D65646961227D7D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96D6167652D626573696465222C2267726F7570223A2264656661756C74222C22736F75726365223A2268747470733A2F2F7777772E707074782E67616C6C657279222C227265666572656E6365223A22696D6167652D626573696465222C2268617368223A2266623834346334613537636461336463222C22726567696F6E73223A7B22313030223A22626F6479222C22353030223A226D65646961227D7D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7616C6C657279222C2267726F7570223A2264656661756C74222C22736F75726365223A2268747470733A2F2F7777772E707074782E67616C6C657279222C227265666572656E6365223A2267616C6C657279222C2268617368223A2261643937326433643966653961353139222C22726567696F6E73223A7B22353030223A227069637475726573227D7D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368617274222C2267726F7570223A2264656661756C74222C22736F75726365223A2268747470733A2F2F7777772E707074782E67616C6C657279222C227265666572656E6365223A226368617274222C2268617368223A2232343463303761323736396663346131222C22726567696F6E73223A7B22313030223A22636861727473222C22333030223A226E6F7465227D7D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3686172742D626573696465222C2267726F7570223A2264656661756C74222C22736F75726365223A2268747470733A2F2F7777772E707074782E67616C6C657279222C227265666572656E6365223A2263686172742D626573696465222C2268617368223A2239343663666562393866613130623536222C22726567696F6E73223A7B22313030223A226E6F746573222C22373030223A226368617274227D7D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7461626C65222C2267726F7570223A2264656661756C74222C22736F75726365223A2268747470733A2F2F7777772E707074782E67616C6C657279222C227265666572656E6365223A227461626C65222C2268617368223A2261343836626161646261323165363132222C22726567696F6E73223A7B22333030223A226E6F7465222C22393030223A227461626C65227D7D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7461626C652D626573696465222C2267726F7570223A2264656661756C74222C22736F75726365223A2268747470733A2F2F7777772E707074782E67616C6C657279222C227265666572656E6365223A227461626C652D626573696465222C2268617368223A2232633466376664656166306232376431222C22726567696F6E73223A7B22313030223A226E6F746573222C22393030223A227461626C65227D7D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36F6465222C2267726F7570223A2264656661756C74222C22736F75726365223A2268747470733A2F2F7777772E707074782E67616C6C657279222C227265666572656E6365223A22636F6465222C2268617368223A2239376333663165376161393264313662222C22726567696F6E73223A7B22313030223A22636F6465222C22333030223A226E6F746573227D7D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865726F222C2267726F7570223A2264656661756C74222C22736F75726365223A2268747470733A2F2F7777772E707074782E67616C6C657279222C227265666572656E6365223A226865726F222C2268617368223A2262353331623663306233353635306364222C22726567696F6E73223A7B22313030223A226C656164222C22313031223A22737570706F7274222C22353030223A226D65646961227D7D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4617368626F617264222C2267726F7570223A2264656661756C74222C22736F75726365223A2268747470733A2F2F7777772E707074782E67616C6C657279222C227265666572656E6365223A2264617368626F617264222C2268617368223A2233323232623837333034666462646434222C22726567696F6E73223A7B22313030223A226B706973222C22313031223A22636861727473227D7D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7465616D222C2267726F7570223A2264656661756C74222C22736F75726365223A2268747470733A2F2F7777772E707074782E67616C6C657279222C227265666572656E6365223A227465616D222C2268617368223A2235386532366332386139336135353539222C22726567696F6E73223A7B22313030223A2270656F706C65227D7D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C6F676F73222C2267726F7570223A2264656661756C74222C22736F75726365223A2268747470733A2F2F7777772E707074782E67616C6C657279222C227265666572656E6365223A226C6F676F73222C2268617368223A2232396562333531356333366639303739222C22726567696F6E73223A7B22313030223A226C6F676F73227D7D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71756F7465222C2267726F7570223A2264656661756C74222C22736F75726365223A2268747470733A2F2F7777772E707074782E67616C6C657279222C227265666572656E6365223A2264656661756C743A71756F7465222C2268617368223A2263666633663631313763326132343764222C22726567696F6E73223A7B22313030223A2271756F746573227D2C227265636F7264223A7B226E616D65223A2251756F7465222C2273756D6D617279223A224F6E65206F72206D6F72652071756F746174696F6E732077697468206174747269627574696F6E20616E642070686F746F2E222C2274616773223A5B2254657874225D2C226172656173223A5B5B227469746C65225D2C5B2271756F746573225D5D2C22636F6C756D6E73223A5B315D2C22726F7773223A5B226175746F222C315D2C22726567696F6E73223A7B2271756F746573223A7B2261636365707473223A5B2271756F7465222C2267726F7570225D2C22726F6C65223A227072696D617279222C22666C6F77223A2267726964222C22616E63686F72223A226D6964646C65227D7D2C226465736372697074696F6E223A22486967686C6967687420612071756F746174696F6E20616E642069747320736F757263652E2055736520746865206174747269627574696F6E20746F206578706C61696E2077686F207361696420697420616E6420776879207468656972207065727370656374697665206D6174746572732E222C2270726576696577223A7B22766563746F72537263223A2268747470733A2F2F7777772E707074782E67616C6C6572792F6C61796F75742D70726576696577732F71756F74652E737667227D7D7D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SLIDE_V1" val="7B2276223A312C22736C696465223A302C226C61796F7574223A2271756F7465222C22636F6E74656E74223A7B22666F726D223A22626C6F636B73222C22626C6F636B73223A5B7B2274223A226C656166222C226B223A2271756F7465222C2270696E223A2271756F746573222C22696E223A2271756F746573222C22626F78223A5B35372E362C3337302E352C313136342E382C3131312E395D7D5D7D2C226C61796F75745265636F7264223A7B2267726F7570223A2264656661756C74222C226964223A2271756F7465222C22736F75726365223A2268747470733A2F2F7777772E707074782E67616C6C657279222C227265636F7264223A7B226E616D65223A2251756F7465222C2273756D6D617279223A224F6E65206F72206D6F72652071756F746174696F6E732077697468206174747269627574696F6E20616E642070686F746F2E222C2274616773223A5B2254657874225D2C226172656173223A5B5B227469746C65225D2C5B2271756F746573225D5D2C22636F6C756D6E73223A5B315D2C22726F7773223A5B226175746F222C315D2C22726567696F6E73223A7B2271756F746573223A7B2261636365707473223A5B2271756F7465222C2267726F7570225D2C22726F6C65223A227072696D617279222C22666C6F77223A2267726964222C22616E63686F72223A226D6964646C65227D7D2C226465736372697074696F6E223A22486967686C6967687420612071756F746174696F6E20616E642069747320736F757263652E2055736520746865206174747269627574696F6E20746F206578706C61696E2077686F207361696420697420616E6420776879207468656972207065727370656374697665206D6174746572732E222C2270726576696577223A7B22766563746F72537263223A2268747470733A2F2F7777772E707074782E67616C6C6572792F6C61796F75742D70726576696577732F71756F74652E737667227D7D7D2C226E6174697665223A7B22737472756374757265223A223138366438363161393162323261222C226261636B67726F756E64223A223134653163303531636431396636222C227374796C65223A223061396332386361643538393530227D7D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9746C65222C226669656C64223A227469746C65222C226C696E65223A302C22636F756E74223A312C22626F756E64617279223A22656E64222C22736570617261746F72223A22227D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375627469746C65222C226669656C64223A227375627469746C65222C226C696E65223A302C22636F756E74223A312C22626F756E64617279223A22656E64222C22736570617261746F72223A22227D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QUOTE_V1" val="7B2276223A312C22726F6C65223A2274657874222C2267726F7570223A2230222C2270617274223A302C226C696E65223A302C22636F756E74223A312C22626F756E64617279223A22656E64222C22736570617261746F72223A22222C22616E63686F72223A7B2273686F727468616E64223A66616C73652C22666F6F746572223A7B226669656C6473223A5B226174747269627574696F6E222C22736F75726365225D2C2273706C697473223A5B31305D7D2C227061727473223A5B7B22726F6C65223A22626F6479222C226C696E6573223A317D2C7B22726F6C65223A22666F6F746572222C226C696E6573223A317D5D7D7D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QUOTE_V1" val="7B2276223A312C22726F6C65223A2274657874222C2267726F7570223A2230222C2270617274223A312C226C696E65223A302C22636F756E74223A312C22626F756E64617279223A22656E64222C22736570617261746F72223A22227D"/>
</p:tagLst>
</file>

<file path=ppt/theme/theme1.xml><?xml version="1.0" encoding="utf-8"?>
<a:theme xmlns:a="http://schemas.openxmlformats.org/drawingml/2006/main" name="Office Theme">
  <a:themeElements>
    <a:clrScheme name="OpenPresentation">
      <a:dk1>
        <a:srgbClr val="000000"/>
      </a:dk1>
      <a:lt1>
        <a:srgbClr val="FFFFFF"/>
      </a:lt1>
      <a:dk2>
        <a:srgbClr val="011842"/>
      </a:dk2>
      <a:lt2>
        <a:srgbClr val="F0F0F0"/>
      </a:lt2>
      <a:accent1>
        <a:srgbClr val="2874A6"/>
      </a:accent1>
      <a:accent2>
        <a:srgbClr val="1B4F72"/>
      </a:accent2>
      <a:accent3>
        <a:srgbClr val="5499C7"/>
      </a:accent3>
      <a:accent4>
        <a:srgbClr val="7BDBB2"/>
      </a:accent4>
      <a:accent5>
        <a:srgbClr val="3AC67A"/>
      </a:accent5>
      <a:accent6>
        <a:srgbClr val="24A89E"/>
      </a:accent6>
      <a:hlink>
        <a:srgbClr val="0000EE"/>
      </a:hlink>
      <a:folHlink>
        <a:srgbClr val="551A8B"/>
      </a:folHlink>
    </a:clrScheme>
    <a:fontScheme name="Office">
      <a:majorFont>
        <a:latin typeface="Roboto"/>
        <a:ea typeface="Roboto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/>
        <a:ea typeface="Roboto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penPresentation">
      <a:dk1>
        <a:srgbClr val="000000"/>
      </a:dk1>
      <a:lt1>
        <a:srgbClr val="FFFFFF"/>
      </a:lt1>
      <a:dk2>
        <a:srgbClr val="011842"/>
      </a:dk2>
      <a:lt2>
        <a:srgbClr val="F0F0F0"/>
      </a:lt2>
      <a:accent1>
        <a:srgbClr val="2874A6"/>
      </a:accent1>
      <a:accent2>
        <a:srgbClr val="1B4F72"/>
      </a:accent2>
      <a:accent3>
        <a:srgbClr val="5499C7"/>
      </a:accent3>
      <a:accent4>
        <a:srgbClr val="7BDBB2"/>
      </a:accent4>
      <a:accent5>
        <a:srgbClr val="3AC67A"/>
      </a:accent5>
      <a:accent6>
        <a:srgbClr val="24A89E"/>
      </a:accent6>
      <a:hlink>
        <a:srgbClr val="0000EE"/>
      </a:hlink>
      <a:folHlink>
        <a:srgbClr val="551A8B"/>
      </a:folHlink>
    </a:clrScheme>
    <a:fontScheme name="Office">
      <a:majorFont>
        <a:latin typeface="Roboto"/>
        <a:ea typeface="Roboto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/>
        <a:ea typeface="Roboto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</Words>
  <Application>Microsoft Office PowerPoint</Application>
  <PresentationFormat>Widescreen</PresentationFormat>
  <Paragraphs>5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Roboto</vt:lpstr>
      <vt:lpstr>Roboto Medium</vt:lpstr>
      <vt:lpstr>Roboto SemiBold</vt:lpstr>
      <vt:lpstr>Office Theme</vt:lpstr>
      <vt:lpstr>A shared view makes decisions easier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Layout fixture quote</dc:title>
  <dc:subject/>
  <dc:creator>OpenPresentation</dc:creator>
  <cp:lastModifiedBy>Michael Grimm</cp:lastModifiedBy>
  <cp:revision>1</cp:revision>
  <dcterms:created xsi:type="dcterms:W3CDTF">2026-01-01T00:00:00Z</dcterms:created>
  <dcterms:modified xsi:type="dcterms:W3CDTF">2026-10-14T06:55:13Z</dcterms:modified>
</cp:coreProperties>
</file>