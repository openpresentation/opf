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media/image-1-1.png" ContentType="image/png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  <Override PartName="/ppt/tags/opfData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4755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Slide" Type="http://schemas.openxmlformats.org/officeDocument/2006/relationships/tags" Target="../tags/opf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Slide" Type="http://schemas.openxmlformats.org/officeDocument/2006/relationships/tags" Target="../tags/opf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Slide" Type="http://schemas.openxmlformats.org/officeDocument/2006/relationships/tags" Target="../tags/opfSlide3.xml"/><Relationship Id="rIdOpfData1" Type="http://schemas.openxmlformats.org/officeDocument/2006/relationships/tags" Target="../tags/opf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Picture region</a:t>
            </a:r>
            <a:endParaRPr lang="en-US" sz="4050" dirty="0"/>
          </a:p>
        </p:txBody>
      </p:sp>
      <p:pic>
        <p:nvPicPr>
          <p:cNvPr id="3" name="OPF image 1" descr="Packet local picture"/>
          <p:cNvPicPr>
            <a:picLocks noGrp="1" noChangeAspect="1"/>
          </p:cNvPicPr>
          <p:nvPr>
            <p:ph type="pic" idx="500"/>
          </p:nvPr>
        </p:nvPicPr>
        <p:blipFill>
          <a:blip r:embed="rId1"/>
          <a:stretch>
            <a:fillRect/>
          </a:stretch>
        </p:blipFill>
        <p:spPr>
          <a:xfrm>
            <a:off x="548640" y="2498788"/>
            <a:ext cx="5433060" cy="2716530"/>
          </a:xfrm>
          <a:prstGeom prst="rect">
            <a:avLst/>
          </a:prstGeom>
        </p:spPr>
      </p:pic>
      <p:sp>
        <p:nvSpPr>
          <p:cNvPr id="4" name="OPF text slides.0.blocks.0.text line 0"/>
          <p:cNvSpPr/>
          <p:nvPr>
            <p:custDataLst>
              <p:tags r:id="rIdOpfText1"/>
            </p:custDataLst>
          </p:nvPr>
        </p:nvSpPr>
        <p:spPr>
          <a:xfrm>
            <a:off x="6210300" y="3697510"/>
            <a:ext cx="54330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Native picture notes.</a:t>
            </a:r>
            <a:endParaRPr lang="en-US" sz="1875" dirty="0"/>
          </a:p>
        </p:txBody>
      </p:sp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Chart region</a:t>
            </a:r>
            <a:endParaRPr lang="en-US" sz="4050" dirty="0"/>
          </a:p>
        </p:txBody>
      </p:sp>
      <p:graphicFrame>
        <p:nvGraphicFramePr>
          <p:cNvPr id="3" name="OPF chart 1"/>
          <p:cNvGraphicFramePr>
            <a:graphicFrameLocks noGrp="1"/>
          </p:cNvGraphicFramePr>
          <p:nvPr>
            <p:ph type="chart" idx="700"/>
          </p:nvPr>
        </p:nvGraphicFramePr>
        <p:xfrm>
          <a:off x="548640" y="1404747"/>
          <a:ext cx="6519672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PF text slides.1.blocks.1.text line 0"/>
          <p:cNvSpPr/>
          <p:nvPr>
            <p:custDataLst>
              <p:tags r:id="rIdOpfText2"/>
            </p:custDataLst>
          </p:nvPr>
        </p:nvSpPr>
        <p:spPr>
          <a:xfrm>
            <a:off x="7296912" y="1404747"/>
            <a:ext cx="4346448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Native chart notes.</a:t>
            </a:r>
            <a:endParaRPr lang="en-US" sz="1875" dirty="0"/>
          </a:p>
        </p:txBody>
      </p:sp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Table region</a:t>
            </a:r>
            <a:endParaRPr lang="en-US" sz="4050" dirty="0"/>
          </a:p>
        </p:txBody>
      </p:sp>
      <p:graphicFrame>
        <p:nvGraphicFramePr>
          <p:cNvPr id="3" name="OPF table 1"/>
          <p:cNvGraphicFramePr>
            <a:graphicFrameLocks noGrp="1"/>
          </p:cNvGraphicFramePr>
          <p:nvPr>
            <p:custDataLst>
              <p:tags r:id="rIdOpfData1"/>
            </p:custDataLst>
            <p:extLst>
              <p:ext uri="{D42A27DB-BD31-4B8C-83A1-F6EECF244321}">
                <p14:modId xmlns:p14="http://schemas.microsoft.com/office/powerpoint/2010/main" val="1579011936"/>
              </p:ext>
            </p:extLst>
          </p:nvPr>
        </p:nvGraphicFramePr>
        <p:xfrm>
          <a:off x="548640" y="1404747"/>
          <a:ext cx="11094720" cy="154305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A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B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1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2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3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4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tags/opfData1.xml><?xml version="1.0" encoding="utf-8"?>
<p:tagLst xmlns:p="http://schemas.openxmlformats.org/presentationml/2006/main">
  <p:tag name="OPF_DATA_V1" val="7B2276223A312C226B696E64223A227461626C65222C2268656164657273223A5B5D2C2263656C6C73223A5B5B302C302C312C6E756C6C2C2231225D2C5B302C312C322C6E756C6C2C2232225D2C5B312C302C332C6E756C6C2C2233225D2C5B312C312C342C6E756C6C2C2234225D5D2C22617574686F726564223A7B22636F6C756D6E73223A5B2241222C2242225D2C22726F7773223A5B5B312C325D2C5B332C345D5D7D2C2265766964656E6365223A5B5B2265313535643337386138396361363366222C2266663731666563373730656131313737225D2C5B2235623233666366393030383161396137222C2265353039643631306230313230373434225D2C5B2266336335353066366161396234623037222C2266313533656530653835336566393037225D5D2C22656E7669726F6E6D656E74223A2263623435613862653461623064313563227D"/>
</p:tagLst>
</file>

<file path=ppt/tags/opfDocument.xml><?xml version="1.0" encoding="utf-8"?>
<p:tagLst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Slide1.xml><?xml version="1.0" encoding="utf-8"?>
<p:tagLst xmlns:p="http://schemas.openxmlformats.org/presentationml/2006/main">
  <p:tag name="OPF_SLIDE_V1" val="7B2276223A312C22736C696465223A302C226C61796F7574223A22696D6167652D626573696465222C22636F6E74656E74223A7B22666F726D223A22626C6F636B73222C22626C6F636B73223A5B7B2274223A226C656166222C226B223A2274657874222C22696E223A22626F6479222C22626F78223A5B3635322C3338382E322C3537302E342C33332E355D7D2C7B2274223A226C656166222C226B223A22696D616765222C22696E223A226D65646961222C22626F78223A5B35372E362C3134372E352C3537302E342C3531342E395D7D5D7D2C226E6174697665223A7B22737472756374757265223A223139313936353332613564663730222C226261636B67726F756E64223A223131336637323562636232336536222C227374796C65223A223035326661666130643663633635227D7D"/>
</p:tagLst>
</file>

<file path=ppt/tags/opfSlide2.xml><?xml version="1.0" encoding="utf-8"?>
<p:tagLst xmlns:p="http://schemas.openxmlformats.org/presentationml/2006/main">
  <p:tag name="OPF_SLIDE_V1" val="7B2276223A312C22736C696465223A312C226C61796F7574223A2263686172742D626573696465222C22636F6E74656E74223A7B22666F726D223A22626C6F636B73222C22626C6F636B73223A5B7B2274223A226C656166222C226B223A226368617274222C22696E223A226368617274222C22626F78223A5B35372E362C3134372E352C3638342E352C3531342E395D7D2C7B2274223A226C656166222C226B223A2274657874222C22696E223A226E6F746573222C22626F78223A5B3736362E312C3134372E352C3435362E332C3531342E395D7D5D7D2C226E6174697665223A7B22737472756374757265223A223061646161373334616634303636222C226261636B67726F756E64223A223131336637323562636232336536222C227374796C65223A223035326661666130643663633635227D7D"/>
</p:tagLst>
</file>

<file path=ppt/tags/opfSlide3.xml><?xml version="1.0" encoding="utf-8"?>
<p:tagLst xmlns:p="http://schemas.openxmlformats.org/presentationml/2006/main">
  <p:tag name="OPF_SLIDE_V1" val="7B2276223A312C22736C696465223A322C226C61796F7574223A227461626C65222C22636F6E74656E74223A7B22666F726D223A22726F6F74222C226669656C64223A227461626C65222C22626F78223A5B35372E362C3134372E352C313136342E382C3531342E395D7D2C226E6174697665223A7B22737472756374757265223A223039626232343962316335356365222C226261636B67726F756E64223A223131336637323562636232336536222C227374796C65223A223035353338393230346564656466227D7D"/>
</p:tagLst>
</file>

<file path=ppt/tags/opfText1.xml><?xml version="1.0" encoding="utf-8"?>
<p:tagLst xmlns:p="http://schemas.openxmlformats.org/presentationml/2006/main">
  <p:tag name="OPF_TEXT_V1" val="7B2276223A312C2267726F7570223A22736C696465732E302E626C6F636B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626C6F636B732E31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Roboto</vt:lpstr>
      <vt:lpstr>Office Theme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