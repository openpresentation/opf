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slideLayouts/slideLayout31.xml" ContentType="application/vnd.openxmlformats-officedocument.presentationml.slideLayout+xml"/>
  <Override PartName="/ppt/tags/opfLayout30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aximum 12 b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ll-0-0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ell-0-1"/>
          <p:cNvSpPr>
            <a:spLocks noGrp="1"/>
          </p:cNvSpPr>
          <p:nvPr>
            <p:ph type="body" idx="301"/>
          </p:nvPr>
        </p:nvSpPr>
        <p:spPr>
          <a:xfrm>
            <a:off x="14922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ell-0-2"/>
          <p:cNvSpPr>
            <a:spLocks noGrp="1"/>
          </p:cNvSpPr>
          <p:nvPr>
            <p:ph type="body" idx="302"/>
          </p:nvPr>
        </p:nvSpPr>
        <p:spPr>
          <a:xfrm>
            <a:off x="243586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cell-0-3"/>
          <p:cNvSpPr>
            <a:spLocks noGrp="1"/>
          </p:cNvSpPr>
          <p:nvPr>
            <p:ph type="body" idx="303"/>
          </p:nvPr>
        </p:nvSpPr>
        <p:spPr>
          <a:xfrm>
            <a:off x="337947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" name="cell-0-4"/>
          <p:cNvSpPr>
            <a:spLocks noGrp="1"/>
          </p:cNvSpPr>
          <p:nvPr>
            <p:ph type="body" idx="304"/>
          </p:nvPr>
        </p:nvSpPr>
        <p:spPr>
          <a:xfrm>
            <a:off x="432308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" name="cell-0-5"/>
          <p:cNvSpPr>
            <a:spLocks noGrp="1"/>
          </p:cNvSpPr>
          <p:nvPr>
            <p:ph type="body" idx="305"/>
          </p:nvPr>
        </p:nvSpPr>
        <p:spPr>
          <a:xfrm>
            <a:off x="526669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" name="cell-0-6"/>
          <p:cNvSpPr>
            <a:spLocks noGrp="1"/>
          </p:cNvSpPr>
          <p:nvPr>
            <p:ph type="body" idx="306"/>
          </p:nvPr>
        </p:nvSpPr>
        <p:spPr>
          <a:xfrm>
            <a:off x="621030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" name="cell-0-7"/>
          <p:cNvSpPr>
            <a:spLocks noGrp="1"/>
          </p:cNvSpPr>
          <p:nvPr>
            <p:ph type="body" idx="307"/>
          </p:nvPr>
        </p:nvSpPr>
        <p:spPr>
          <a:xfrm>
            <a:off x="715391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" name="cell-0-8"/>
          <p:cNvSpPr>
            <a:spLocks noGrp="1"/>
          </p:cNvSpPr>
          <p:nvPr>
            <p:ph type="body" idx="308"/>
          </p:nvPr>
        </p:nvSpPr>
        <p:spPr>
          <a:xfrm>
            <a:off x="809752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" name="cell-0-9"/>
          <p:cNvSpPr>
            <a:spLocks noGrp="1"/>
          </p:cNvSpPr>
          <p:nvPr>
            <p:ph type="body" idx="309"/>
          </p:nvPr>
        </p:nvSpPr>
        <p:spPr>
          <a:xfrm>
            <a:off x="904113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" name="cell-0-10"/>
          <p:cNvSpPr>
            <a:spLocks noGrp="1"/>
          </p:cNvSpPr>
          <p:nvPr>
            <p:ph type="body" idx="310"/>
          </p:nvPr>
        </p:nvSpPr>
        <p:spPr>
          <a:xfrm>
            <a:off x="99847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" name="cell-0-11"/>
          <p:cNvSpPr>
            <a:spLocks noGrp="1"/>
          </p:cNvSpPr>
          <p:nvPr>
            <p:ph type="body" idx="311"/>
          </p:nvPr>
        </p:nvSpPr>
        <p:spPr>
          <a:xfrm>
            <a:off x="109283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7" name="cell-1-0"/>
          <p:cNvSpPr>
            <a:spLocks noGrp="1"/>
          </p:cNvSpPr>
          <p:nvPr>
            <p:ph type="body" idx="312"/>
          </p:nvPr>
        </p:nvSpPr>
        <p:spPr>
          <a:xfrm>
            <a:off x="5486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8" name="cell-1-1"/>
          <p:cNvSpPr>
            <a:spLocks noGrp="1"/>
          </p:cNvSpPr>
          <p:nvPr>
            <p:ph type="body" idx="313"/>
          </p:nvPr>
        </p:nvSpPr>
        <p:spPr>
          <a:xfrm>
            <a:off x="14922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" name="cell-1-2"/>
          <p:cNvSpPr>
            <a:spLocks noGrp="1"/>
          </p:cNvSpPr>
          <p:nvPr>
            <p:ph type="body" idx="314"/>
          </p:nvPr>
        </p:nvSpPr>
        <p:spPr>
          <a:xfrm>
            <a:off x="243586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" name="cell-1-3"/>
          <p:cNvSpPr>
            <a:spLocks noGrp="1"/>
          </p:cNvSpPr>
          <p:nvPr>
            <p:ph type="body" idx="315"/>
          </p:nvPr>
        </p:nvSpPr>
        <p:spPr>
          <a:xfrm>
            <a:off x="337947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1" name="cell-1-4"/>
          <p:cNvSpPr>
            <a:spLocks noGrp="1"/>
          </p:cNvSpPr>
          <p:nvPr>
            <p:ph type="body" idx="316"/>
          </p:nvPr>
        </p:nvSpPr>
        <p:spPr>
          <a:xfrm>
            <a:off x="432308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2" name="cell-1-5"/>
          <p:cNvSpPr>
            <a:spLocks noGrp="1"/>
          </p:cNvSpPr>
          <p:nvPr>
            <p:ph type="body" idx="317"/>
          </p:nvPr>
        </p:nvSpPr>
        <p:spPr>
          <a:xfrm>
            <a:off x="526669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3" name="cell-1-6"/>
          <p:cNvSpPr>
            <a:spLocks noGrp="1"/>
          </p:cNvSpPr>
          <p:nvPr>
            <p:ph type="body" idx="318"/>
          </p:nvPr>
        </p:nvSpPr>
        <p:spPr>
          <a:xfrm>
            <a:off x="621030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4" name="cell-1-7"/>
          <p:cNvSpPr>
            <a:spLocks noGrp="1"/>
          </p:cNvSpPr>
          <p:nvPr>
            <p:ph type="body" idx="319"/>
          </p:nvPr>
        </p:nvSpPr>
        <p:spPr>
          <a:xfrm>
            <a:off x="715391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5" name="cell-1-8"/>
          <p:cNvSpPr>
            <a:spLocks noGrp="1"/>
          </p:cNvSpPr>
          <p:nvPr>
            <p:ph type="body" idx="320"/>
          </p:nvPr>
        </p:nvSpPr>
        <p:spPr>
          <a:xfrm>
            <a:off x="809752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6" name="cell-1-9"/>
          <p:cNvSpPr>
            <a:spLocks noGrp="1"/>
          </p:cNvSpPr>
          <p:nvPr>
            <p:ph type="body" idx="321"/>
          </p:nvPr>
        </p:nvSpPr>
        <p:spPr>
          <a:xfrm>
            <a:off x="904113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7" name="cell-1-10"/>
          <p:cNvSpPr>
            <a:spLocks noGrp="1"/>
          </p:cNvSpPr>
          <p:nvPr>
            <p:ph type="body" idx="322"/>
          </p:nvPr>
        </p:nvSpPr>
        <p:spPr>
          <a:xfrm>
            <a:off x="99847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" name="cell-1-11"/>
          <p:cNvSpPr>
            <a:spLocks noGrp="1"/>
          </p:cNvSpPr>
          <p:nvPr>
            <p:ph type="body" idx="323"/>
          </p:nvPr>
        </p:nvSpPr>
        <p:spPr>
          <a:xfrm>
            <a:off x="109283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9" name="cell-2-0"/>
          <p:cNvSpPr>
            <a:spLocks noGrp="1"/>
          </p:cNvSpPr>
          <p:nvPr>
            <p:ph type="body" idx="324"/>
          </p:nvPr>
        </p:nvSpPr>
        <p:spPr>
          <a:xfrm>
            <a:off x="5486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0" name="cell-2-1"/>
          <p:cNvSpPr>
            <a:spLocks noGrp="1"/>
          </p:cNvSpPr>
          <p:nvPr>
            <p:ph type="body" idx="325"/>
          </p:nvPr>
        </p:nvSpPr>
        <p:spPr>
          <a:xfrm>
            <a:off x="14922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" name="cell-2-2"/>
          <p:cNvSpPr>
            <a:spLocks noGrp="1"/>
          </p:cNvSpPr>
          <p:nvPr>
            <p:ph type="body" idx="326"/>
          </p:nvPr>
        </p:nvSpPr>
        <p:spPr>
          <a:xfrm>
            <a:off x="243586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2" name="cell-2-3"/>
          <p:cNvSpPr>
            <a:spLocks noGrp="1"/>
          </p:cNvSpPr>
          <p:nvPr>
            <p:ph type="body" idx="327"/>
          </p:nvPr>
        </p:nvSpPr>
        <p:spPr>
          <a:xfrm>
            <a:off x="337947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3" name="cell-2-4"/>
          <p:cNvSpPr>
            <a:spLocks noGrp="1"/>
          </p:cNvSpPr>
          <p:nvPr>
            <p:ph type="body" idx="328"/>
          </p:nvPr>
        </p:nvSpPr>
        <p:spPr>
          <a:xfrm>
            <a:off x="432308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4" name="cell-2-5"/>
          <p:cNvSpPr>
            <a:spLocks noGrp="1"/>
          </p:cNvSpPr>
          <p:nvPr>
            <p:ph type="body" idx="329"/>
          </p:nvPr>
        </p:nvSpPr>
        <p:spPr>
          <a:xfrm>
            <a:off x="526669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5" name="cell-2-6"/>
          <p:cNvSpPr>
            <a:spLocks noGrp="1"/>
          </p:cNvSpPr>
          <p:nvPr>
            <p:ph type="body" idx="330"/>
          </p:nvPr>
        </p:nvSpPr>
        <p:spPr>
          <a:xfrm>
            <a:off x="621030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6" name="cell-2-7"/>
          <p:cNvSpPr>
            <a:spLocks noGrp="1"/>
          </p:cNvSpPr>
          <p:nvPr>
            <p:ph type="body" idx="331"/>
          </p:nvPr>
        </p:nvSpPr>
        <p:spPr>
          <a:xfrm>
            <a:off x="715391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7" name="cell-2-8"/>
          <p:cNvSpPr>
            <a:spLocks noGrp="1"/>
          </p:cNvSpPr>
          <p:nvPr>
            <p:ph type="body" idx="332"/>
          </p:nvPr>
        </p:nvSpPr>
        <p:spPr>
          <a:xfrm>
            <a:off x="809752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8" name="cell-2-9"/>
          <p:cNvSpPr>
            <a:spLocks noGrp="1"/>
          </p:cNvSpPr>
          <p:nvPr>
            <p:ph type="body" idx="333"/>
          </p:nvPr>
        </p:nvSpPr>
        <p:spPr>
          <a:xfrm>
            <a:off x="904113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9" name="cell-2-10"/>
          <p:cNvSpPr>
            <a:spLocks noGrp="1"/>
          </p:cNvSpPr>
          <p:nvPr>
            <p:ph type="body" idx="334"/>
          </p:nvPr>
        </p:nvSpPr>
        <p:spPr>
          <a:xfrm>
            <a:off x="99847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0" name="cell-2-11"/>
          <p:cNvSpPr>
            <a:spLocks noGrp="1"/>
          </p:cNvSpPr>
          <p:nvPr>
            <p:ph type="body" idx="335"/>
          </p:nvPr>
        </p:nvSpPr>
        <p:spPr>
          <a:xfrm>
            <a:off x="109283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1" name="cell-3-0"/>
          <p:cNvSpPr>
            <a:spLocks noGrp="1"/>
          </p:cNvSpPr>
          <p:nvPr>
            <p:ph type="body" idx="336"/>
          </p:nvPr>
        </p:nvSpPr>
        <p:spPr>
          <a:xfrm>
            <a:off x="5486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2" name="cell-3-1"/>
          <p:cNvSpPr>
            <a:spLocks noGrp="1"/>
          </p:cNvSpPr>
          <p:nvPr>
            <p:ph type="body" idx="337"/>
          </p:nvPr>
        </p:nvSpPr>
        <p:spPr>
          <a:xfrm>
            <a:off x="14922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3" name="cell-3-2"/>
          <p:cNvSpPr>
            <a:spLocks noGrp="1"/>
          </p:cNvSpPr>
          <p:nvPr>
            <p:ph type="body" idx="338"/>
          </p:nvPr>
        </p:nvSpPr>
        <p:spPr>
          <a:xfrm>
            <a:off x="243586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4" name="cell-3-3"/>
          <p:cNvSpPr>
            <a:spLocks noGrp="1"/>
          </p:cNvSpPr>
          <p:nvPr>
            <p:ph type="body" idx="339"/>
          </p:nvPr>
        </p:nvSpPr>
        <p:spPr>
          <a:xfrm>
            <a:off x="337947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5" name="cell-3-4"/>
          <p:cNvSpPr>
            <a:spLocks noGrp="1"/>
          </p:cNvSpPr>
          <p:nvPr>
            <p:ph type="body" idx="340"/>
          </p:nvPr>
        </p:nvSpPr>
        <p:spPr>
          <a:xfrm>
            <a:off x="432308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" name="cell-3-5"/>
          <p:cNvSpPr>
            <a:spLocks noGrp="1"/>
          </p:cNvSpPr>
          <p:nvPr>
            <p:ph type="body" idx="341"/>
          </p:nvPr>
        </p:nvSpPr>
        <p:spPr>
          <a:xfrm>
            <a:off x="526669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7" name="cell-3-6"/>
          <p:cNvSpPr>
            <a:spLocks noGrp="1"/>
          </p:cNvSpPr>
          <p:nvPr>
            <p:ph type="body" idx="342"/>
          </p:nvPr>
        </p:nvSpPr>
        <p:spPr>
          <a:xfrm>
            <a:off x="621030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" name="cell-3-7"/>
          <p:cNvSpPr>
            <a:spLocks noGrp="1"/>
          </p:cNvSpPr>
          <p:nvPr>
            <p:ph type="body" idx="343"/>
          </p:nvPr>
        </p:nvSpPr>
        <p:spPr>
          <a:xfrm>
            <a:off x="715391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9" name="cell-3-8"/>
          <p:cNvSpPr>
            <a:spLocks noGrp="1"/>
          </p:cNvSpPr>
          <p:nvPr>
            <p:ph type="body" idx="344"/>
          </p:nvPr>
        </p:nvSpPr>
        <p:spPr>
          <a:xfrm>
            <a:off x="809752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0" name="cell-3-9"/>
          <p:cNvSpPr>
            <a:spLocks noGrp="1"/>
          </p:cNvSpPr>
          <p:nvPr>
            <p:ph type="body" idx="345"/>
          </p:nvPr>
        </p:nvSpPr>
        <p:spPr>
          <a:xfrm>
            <a:off x="904113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1" name="cell-3-10"/>
          <p:cNvSpPr>
            <a:spLocks noGrp="1"/>
          </p:cNvSpPr>
          <p:nvPr>
            <p:ph type="body" idx="346"/>
          </p:nvPr>
        </p:nvSpPr>
        <p:spPr>
          <a:xfrm>
            <a:off x="99847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2" name="cell-3-11"/>
          <p:cNvSpPr>
            <a:spLocks noGrp="1"/>
          </p:cNvSpPr>
          <p:nvPr>
            <p:ph type="body" idx="347"/>
          </p:nvPr>
        </p:nvSpPr>
        <p:spPr>
          <a:xfrm>
            <a:off x="109283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3" name="cell-4-0"/>
          <p:cNvSpPr>
            <a:spLocks noGrp="1"/>
          </p:cNvSpPr>
          <p:nvPr>
            <p:ph type="body" idx="348"/>
          </p:nvPr>
        </p:nvSpPr>
        <p:spPr>
          <a:xfrm>
            <a:off x="5486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" name="cell-4-1"/>
          <p:cNvSpPr>
            <a:spLocks noGrp="1"/>
          </p:cNvSpPr>
          <p:nvPr>
            <p:ph type="body" idx="349"/>
          </p:nvPr>
        </p:nvSpPr>
        <p:spPr>
          <a:xfrm>
            <a:off x="14922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" name="cell-4-2"/>
          <p:cNvSpPr>
            <a:spLocks noGrp="1"/>
          </p:cNvSpPr>
          <p:nvPr>
            <p:ph type="body" idx="350"/>
          </p:nvPr>
        </p:nvSpPr>
        <p:spPr>
          <a:xfrm>
            <a:off x="243586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" name="cell-4-3"/>
          <p:cNvSpPr>
            <a:spLocks noGrp="1"/>
          </p:cNvSpPr>
          <p:nvPr>
            <p:ph type="body" idx="351"/>
          </p:nvPr>
        </p:nvSpPr>
        <p:spPr>
          <a:xfrm>
            <a:off x="337947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7" name="cell-4-4"/>
          <p:cNvSpPr>
            <a:spLocks noGrp="1"/>
          </p:cNvSpPr>
          <p:nvPr>
            <p:ph type="body" idx="352"/>
          </p:nvPr>
        </p:nvSpPr>
        <p:spPr>
          <a:xfrm>
            <a:off x="432308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8" name="cell-4-5"/>
          <p:cNvSpPr>
            <a:spLocks noGrp="1"/>
          </p:cNvSpPr>
          <p:nvPr>
            <p:ph type="body" idx="353"/>
          </p:nvPr>
        </p:nvSpPr>
        <p:spPr>
          <a:xfrm>
            <a:off x="526669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9" name="cell-4-6"/>
          <p:cNvSpPr>
            <a:spLocks noGrp="1"/>
          </p:cNvSpPr>
          <p:nvPr>
            <p:ph type="body" idx="354"/>
          </p:nvPr>
        </p:nvSpPr>
        <p:spPr>
          <a:xfrm>
            <a:off x="621030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0" name="cell-4-7"/>
          <p:cNvSpPr>
            <a:spLocks noGrp="1"/>
          </p:cNvSpPr>
          <p:nvPr>
            <p:ph type="body" idx="355"/>
          </p:nvPr>
        </p:nvSpPr>
        <p:spPr>
          <a:xfrm>
            <a:off x="715391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1" name="cell-4-8"/>
          <p:cNvSpPr>
            <a:spLocks noGrp="1"/>
          </p:cNvSpPr>
          <p:nvPr>
            <p:ph type="body" idx="356"/>
          </p:nvPr>
        </p:nvSpPr>
        <p:spPr>
          <a:xfrm>
            <a:off x="809752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2" name="cell-4-9"/>
          <p:cNvSpPr>
            <a:spLocks noGrp="1"/>
          </p:cNvSpPr>
          <p:nvPr>
            <p:ph type="body" idx="357"/>
          </p:nvPr>
        </p:nvSpPr>
        <p:spPr>
          <a:xfrm>
            <a:off x="904113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3" name="cell-4-10"/>
          <p:cNvSpPr>
            <a:spLocks noGrp="1"/>
          </p:cNvSpPr>
          <p:nvPr>
            <p:ph type="body" idx="358"/>
          </p:nvPr>
        </p:nvSpPr>
        <p:spPr>
          <a:xfrm>
            <a:off x="99847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" name="cell-4-11"/>
          <p:cNvSpPr>
            <a:spLocks noGrp="1"/>
          </p:cNvSpPr>
          <p:nvPr>
            <p:ph type="body" idx="359"/>
          </p:nvPr>
        </p:nvSpPr>
        <p:spPr>
          <a:xfrm>
            <a:off x="109283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" name="cell-5-0"/>
          <p:cNvSpPr>
            <a:spLocks noGrp="1"/>
          </p:cNvSpPr>
          <p:nvPr>
            <p:ph type="body" idx="360"/>
          </p:nvPr>
        </p:nvSpPr>
        <p:spPr>
          <a:xfrm>
            <a:off x="5486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6" name="cell-5-1"/>
          <p:cNvSpPr>
            <a:spLocks noGrp="1"/>
          </p:cNvSpPr>
          <p:nvPr>
            <p:ph type="body" idx="361"/>
          </p:nvPr>
        </p:nvSpPr>
        <p:spPr>
          <a:xfrm>
            <a:off x="14922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7" name="cell-5-2"/>
          <p:cNvSpPr>
            <a:spLocks noGrp="1"/>
          </p:cNvSpPr>
          <p:nvPr>
            <p:ph type="body" idx="362"/>
          </p:nvPr>
        </p:nvSpPr>
        <p:spPr>
          <a:xfrm>
            <a:off x="243586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8" name="cell-5-3"/>
          <p:cNvSpPr>
            <a:spLocks noGrp="1"/>
          </p:cNvSpPr>
          <p:nvPr>
            <p:ph type="body" idx="363"/>
          </p:nvPr>
        </p:nvSpPr>
        <p:spPr>
          <a:xfrm>
            <a:off x="337947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" name="cell-5-4"/>
          <p:cNvSpPr>
            <a:spLocks noGrp="1"/>
          </p:cNvSpPr>
          <p:nvPr>
            <p:ph type="body" idx="364"/>
          </p:nvPr>
        </p:nvSpPr>
        <p:spPr>
          <a:xfrm>
            <a:off x="432308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0" name="cell-5-5"/>
          <p:cNvSpPr>
            <a:spLocks noGrp="1"/>
          </p:cNvSpPr>
          <p:nvPr>
            <p:ph type="body" idx="365"/>
          </p:nvPr>
        </p:nvSpPr>
        <p:spPr>
          <a:xfrm>
            <a:off x="526669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1" name="cell-5-6"/>
          <p:cNvSpPr>
            <a:spLocks noGrp="1"/>
          </p:cNvSpPr>
          <p:nvPr>
            <p:ph type="body" idx="366"/>
          </p:nvPr>
        </p:nvSpPr>
        <p:spPr>
          <a:xfrm>
            <a:off x="621030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2" name="cell-5-7"/>
          <p:cNvSpPr>
            <a:spLocks noGrp="1"/>
          </p:cNvSpPr>
          <p:nvPr>
            <p:ph type="body" idx="367"/>
          </p:nvPr>
        </p:nvSpPr>
        <p:spPr>
          <a:xfrm>
            <a:off x="715391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3" name="cell-5-8"/>
          <p:cNvSpPr>
            <a:spLocks noGrp="1"/>
          </p:cNvSpPr>
          <p:nvPr>
            <p:ph type="body" idx="368"/>
          </p:nvPr>
        </p:nvSpPr>
        <p:spPr>
          <a:xfrm>
            <a:off x="809752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" name="cell-5-9"/>
          <p:cNvSpPr>
            <a:spLocks noGrp="1"/>
          </p:cNvSpPr>
          <p:nvPr>
            <p:ph type="body" idx="369"/>
          </p:nvPr>
        </p:nvSpPr>
        <p:spPr>
          <a:xfrm>
            <a:off x="904113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5" name="cell-5-10"/>
          <p:cNvSpPr>
            <a:spLocks noGrp="1"/>
          </p:cNvSpPr>
          <p:nvPr>
            <p:ph type="body" idx="370"/>
          </p:nvPr>
        </p:nvSpPr>
        <p:spPr>
          <a:xfrm>
            <a:off x="99847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6" name="cell-5-11"/>
          <p:cNvSpPr>
            <a:spLocks noGrp="1"/>
          </p:cNvSpPr>
          <p:nvPr>
            <p:ph type="body" idx="371"/>
          </p:nvPr>
        </p:nvSpPr>
        <p:spPr>
          <a:xfrm>
            <a:off x="109283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7" name="cell-6-0"/>
          <p:cNvSpPr>
            <a:spLocks noGrp="1"/>
          </p:cNvSpPr>
          <p:nvPr>
            <p:ph type="body" idx="372"/>
          </p:nvPr>
        </p:nvSpPr>
        <p:spPr>
          <a:xfrm>
            <a:off x="5486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8" name="cell-6-1"/>
          <p:cNvSpPr>
            <a:spLocks noGrp="1"/>
          </p:cNvSpPr>
          <p:nvPr>
            <p:ph type="body" idx="373"/>
          </p:nvPr>
        </p:nvSpPr>
        <p:spPr>
          <a:xfrm>
            <a:off x="14922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9" name="cell-6-2"/>
          <p:cNvSpPr>
            <a:spLocks noGrp="1"/>
          </p:cNvSpPr>
          <p:nvPr>
            <p:ph type="body" idx="374"/>
          </p:nvPr>
        </p:nvSpPr>
        <p:spPr>
          <a:xfrm>
            <a:off x="243586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0" name="cell-6-3"/>
          <p:cNvSpPr>
            <a:spLocks noGrp="1"/>
          </p:cNvSpPr>
          <p:nvPr>
            <p:ph type="body" idx="375"/>
          </p:nvPr>
        </p:nvSpPr>
        <p:spPr>
          <a:xfrm>
            <a:off x="337947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" name="cell-6-4"/>
          <p:cNvSpPr>
            <a:spLocks noGrp="1"/>
          </p:cNvSpPr>
          <p:nvPr>
            <p:ph type="body" idx="376"/>
          </p:nvPr>
        </p:nvSpPr>
        <p:spPr>
          <a:xfrm>
            <a:off x="432308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2" name="cell-6-5"/>
          <p:cNvSpPr>
            <a:spLocks noGrp="1"/>
          </p:cNvSpPr>
          <p:nvPr>
            <p:ph type="body" idx="377"/>
          </p:nvPr>
        </p:nvSpPr>
        <p:spPr>
          <a:xfrm>
            <a:off x="526669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3" name="cell-6-6"/>
          <p:cNvSpPr>
            <a:spLocks noGrp="1"/>
          </p:cNvSpPr>
          <p:nvPr>
            <p:ph type="body" idx="378"/>
          </p:nvPr>
        </p:nvSpPr>
        <p:spPr>
          <a:xfrm>
            <a:off x="621030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4" name="cell-6-7"/>
          <p:cNvSpPr>
            <a:spLocks noGrp="1"/>
          </p:cNvSpPr>
          <p:nvPr>
            <p:ph type="body" idx="379"/>
          </p:nvPr>
        </p:nvSpPr>
        <p:spPr>
          <a:xfrm>
            <a:off x="715391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5" name="cell-6-8"/>
          <p:cNvSpPr>
            <a:spLocks noGrp="1"/>
          </p:cNvSpPr>
          <p:nvPr>
            <p:ph type="body" idx="380"/>
          </p:nvPr>
        </p:nvSpPr>
        <p:spPr>
          <a:xfrm>
            <a:off x="809752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" name="cell-6-9"/>
          <p:cNvSpPr>
            <a:spLocks noGrp="1"/>
          </p:cNvSpPr>
          <p:nvPr>
            <p:ph type="body" idx="381"/>
          </p:nvPr>
        </p:nvSpPr>
        <p:spPr>
          <a:xfrm>
            <a:off x="904113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7" name="cell-6-10"/>
          <p:cNvSpPr>
            <a:spLocks noGrp="1"/>
          </p:cNvSpPr>
          <p:nvPr>
            <p:ph type="body" idx="382"/>
          </p:nvPr>
        </p:nvSpPr>
        <p:spPr>
          <a:xfrm>
            <a:off x="99847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8" name="cell-6-11"/>
          <p:cNvSpPr>
            <a:spLocks noGrp="1"/>
          </p:cNvSpPr>
          <p:nvPr>
            <p:ph type="body" idx="383"/>
          </p:nvPr>
        </p:nvSpPr>
        <p:spPr>
          <a:xfrm>
            <a:off x="109283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9" name="cell-7-0"/>
          <p:cNvSpPr>
            <a:spLocks noGrp="1"/>
          </p:cNvSpPr>
          <p:nvPr>
            <p:ph type="body" idx="384"/>
          </p:nvPr>
        </p:nvSpPr>
        <p:spPr>
          <a:xfrm>
            <a:off x="5486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" name="cell-7-1"/>
          <p:cNvSpPr>
            <a:spLocks noGrp="1"/>
          </p:cNvSpPr>
          <p:nvPr>
            <p:ph type="body" idx="385"/>
          </p:nvPr>
        </p:nvSpPr>
        <p:spPr>
          <a:xfrm>
            <a:off x="14922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" name="cell-7-2"/>
          <p:cNvSpPr>
            <a:spLocks noGrp="1"/>
          </p:cNvSpPr>
          <p:nvPr>
            <p:ph type="body" idx="386"/>
          </p:nvPr>
        </p:nvSpPr>
        <p:spPr>
          <a:xfrm>
            <a:off x="243586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2" name="cell-7-3"/>
          <p:cNvSpPr>
            <a:spLocks noGrp="1"/>
          </p:cNvSpPr>
          <p:nvPr>
            <p:ph type="body" idx="387"/>
          </p:nvPr>
        </p:nvSpPr>
        <p:spPr>
          <a:xfrm>
            <a:off x="337947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3" name="cell-7-4"/>
          <p:cNvSpPr>
            <a:spLocks noGrp="1"/>
          </p:cNvSpPr>
          <p:nvPr>
            <p:ph type="body" idx="388"/>
          </p:nvPr>
        </p:nvSpPr>
        <p:spPr>
          <a:xfrm>
            <a:off x="432308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4" name="cell-7-5"/>
          <p:cNvSpPr>
            <a:spLocks noGrp="1"/>
          </p:cNvSpPr>
          <p:nvPr>
            <p:ph type="body" idx="389"/>
          </p:nvPr>
        </p:nvSpPr>
        <p:spPr>
          <a:xfrm>
            <a:off x="526669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" name="cell-7-6"/>
          <p:cNvSpPr>
            <a:spLocks noGrp="1"/>
          </p:cNvSpPr>
          <p:nvPr>
            <p:ph type="body" idx="390"/>
          </p:nvPr>
        </p:nvSpPr>
        <p:spPr>
          <a:xfrm>
            <a:off x="621030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6" name="cell-7-7"/>
          <p:cNvSpPr>
            <a:spLocks noGrp="1"/>
          </p:cNvSpPr>
          <p:nvPr>
            <p:ph type="body" idx="391"/>
          </p:nvPr>
        </p:nvSpPr>
        <p:spPr>
          <a:xfrm>
            <a:off x="715391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" name="cell-7-8"/>
          <p:cNvSpPr>
            <a:spLocks noGrp="1"/>
          </p:cNvSpPr>
          <p:nvPr>
            <p:ph type="body" idx="392"/>
          </p:nvPr>
        </p:nvSpPr>
        <p:spPr>
          <a:xfrm>
            <a:off x="809752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8" name="cell-7-9"/>
          <p:cNvSpPr>
            <a:spLocks noGrp="1"/>
          </p:cNvSpPr>
          <p:nvPr>
            <p:ph type="body" idx="393"/>
          </p:nvPr>
        </p:nvSpPr>
        <p:spPr>
          <a:xfrm>
            <a:off x="904113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9" name="cell-7-10"/>
          <p:cNvSpPr>
            <a:spLocks noGrp="1"/>
          </p:cNvSpPr>
          <p:nvPr>
            <p:ph type="body" idx="394"/>
          </p:nvPr>
        </p:nvSpPr>
        <p:spPr>
          <a:xfrm>
            <a:off x="99847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0" name="cell-7-11"/>
          <p:cNvSpPr>
            <a:spLocks noGrp="1"/>
          </p:cNvSpPr>
          <p:nvPr>
            <p:ph type="body" idx="395"/>
          </p:nvPr>
        </p:nvSpPr>
        <p:spPr>
          <a:xfrm>
            <a:off x="109283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1" name="cell-8-0"/>
          <p:cNvSpPr>
            <a:spLocks noGrp="1"/>
          </p:cNvSpPr>
          <p:nvPr>
            <p:ph type="body" idx="396"/>
          </p:nvPr>
        </p:nvSpPr>
        <p:spPr>
          <a:xfrm>
            <a:off x="5486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2" name="cell-8-1"/>
          <p:cNvSpPr>
            <a:spLocks noGrp="1"/>
          </p:cNvSpPr>
          <p:nvPr>
            <p:ph type="body" idx="397"/>
          </p:nvPr>
        </p:nvSpPr>
        <p:spPr>
          <a:xfrm>
            <a:off x="14922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3" name="cell-8-2"/>
          <p:cNvSpPr>
            <a:spLocks noGrp="1"/>
          </p:cNvSpPr>
          <p:nvPr>
            <p:ph type="body" idx="398"/>
          </p:nvPr>
        </p:nvSpPr>
        <p:spPr>
          <a:xfrm>
            <a:off x="243586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4" name="cell-8-3"/>
          <p:cNvSpPr>
            <a:spLocks noGrp="1"/>
          </p:cNvSpPr>
          <p:nvPr>
            <p:ph type="body" idx="399"/>
          </p:nvPr>
        </p:nvSpPr>
        <p:spPr>
          <a:xfrm>
            <a:off x="337947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5" name="cell-8-4"/>
          <p:cNvSpPr>
            <a:spLocks noGrp="1"/>
          </p:cNvSpPr>
          <p:nvPr>
            <p:ph type="body" idx="400"/>
          </p:nvPr>
        </p:nvSpPr>
        <p:spPr>
          <a:xfrm>
            <a:off x="432308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" name="cell-8-5"/>
          <p:cNvSpPr>
            <a:spLocks noGrp="1"/>
          </p:cNvSpPr>
          <p:nvPr>
            <p:ph type="body" idx="401"/>
          </p:nvPr>
        </p:nvSpPr>
        <p:spPr>
          <a:xfrm>
            <a:off x="526669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" name="cell-8-6"/>
          <p:cNvSpPr>
            <a:spLocks noGrp="1"/>
          </p:cNvSpPr>
          <p:nvPr>
            <p:ph type="body" idx="402"/>
          </p:nvPr>
        </p:nvSpPr>
        <p:spPr>
          <a:xfrm>
            <a:off x="621030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8" name="cell-8-7"/>
          <p:cNvSpPr>
            <a:spLocks noGrp="1"/>
          </p:cNvSpPr>
          <p:nvPr>
            <p:ph type="body" idx="403"/>
          </p:nvPr>
        </p:nvSpPr>
        <p:spPr>
          <a:xfrm>
            <a:off x="715391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9" name="cell-8-8"/>
          <p:cNvSpPr>
            <a:spLocks noGrp="1"/>
          </p:cNvSpPr>
          <p:nvPr>
            <p:ph type="body" idx="404"/>
          </p:nvPr>
        </p:nvSpPr>
        <p:spPr>
          <a:xfrm>
            <a:off x="809752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0" name="cell-8-9"/>
          <p:cNvSpPr>
            <a:spLocks noGrp="1"/>
          </p:cNvSpPr>
          <p:nvPr>
            <p:ph type="body" idx="405"/>
          </p:nvPr>
        </p:nvSpPr>
        <p:spPr>
          <a:xfrm>
            <a:off x="904113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" name="cell-8-10"/>
          <p:cNvSpPr>
            <a:spLocks noGrp="1"/>
          </p:cNvSpPr>
          <p:nvPr>
            <p:ph type="body" idx="406"/>
          </p:nvPr>
        </p:nvSpPr>
        <p:spPr>
          <a:xfrm>
            <a:off x="99847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" name="cell-8-11"/>
          <p:cNvSpPr>
            <a:spLocks noGrp="1"/>
          </p:cNvSpPr>
          <p:nvPr>
            <p:ph type="body" idx="407"/>
          </p:nvPr>
        </p:nvSpPr>
        <p:spPr>
          <a:xfrm>
            <a:off x="109283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3" name="cell-9-0"/>
          <p:cNvSpPr>
            <a:spLocks noGrp="1"/>
          </p:cNvSpPr>
          <p:nvPr>
            <p:ph type="body" idx="408"/>
          </p:nvPr>
        </p:nvSpPr>
        <p:spPr>
          <a:xfrm>
            <a:off x="5486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4" name="cell-9-1"/>
          <p:cNvSpPr>
            <a:spLocks noGrp="1"/>
          </p:cNvSpPr>
          <p:nvPr>
            <p:ph type="body" idx="409"/>
          </p:nvPr>
        </p:nvSpPr>
        <p:spPr>
          <a:xfrm>
            <a:off x="14922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" name="cell-9-2"/>
          <p:cNvSpPr>
            <a:spLocks noGrp="1"/>
          </p:cNvSpPr>
          <p:nvPr>
            <p:ph type="body" idx="410"/>
          </p:nvPr>
        </p:nvSpPr>
        <p:spPr>
          <a:xfrm>
            <a:off x="243586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6" name="cell-9-3"/>
          <p:cNvSpPr>
            <a:spLocks noGrp="1"/>
          </p:cNvSpPr>
          <p:nvPr>
            <p:ph type="body" idx="411"/>
          </p:nvPr>
        </p:nvSpPr>
        <p:spPr>
          <a:xfrm>
            <a:off x="337947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7" name="cell-9-4"/>
          <p:cNvSpPr>
            <a:spLocks noGrp="1"/>
          </p:cNvSpPr>
          <p:nvPr>
            <p:ph type="body" idx="412"/>
          </p:nvPr>
        </p:nvSpPr>
        <p:spPr>
          <a:xfrm>
            <a:off x="432308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8" name="cell-9-5"/>
          <p:cNvSpPr>
            <a:spLocks noGrp="1"/>
          </p:cNvSpPr>
          <p:nvPr>
            <p:ph type="body" idx="413"/>
          </p:nvPr>
        </p:nvSpPr>
        <p:spPr>
          <a:xfrm>
            <a:off x="526669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9" name="cell-9-6"/>
          <p:cNvSpPr>
            <a:spLocks noGrp="1"/>
          </p:cNvSpPr>
          <p:nvPr>
            <p:ph type="body" idx="414"/>
          </p:nvPr>
        </p:nvSpPr>
        <p:spPr>
          <a:xfrm>
            <a:off x="621030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" name="cell-9-7"/>
          <p:cNvSpPr>
            <a:spLocks noGrp="1"/>
          </p:cNvSpPr>
          <p:nvPr>
            <p:ph type="body" idx="415"/>
          </p:nvPr>
        </p:nvSpPr>
        <p:spPr>
          <a:xfrm>
            <a:off x="715391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" name="cell-9-8"/>
          <p:cNvSpPr>
            <a:spLocks noGrp="1"/>
          </p:cNvSpPr>
          <p:nvPr>
            <p:ph type="body" idx="416"/>
          </p:nvPr>
        </p:nvSpPr>
        <p:spPr>
          <a:xfrm>
            <a:off x="809752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" name="cell-9-9"/>
          <p:cNvSpPr>
            <a:spLocks noGrp="1"/>
          </p:cNvSpPr>
          <p:nvPr>
            <p:ph type="body" idx="417"/>
          </p:nvPr>
        </p:nvSpPr>
        <p:spPr>
          <a:xfrm>
            <a:off x="904113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3" name="cell-9-10"/>
          <p:cNvSpPr>
            <a:spLocks noGrp="1"/>
          </p:cNvSpPr>
          <p:nvPr>
            <p:ph type="body" idx="418"/>
          </p:nvPr>
        </p:nvSpPr>
        <p:spPr>
          <a:xfrm>
            <a:off x="99847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4" name="cell-9-11"/>
          <p:cNvSpPr>
            <a:spLocks noGrp="1"/>
          </p:cNvSpPr>
          <p:nvPr>
            <p:ph type="body" idx="419"/>
          </p:nvPr>
        </p:nvSpPr>
        <p:spPr>
          <a:xfrm>
            <a:off x="109283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5" name="cell-10-0"/>
          <p:cNvSpPr>
            <a:spLocks noGrp="1"/>
          </p:cNvSpPr>
          <p:nvPr>
            <p:ph type="body" idx="420"/>
          </p:nvPr>
        </p:nvSpPr>
        <p:spPr>
          <a:xfrm>
            <a:off x="5486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" name="cell-10-1"/>
          <p:cNvSpPr>
            <a:spLocks noGrp="1"/>
          </p:cNvSpPr>
          <p:nvPr>
            <p:ph type="body" idx="421"/>
          </p:nvPr>
        </p:nvSpPr>
        <p:spPr>
          <a:xfrm>
            <a:off x="14922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7" name="cell-10-2"/>
          <p:cNvSpPr>
            <a:spLocks noGrp="1"/>
          </p:cNvSpPr>
          <p:nvPr>
            <p:ph type="body" idx="422"/>
          </p:nvPr>
        </p:nvSpPr>
        <p:spPr>
          <a:xfrm>
            <a:off x="243586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8" name="cell-10-3"/>
          <p:cNvSpPr>
            <a:spLocks noGrp="1"/>
          </p:cNvSpPr>
          <p:nvPr>
            <p:ph type="body" idx="423"/>
          </p:nvPr>
        </p:nvSpPr>
        <p:spPr>
          <a:xfrm>
            <a:off x="337947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9" name="cell-10-4"/>
          <p:cNvSpPr>
            <a:spLocks noGrp="1"/>
          </p:cNvSpPr>
          <p:nvPr>
            <p:ph type="body" idx="424"/>
          </p:nvPr>
        </p:nvSpPr>
        <p:spPr>
          <a:xfrm>
            <a:off x="432308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0" name="cell-10-5"/>
          <p:cNvSpPr>
            <a:spLocks noGrp="1"/>
          </p:cNvSpPr>
          <p:nvPr>
            <p:ph type="body" idx="425"/>
          </p:nvPr>
        </p:nvSpPr>
        <p:spPr>
          <a:xfrm>
            <a:off x="526669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1" name="cell-10-6"/>
          <p:cNvSpPr>
            <a:spLocks noGrp="1"/>
          </p:cNvSpPr>
          <p:nvPr>
            <p:ph type="body" idx="426"/>
          </p:nvPr>
        </p:nvSpPr>
        <p:spPr>
          <a:xfrm>
            <a:off x="621030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2" name="cell-10-7"/>
          <p:cNvSpPr>
            <a:spLocks noGrp="1"/>
          </p:cNvSpPr>
          <p:nvPr>
            <p:ph type="body" idx="427"/>
          </p:nvPr>
        </p:nvSpPr>
        <p:spPr>
          <a:xfrm>
            <a:off x="715391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" name="cell-10-8"/>
          <p:cNvSpPr>
            <a:spLocks noGrp="1"/>
          </p:cNvSpPr>
          <p:nvPr>
            <p:ph type="body" idx="428"/>
          </p:nvPr>
        </p:nvSpPr>
        <p:spPr>
          <a:xfrm>
            <a:off x="809752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" name="cell-10-9"/>
          <p:cNvSpPr>
            <a:spLocks noGrp="1"/>
          </p:cNvSpPr>
          <p:nvPr>
            <p:ph type="body" idx="429"/>
          </p:nvPr>
        </p:nvSpPr>
        <p:spPr>
          <a:xfrm>
            <a:off x="904113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5" name="cell-10-10"/>
          <p:cNvSpPr>
            <a:spLocks noGrp="1"/>
          </p:cNvSpPr>
          <p:nvPr>
            <p:ph type="body" idx="430"/>
          </p:nvPr>
        </p:nvSpPr>
        <p:spPr>
          <a:xfrm>
            <a:off x="99847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6" name="cell-10-11"/>
          <p:cNvSpPr>
            <a:spLocks noGrp="1"/>
          </p:cNvSpPr>
          <p:nvPr>
            <p:ph type="body" idx="431"/>
          </p:nvPr>
        </p:nvSpPr>
        <p:spPr>
          <a:xfrm>
            <a:off x="109283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7" name="cell-11-0"/>
          <p:cNvSpPr>
            <a:spLocks noGrp="1"/>
          </p:cNvSpPr>
          <p:nvPr>
            <p:ph type="body" idx="432"/>
          </p:nvPr>
        </p:nvSpPr>
        <p:spPr>
          <a:xfrm>
            <a:off x="5486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8" name="cell-11-1"/>
          <p:cNvSpPr>
            <a:spLocks noGrp="1"/>
          </p:cNvSpPr>
          <p:nvPr>
            <p:ph type="body" idx="433"/>
          </p:nvPr>
        </p:nvSpPr>
        <p:spPr>
          <a:xfrm>
            <a:off x="14922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9" name="cell-11-2"/>
          <p:cNvSpPr>
            <a:spLocks noGrp="1"/>
          </p:cNvSpPr>
          <p:nvPr>
            <p:ph type="body" idx="434"/>
          </p:nvPr>
        </p:nvSpPr>
        <p:spPr>
          <a:xfrm>
            <a:off x="243586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0" name="cell-11-3"/>
          <p:cNvSpPr>
            <a:spLocks noGrp="1"/>
          </p:cNvSpPr>
          <p:nvPr>
            <p:ph type="body" idx="435"/>
          </p:nvPr>
        </p:nvSpPr>
        <p:spPr>
          <a:xfrm>
            <a:off x="337947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1" name="cell-11-4"/>
          <p:cNvSpPr>
            <a:spLocks noGrp="1"/>
          </p:cNvSpPr>
          <p:nvPr>
            <p:ph type="body" idx="436"/>
          </p:nvPr>
        </p:nvSpPr>
        <p:spPr>
          <a:xfrm>
            <a:off x="432308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2" name="cell-11-5"/>
          <p:cNvSpPr>
            <a:spLocks noGrp="1"/>
          </p:cNvSpPr>
          <p:nvPr>
            <p:ph type="body" idx="437"/>
          </p:nvPr>
        </p:nvSpPr>
        <p:spPr>
          <a:xfrm>
            <a:off x="526669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3" name="cell-11-6"/>
          <p:cNvSpPr>
            <a:spLocks noGrp="1"/>
          </p:cNvSpPr>
          <p:nvPr>
            <p:ph type="body" idx="438"/>
          </p:nvPr>
        </p:nvSpPr>
        <p:spPr>
          <a:xfrm>
            <a:off x="621030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4" name="cell-11-7"/>
          <p:cNvSpPr>
            <a:spLocks noGrp="1"/>
          </p:cNvSpPr>
          <p:nvPr>
            <p:ph type="body" idx="439"/>
          </p:nvPr>
        </p:nvSpPr>
        <p:spPr>
          <a:xfrm>
            <a:off x="715391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5" name="cell-11-8"/>
          <p:cNvSpPr>
            <a:spLocks noGrp="1"/>
          </p:cNvSpPr>
          <p:nvPr>
            <p:ph type="body" idx="440"/>
          </p:nvPr>
        </p:nvSpPr>
        <p:spPr>
          <a:xfrm>
            <a:off x="809752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6" name="cell-11-9"/>
          <p:cNvSpPr>
            <a:spLocks noGrp="1"/>
          </p:cNvSpPr>
          <p:nvPr>
            <p:ph type="body" idx="441"/>
          </p:nvPr>
        </p:nvSpPr>
        <p:spPr>
          <a:xfrm>
            <a:off x="904113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7" name="cell-11-10"/>
          <p:cNvSpPr>
            <a:spLocks noGrp="1"/>
          </p:cNvSpPr>
          <p:nvPr>
            <p:ph type="body" idx="442"/>
          </p:nvPr>
        </p:nvSpPr>
        <p:spPr>
          <a:xfrm>
            <a:off x="99847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8" name="cell-11-11"/>
          <p:cNvSpPr>
            <a:spLocks noGrp="1"/>
          </p:cNvSpPr>
          <p:nvPr>
            <p:ph type="body" idx="443"/>
          </p:nvPr>
        </p:nvSpPr>
        <p:spPr>
          <a:xfrm>
            <a:off x="109283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Named 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rst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second"/>
          <p:cNvSpPr>
            <a:spLocks noGrp="1"/>
          </p:cNvSpPr>
          <p:nvPr>
            <p:ph type="pic" idx="5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Collapsed empty regions</a:t>
            </a:r>
            <a:endParaRPr lang="en-US" sz="4050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Named custom regions</a:t>
            </a:r>
            <a:endParaRPr lang="en-US" sz="4050" dirty="0"/>
          </a:p>
        </p:txBody>
      </p:sp>
      <p:sp>
        <p:nvSpPr>
          <p:cNvPr id="3" name="OPF text slides.1.block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First region source.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1"/>
          <a:srcRect l="22306" t="0" r="22306" b="0"/>
          <a:stretch>
            <a:fillRect/>
          </a:stretch>
        </p:blipFill>
        <p:spPr>
          <a:xfrm>
            <a:off x="6210300" y="1404747"/>
            <a:ext cx="5433060" cy="4904613"/>
          </a:xfrm>
          <a:prstGeom prst="rect">
            <a:avLst/>
          </a:prstGeom>
        </p:spPr>
      </p:pic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Maximum empty template</a:t>
            </a:r>
            <a:endParaRPr lang="en-US" sz="405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36174616C6F6773223A7B22637573746F6D223A7B226C61796F757473223A7B226E616D65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2C226D6178696D756D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D6178696D756D222C2267726F7570223A22637573746F6D222C227265666572656E6365223A226D6178696D756D222C2268617368223A2261663037613764663666323164646563222C22726567696F6E73223A7B22333030223A2263656C6C2D302D30222C22333031223A2263656C6C2D302D31222C22333032223A2263656C6C2D302D32222C22333033223A2263656C6C2D302D33222C22333034223A2263656C6C2D302D34222C22333035223A2263656C6C2D302D35222C22333036223A2263656C6C2D302D36222C22333037223A2263656C6C2D302D37222C22333038223A2263656C6C2D302D38222C22333039223A2263656C6C2D302D39222C22333130223A2263656C6C2D302D3130222C22333131223A2263656C6C2D302D3131222C22333132223A2263656C6C2D312D30222C22333133223A2263656C6C2D312D31222C22333134223A2263656C6C2D312D32222C22333135223A2263656C6C2D312D33222C22333136223A2263656C6C2D312D34222C22333137223A2263656C6C2D312D35222C22333138223A2263656C6C2D312D36222C22333139223A2263656C6C2D312D37222C22333230223A2263656C6C2D312D38222C22333231223A2263656C6C2D312D39222C22333232223A2263656C6C2D312D3130222C22333233223A2263656C6C2D312D3131222C22333234223A2263656C6C2D322D30222C22333235223A2263656C6C2D322D31222C22333236223A2263656C6C2D322D32222C22333237223A2263656C6C2D322D33222C22333238223A2263656C6C2D322D34222C22333239223A2263656C6C2D322D35222C22333330223A2263656C6C2D322D36222C22333331223A2263656C6C2D322D37222C22333332223A2263656C6C2D322D38222C22333333223A2263656C6C2D322D39222C22333334223A2263656C6C2D322D3130222C22333335223A2263656C6C2D322D3131222C22333336223A2263656C6C2D332D30222C22333337223A2263656C6C2D332D31222C22333338223A2263656C6C2D332D32222C22333339223A2263656C6C2D332D33222C22333430223A2263656C6C2D332D34222C22333431223A2263656C6C2D332D35222C22333432223A2263656C6C2D332D36222C22333433223A2263656C6C2D332D37222C22333434223A2263656C6C2D332D38222C22333435223A2263656C6C2D332D39222C22333436223A2263656C6C2D332D3130222C22333437223A2263656C6C2D332D3131222C22333438223A2263656C6C2D342D30222C22333439223A2263656C6C2D342D31222C22333530223A2263656C6C2D342D32222C22333531223A2263656C6C2D342D33222C22333532223A2263656C6C2D342D34222C22333533223A2263656C6C2D342D35222C22333534223A2263656C6C2D342D36222C22333535223A2263656C6C2D342D37222C22333536223A2263656C6C2D342D38222C22333537223A2263656C6C2D342D39222C22333538223A2263656C6C2D342D3130222C22333539223A2263656C6C2D342D3131222C22333630223A2263656C6C2D352D30222C22333631223A2263656C6C2D352D31222C22333632223A2263656C6C2D352D32222C22333633223A2263656C6C2D352D33222C22333634223A2263656C6C2D352D34222C22333635223A2263656C6C2D352D35222C22333636223A2263656C6C2D352D36222C22333637223A2263656C6C2D352D37222C22333638223A2263656C6C2D352D38222C22333639223A2263656C6C2D352D39222C22333730223A2263656C6C2D352D3130222C22333731223A2263656C6C2D352D3131222C22333732223A2263656C6C2D362D30222C22333733223A2263656C6C2D362D31222C22333734223A2263656C6C2D362D32222C22333735223A2263656C6C2D362D33222C22333736223A2263656C6C2D362D34222C22333737223A2263656C6C2D362D35222C22333738223A2263656C6C2D362D36222C22333739223A2263656C6C2D362D37222C22333830223A2263656C6C2D362D38222C22333831223A2263656C6C2D362D39222C22333832223A2263656C6C2D362D3130222C22333833223A2263656C6C2D362D3131222C22333834223A2263656C6C2D372D30222C22333835223A2263656C6C2D372D31222C22333836223A2263656C6C2D372D32222C22333837223A2263656C6C2D372D33222C22333838223A2263656C6C2D372D34222C22333839223A2263656C6C2D372D35222C22333930223A2263656C6C2D372D36222C22333931223A2263656C6C2D372D37222C22333932223A2263656C6C2D372D38222C22333933223A2263656C6C2D372D39222C22333934223A2263656C6C2D372D3130222C22333935223A2263656C6C2D372D3131222C22333936223A2263656C6C2D382D30222C22333937223A2263656C6C2D382D31222C22333938223A2263656C6C2D382D32222C22333939223A2263656C6C2D382D33222C22343030223A2263656C6C2D382D34222C22343031223A2263656C6C2D382D35222C22343032223A2263656C6C2D382D36222C22343033223A2263656C6C2D382D37222C22343034223A2263656C6C2D382D38222C22343035223A2263656C6C2D382D39222C22343036223A2263656C6C2D382D3130222C22343037223A2263656C6C2D382D3131222C22343038223A2263656C6C2D392D30222C22343039223A2263656C6C2D392D31222C22343130223A2263656C6C2D392D32222C22343131223A2263656C6C2D392D33222C22343132223A2263656C6C2D392D34222C22343133223A2263656C6C2D392D35222C22343134223A2263656C6C2D392D36222C22343135223A2263656C6C2D392D37222C22343136223A2263656C6C2D392D38222C22343137223A2263656C6C2D392D39222C22343138223A2263656C6C2D392D3130222C22343139223A2263656C6C2D392D3131222C22343230223A2263656C6C2D31302D30222C22343231223A2263656C6C2D31302D31222C22343232223A2263656C6C2D31302D32222C22343233223A2263656C6C2D31302D33222C22343234223A2263656C6C2D31302D34222C22343235223A2263656C6C2D31302D35222C22343236223A2263656C6C2D31302D36222C22343237223A2263656C6C2D31302D37222C22343238223A2263656C6C2D31302D38222C22343239223A2263656C6C2D31302D39222C22343330223A2263656C6C2D31302D3130222C22343331223A2263656C6C2D31302D3131222C22343332223A2263656C6C2D31312D30222C22343333223A2263656C6C2D31312D31222C22343334223A2263656C6C2D31312D32222C22343335223A2263656C6C2D31312D33222C22343336223A2263656C6C2D31312D34222C22343337223A2263656C6C2D31312D35222C22343338223A2263656C6C2D31312D36222C22343339223A2263656C6C2D31312D37222C22343430223A2263656C6C2D31312D38222C22343431223A2263656C6C2D31312D39222C22343432223A2263656C6C2D31312D3130222C22343433223A2263656C6C2D31312D3131227D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"/>
</p:tagLst>
</file>

<file path=ppt/tags/opfLayout30.xml><?xml version="1.0" encoding="utf-8"?>
<p:tagLst xmlns:p="http://schemas.openxmlformats.org/presentationml/2006/main">
  <p:tag name="OPF_LAYOUT_V1" val="7B2276223A312C226964223A226E616D6564222C2267726F7570223A22637573746F6D222C227265666572656E6365223A226E616D6564222C2268617368223A2235626434656537626137356633653831222C22726567696F6E73223A7B22333030223A226669727374222C22353030223A227365636F6E64227D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"/>
</p:tagLst>
</file>

<file path=ppt/tags/opfSlide1.xml><?xml version="1.0" encoding="utf-8"?>
<p:tagLst xmlns:p="http://schemas.openxmlformats.org/presentationml/2006/main">
  <p:tag name="OPF_SLIDE_V1" val="7B2276223A312C22736C696465223A302C226C61796F7574223A2274776F2D636F6C756D6E222C226E6174697665223A7B22737472756374757265223A223139303230636332353734613031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37573746F6D3A6E616D6564222C22636F6E74656E74223A7B22666F726D223A22626C6F636B73222C22626C6F636B73223A5B7B2274223A226C656166222C226B223A2274657874222C22696E223A226669727374222C22626F78223A5B35372E362C3134372E352C3537302E342C3531342E395D7D2C7B2274223A226C656166222C226B223A22696D616765222C22696E223A227365636F6E64222C22626F78223A5B3635322C3134372E352C3537302E342C3531342E395D7D5D7D2C226C61796F75745265636F7264223A7B2267726F7570223A22637573746F6D222C226964223A226E616D656422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2C226E6174697665223A7B22737472756374757265223A223065363062313162383130393432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637573746F6D3A6D6178696D756D222C226C61796F75745265636F7264223A7B2267726F7570223A22637573746F6D222C226964223A226D6178696D756D22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2C226E6174697665223A7B22737472756374757265223A223139303230636332353734613031222C226261636B67726F756E64223A223131336637323562636232336536222C227374796C65223A223035326661666130643663633635227D7D"/>
</p:tagLst>
</file>

<file path=ppt/tags/opfText1.xml><?xml version="1.0" encoding="utf-8"?>
<p:tagLst xmlns:p="http://schemas.openxmlformats.org/presentationml/2006/main">
  <p:tag name="OPF_TEXT_V1" val="7B2276223A312C2267726F7570223A22736C696465732E312E626C6F636B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