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heme/theme2.xml" ContentType="application/vnd.openxmlformats-officedocument.them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custDataLst>
    <p:tags r:id="rId4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4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9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543306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543306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0"/>
            <a:ext cx="5981700" cy="6858000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1109472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1109472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items"/>
          <p:cNvSpPr>
            <a:spLocks noGrp="1"/>
          </p:cNvSpPr>
          <p:nvPr>
            <p:ph type="body" idx="3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ssag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4951095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etails"/>
          <p:cNvSpPr>
            <a:spLocks noGrp="1"/>
          </p:cNvSpPr>
          <p:nvPr>
            <p:ph idx="1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ote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ll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llar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" name="verdict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tep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imelin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idx="101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FA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estion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tric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ard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0" y="1809560"/>
            <a:ext cx="12192000" cy="504844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userDrawn="1">
  <p:cSld name="Imag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body"/>
          <p:cNvSpPr>
            <a:spLocks noGrp="1"/>
          </p:cNvSpPr>
          <p:nvPr>
            <p:ph idx="100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s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"/>
          <p:cNvSpPr>
            <a:spLocks noGrp="1"/>
          </p:cNvSpPr>
          <p:nvPr>
            <p:ph type="chart" idx="7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de"/>
          <p:cNvSpPr>
            <a:spLocks noGrp="1"/>
          </p:cNvSpPr>
          <p:nvPr>
            <p:ph idx="1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type="body" idx="3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ead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support"/>
          <p:cNvSpPr>
            <a:spLocks noGrp="1"/>
          </p:cNvSpPr>
          <p:nvPr>
            <p:ph idx="101"/>
          </p:nvPr>
        </p:nvSpPr>
        <p:spPr>
          <a:xfrm>
            <a:off x="548640" y="4885627"/>
            <a:ext cx="11094720" cy="142373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sh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kpi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170848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charts"/>
          <p:cNvSpPr>
            <a:spLocks noGrp="1"/>
          </p:cNvSpPr>
          <p:nvPr>
            <p:ph idx="101"/>
          </p:nvPr>
        </p:nvSpPr>
        <p:spPr>
          <a:xfrm>
            <a:off x="548640" y="3746640"/>
            <a:ext cx="11094720" cy="256272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eopl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ogo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OPF a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628352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fld id="{0F0F2701-0001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110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686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fld id="{0F0F2701-0001-4000-8000-00000000000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0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Roboto" pitchFamily="34" charset="0"/>
              </a:rPr>
              <a:t>Descriptions remain descriptions</a:t>
            </a:r>
            <a:endParaRPr lang="en-US" sz="4050" dirty="0"/>
          </a:p>
        </p:txBody>
      </p:sp>
      <p:sp>
        <p:nvSpPr>
          <p:cNvPr id="3" name="OPF list slides.0.items line 0"/>
          <p:cNvSpPr/>
          <p:nvPr/>
        </p:nvSpPr>
        <p:spPr>
          <a:xfrm>
            <a:off x="548640" y="1405592"/>
            <a:ext cx="1109472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35280" indent="-335280" algn="l">
              <a:lnSpc>
                <a:spcPct val="100000"/>
              </a:lnSpc>
              <a:buClr>
                <a:schemeClr val="bg1"/>
              </a:buClr>
              <a:buSzPts val="2400"/>
              <a:buFont typeface="Roboto"/>
              <a:buChar char="•"/>
            </a:pPr>
            <a:r>
              <a:rPr lang="en-US" sz="2400" dirty="0">
                <a:solidFill>
                  <a:schemeClr val="bg1"/>
                </a:solidFill>
                <a:latin typeface="Roboto" pitchFamily="34" charset="0"/>
              </a:rPr>
              <a:t>With a description</a:t>
            </a:r>
            <a:endParaRPr lang="en-US" sz="2400" dirty="0"/>
          </a:p>
        </p:txBody>
      </p:sp>
      <p:sp>
        <p:nvSpPr>
          <p:cNvPr id="4" name="OPF list slides.0.items line 1"/>
          <p:cNvSpPr/>
          <p:nvPr/>
        </p:nvSpPr>
        <p:spPr>
          <a:xfrm>
            <a:off x="883920" y="1814024"/>
            <a:ext cx="10759440" cy="304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68" dirty="0">
                <a:solidFill>
                  <a:schemeClr val="bg2"/>
                </a:solidFill>
                <a:latin typeface="Roboto" pitchFamily="34" charset="0"/>
              </a:rPr>
              <a:t>about it</a:t>
            </a:r>
            <a:endParaRPr lang="en-US" sz="1968" dirty="0"/>
          </a:p>
        </p:txBody>
      </p:sp>
      <p:sp>
        <p:nvSpPr>
          <p:cNvPr id="5" name="OPF list slides.0.items line 2"/>
          <p:cNvSpPr/>
          <p:nvPr/>
        </p:nvSpPr>
        <p:spPr>
          <a:xfrm>
            <a:off x="548640" y="2204290"/>
            <a:ext cx="1109472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35280" indent="-335280" algn="l">
              <a:lnSpc>
                <a:spcPct val="100000"/>
              </a:lnSpc>
              <a:buClr>
                <a:schemeClr val="bg1"/>
              </a:buClr>
              <a:buSzPts val="2400"/>
              <a:buFont typeface="Roboto"/>
              <a:buChar char="•"/>
            </a:pPr>
            <a:r>
              <a:rPr lang="en-US" sz="2400" dirty="0">
                <a:solidFill>
                  <a:schemeClr val="bg1"/>
                </a:solidFill>
                <a:latin typeface="Roboto" pitchFamily="34" charset="0"/>
              </a:rPr>
              <a:t>Unchanged second entry</a:t>
            </a:r>
            <a:endParaRPr lang="en-US" sz="2400" dirty="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DOCUMENT_V1" val="7B2276223A312C22736C69646573223A312C22616273656E74223A5B2224736368656D61222C226E616D65222C226C616E6775616765222C2264657369676E2E7468656D65222C2264657369676E2E636F6C6F72536368656D65225D2C2264657369676E223A7B22666F6E74536368656D65223A22726F626F746F222C2264696D656E73696F6E73223A7B227769647468496E63686573223A31332E3333333333332C22686569676874496E63686573223A372E357D7D2C226E6174697665223A7B22636F6C6F7273223A7B22646B31223A22737267623A303030303030222C226C7431223A22737267623A464646464646222C22646B32223A22737267623A303131383432222C226C7432223A22737267623A463046304630222C22616363656E7431223A22737267623A323837344136222C22616363656E7432223A22737267623A314234463732222C22616363656E7433223A22737267623A353439394337222C22616363656E7434223A22737267623A374244424232222C22616363656E7435223A22737267623A334143363741222C22616363656E7436223A22737267623A323441383945222C22686C696E6B223A22737267623A303030304545222C22666F6C486C696E6B223A22737267623A353531413842227D2C22666F6E7473223A7B226D616A6F72223A7B226C6174696E223A22526F626F746F222C226561223A22526F626F746F222C226373223A22227D2C226D696E6F72223A7B226C6174696E223A22526F626F746F222C226561223A22526F626F746F222C226373223A22227D7D2C2273697A65223A7B226378223A223132313932303030222C226379223A2236383538303030227D7D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F766572222C2267726F7570223A2264656661756C74222C22736F75726365223A2268747470733A2F2F7777772E707074782E67616C6C657279222C227265666572656E6365223A22636F766572222C2268617368223A2262663666333039366334393362626537222C22726567696F6E73223A7B22353030223A226D65646961227D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3656374696F6E222C2267726F7570223A2264656661756C74222C22736F75726365223A2268747470733A2F2F7777772E707074782E67616C6C657279222C227265666572656E6365223A2273656374696F6E222C2268617368223A2265616631313961613066653964626137222C22726567696F6E73223A7B7D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167656E6461222C2267726F7570223A2264656661756C74222C22736F75726365223A2268747470733A2F2F7777772E707074782E67616C6C657279222C227265666572656E6365223A226167656E6461222C2268617368223A2233376533613636656135383131616363222C22726567696F6E73223A7B22333030223A226974656D73227D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3746174656D656E74222C2267726F7570223A2264656661756C74222C22736F75726365223A2268747470733A2F2F7777772E707074782E67616C6C657279222C227265666572656E6365223A2273746174656D656E74222C2268617368223A2262353035306331666461303166613734222C22726567696F6E73223A7B22313030223A226D657373616765227D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C6F73696E67222C2267726F7570223A2264656661756C74222C22736F75726365223A2268747470733A2F2F7777772E707074782E67616C6C657279222C227265666572656E6365223A22636C6F73696E67222C2268617368223A2236663633653165613935613936353137222C22726567696F6E73223A7B22313030223A2264657461696C73227D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57874222C2267726F7570223A2264656661756C74222C22736F75726365223A2268747470733A2F2F7777772E707074782E67616C6C657279222C227265666572656E6365223A2274657874222C2268617368223A2261313433376133383831313261363631222C22726567696F6E73223A7B22313030223A22626F6479227D7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C697374222C2267726F7570223A2264656661756C74222C22736F75726365223A2268747470733A2F2F7777772E707074782E67616C6C657279222C227265666572656E6365223A226C697374222C2268617368223A2233373238653736303766346630386636222C22726567696F6E73223A7B22313030223A22626F6479227D7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1756F7465222C2267726F7570223A2264656661756C74222C22736F75726365223A2268747470733A2F2F7777772E707074782E67616C6C657279222C227265666572656E6365223A2271756F7465222C2268617368223A2263666633663631313763326132343764222C22726567696F6E73223A7B22313030223A2271756F746573227D7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776F2D636F6C756D6E222C2267726F7570223A2264656661756C74222C22736F75726365223A2268747470733A2F2F7777772E707074782E67616C6C657279222C227265666572656E6365223A2274776F2D636F6C756D6E222C2268617368223A2265623139313765393432316330313865222C22726567696F6E73223A7B22313030223A226669727374222C22313031223A227365636F6E64227D7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0696C6C617273222C2267726F7570223A2264656661756C74222C22736F75726365223A2268747470733A2F2F7777772E707074782E67616C6C657279222C227265666572656E6365223A2270696C6C617273222C2268617368223A2266303464386531623664626534343834222C22726567696F6E73223A7B22313030223A2270696C6C617273227D7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F6D70617269736F6E222C2267726F7570223A2264656661756C74222C22736F75726365223A2268747470733A2F2F7777772E707074782E67616C6C657279222C227265666572656E6365223A22636F6D70617269736F6E222C2268617368223A2265643765653933613034653335336463222C22726567696F6E73223A7B22313030223A226669727374222C22313031223A227365636F6E64222C22333030223A2276657264696374227D7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0726F63657373222C2267726F7570223A2264656661756C74222C22736F75726365223A2268747470733A2F2F7777772E707074782E67616C6C657279222C227265666572656E6365223A2270726F63657373222C2268617368223A2238393366653234623638626663333932222C22726567696F6E73223A7B22313030223A227374657073227D7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96D656C696E65222C2267726F7570223A2264656661756C74222C22736F75726365223A2268747470733A2F2F7777772E707074782E67616C6C657279222C227265666572656E6365223A2274696D656C696E65222C2268617368223A2266383462366436373337613436363331222C22726567696F6E73223A7B22313030223A2274696D656C696E65222C22313031223A226E6F746573227D7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66171222C2267726F7570223A2264656661756C74222C22736F75726365223A2268747470733A2F2F7777772E707074782E67616C6C657279222C227265666572656E6365223A22666171222C2268617368223A2238633163653865663935336262393335222C22726567696F6E73223A7B22313030223A227175657374696F6E73227D7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D657472696373222C2267726F7570223A2264656661756C74222C22736F75726365223A2268747470733A2F2F7777772E707074782E67616C6C657279222C227265666572656E6365223A226D657472696373222C2268617368223A2263643664373732303737363639663131222C22726567696F6E73223A7B22313030223A226D657472696373222C22333030223A226E6F7465227D7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3636F726563617264222C2267726F7570223A2264656661756C74222C22736F75726365223A2268747470733A2F2F7777772E707074782E67616C6C657279222C227265666572656E6365223A2273636F726563617264222C2268617368223A2230366331383265343032303865666436222C22726567696F6E73223A7B22313030223A226361726473227D7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96D616765222C2267726F7570223A2264656661756C74222C22736F75726365223A2268747470733A2F2F7777772E707074782E67616C6C657279222C227265666572656E6365223A22696D616765222C2268617368223A2232613766393834613764613739653534222C22726567696F6E73223A7B22353030223A226D65646961227D7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96D6167652D626573696465222C2267726F7570223A2264656661756C74222C22736F75726365223A2268747470733A2F2F7777772E707074782E67616C6C657279222C227265666572656E6365223A22696D6167652D626573696465222C2268617368223A2266623834346334613537636461336463222C22726567696F6E73223A7B22313030223A22626F6479222C22353030223A226D65646961227D7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7616C6C657279222C2267726F7570223A2264656661756C74222C22736F75726365223A2268747470733A2F2F7777772E707074782E67616C6C657279222C227265666572656E6365223A2267616C6C657279222C2268617368223A2261643937326433643966653961353139222C22726567696F6E73223A7B22353030223A227069637475726573227D7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8617274222C2267726F7570223A2264656661756C74222C22736F75726365223A2268747470733A2F2F7777772E707074782E67616C6C657279222C227265666572656E6365223A226368617274222C2268617368223A2232343463303761323736396663346131222C22726567696F6E73223A7B22313030223A22636861727473222C22333030223A226E6F7465227D7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86172742D626573696465222C2267726F7570223A2264656661756C74222C22736F75726365223A2268747470733A2F2F7777772E707074782E67616C6C657279222C227265666572656E6365223A2263686172742D626573696465222C2268617368223A2239343663666562393866613130623536222C22726567696F6E73223A7B22313030223A226E6F746573222C22373030223A226368617274227D7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1626C65222C2267726F7570223A2264656661756C74222C22736F75726365223A2268747470733A2F2F7777772E707074782E67616C6C657279222C227265666572656E6365223A227461626C65222C2268617368223A2261343836626161646261323165363132222C22726567696F6E73223A7B22333030223A226E6F7465222C22393030223A227461626C65227D7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1626C652D626573696465222C2267726F7570223A2264656661756C74222C22736F75726365223A2268747470733A2F2F7777772E707074782E67616C6C657279222C227265666572656E6365223A227461626C652D626573696465222C2268617368223A2232633466376664656166306232376431222C22726567696F6E73223A7B22313030223A226E6F746573222C22393030223A227461626C65227D7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F6465222C2267726F7570223A2264656661756C74222C22736F75726365223A2268747470733A2F2F7777772E707074782E67616C6C657279222C227265666572656E6365223A22636F6465222C2268617368223A2239376333663165376161393264313662222C22726567696F6E73223A7B22313030223A22636F6465222C22333030223A226E6F746573227D7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865726F222C2267726F7570223A2264656661756C74222C22736F75726365223A2268747470733A2F2F7777772E707074782E67616C6C657279222C227265666572656E6365223A226865726F222C2268617368223A2262353331623663306233353635306364222C22726567696F6E73223A7B22313030223A226C656164222C22313031223A22737570706F7274222C22353030223A226D65646961227D7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4617368626F617264222C2267726F7570223A2264656661756C74222C22736F75726365223A2268747470733A2F2F7777772E707074782E67616C6C657279222C227265666572656E6365223A2264617368626F617264222C2268617368223A2233323232623837333034666462646434222C22726567696F6E73223A7B22313030223A226B706973222C22313031223A22636861727473227D7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5616D222C2267726F7570223A2264656661756C74222C22736F75726365223A2268747470733A2F2F7777772E707074782E67616C6C657279222C227265666572656E6365223A227465616D222C2268617368223A2235386532366332386139336135353539222C22726567696F6E73223A7B22313030223A2270656F706C65227D7D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C6F676F73222C2267726F7570223A2264656661756C74222C22736F75726365223A2268747470733A2F2F7777772E707074782E67616C6C657279222C227265666572656E6365223A226C6F676F73222C2268617368223A2232396562333531356333366639303739222C22726567696F6E73223A7B22313030223A226C6F676F73227D7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175746F222C2267726F7570223A22637573746F6D222C227265666572656E6365223A226175746F222C2268617368223A2266643765363834343464356561666632222C22726567696F6E73223A7B7D7D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SLIDE_V1" val="7B2276223A312C22736C696465223A302C22636F6E74656E74223A7B22666F726D223A22726F6F74222C226669656C64223A226974656D73222C22626F78223A5B35372E362C3134372E362C313136342E382C3531342E385D7D2C226C69737452756E73223A5B5B22736C696465732E302E6974656D73222C7B2274657874223A7B22626F6C64223A66616C73652C22636F6C6F72223A2223464646464646222C22666F6E7453697A65223A32342C22666F6E7446616D696C79223A22526F626F746F227D2C226465736372697074696F6E223A7B22626F6C64223A66616C73652C22636F6C6F72223A2223463046304630222C22666F6E7453697A65223A31392E36382C22666F6E7446616D696C79223A22526F626F746F227D7D5D5D2C226C697374526F6C6573223A5B5B22736C696465732E302E6974656D73222C5B5B302C2274657874222C747275655D2C5B302C226465736372697074696F6E222C66616C73655D2C5B312C2274657874222C747275655D5D5D5D2C226E6174697665223A7B22737472756374757265223A223062643830303833316536303337222C226261636B67726F756E64223A223131336637323562636232336536222C227374796C65223A223062303266663939633536653433222C226C6973744964656E74697479223A223164613736363236356331373963227D7D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</Words>
  <Application>Microsoft Office PowerPoint</Application>
  <PresentationFormat>Widescreen</PresentationFormat>
  <Paragraphs>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Roboto</vt:lpstr>
      <vt:lpstr>Office Theme</vt:lpstr>
      <vt:lpstr>Descriptions remain descriptions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1</cp:revision>
  <dcterms:created xsi:type="dcterms:W3CDTF">2026-01-01T00:00:00Z</dcterms:created>
  <dcterms:modified xsi:type="dcterms:W3CDTF">2026-10-14T06:19:05Z</dcterms:modified>
</cp:coreProperties>
</file>