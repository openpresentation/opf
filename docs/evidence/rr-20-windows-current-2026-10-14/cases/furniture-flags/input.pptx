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543306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1109472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25187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68354"/>
            <a:ext cx="11094720" cy="141509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69811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36277"/>
            <a:ext cx="11094720" cy="2547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False and empty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false and empty.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Empty and false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empty and false.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Inactive fields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inactive fields.</a:t>
            </a:r>
            <a:endParaRPr lang="en-US" sz="1875" dirty="0"/>
          </a:p>
        </p:txBody>
      </p:sp>
      <p:sp>
        <p:nvSpPr>
          <p:cNvPr id="4" name="OPF furniture 2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2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Furniture1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7B7D7D7D2C227061727473223A5B5D7D"/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2C22666F6F746572223A7B2273636F7065223A226C6F63616C222C2276616C7565223A66616C73657D7D2C227061727473223A5B5D7D"/>
  <p:tag name="OPF_SLIDE_V1" val="7B2276223A312C22736C696465223A31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C6F63616C222C2276616C7565223A7B226C656674223A7B2274657874223A226C69746572616C227D2C2263656E746572223A7B2264617465223A66616C73657D7D7D2C22666F6F746572223A7B2273636F7065223A226C6F63616C222C2276616C7565223A7B227269676874223A7B2274657874223A226C69746572616C227D7D7D7D2C227061727473223A5B7B226B696E64223A22686561646572222C227A6F6E65223A226C656674222C226669656C64223A2274657874222C2274797065223A2274657874222C22636F756E74223A317D2C7B226B696E64223A22666F6F746572222C227A6F6E65223A227269676874222C226669656C64223A2274657874222C2274797065223A2274657874222C22636F756E74223A317D5D7D"/>
  <p:tag name="OPF_SLIDE_V1" val="7B2276223A312C22736C696465223A322C22636F6E74656E74223A7B22666F726D223A22726F6F74222C226669656C64223A2274657874222C22626F78223A5B35372E362C3134372E352C313136342E382C3531322E325D7D2C226E6174697665223A7B22737472756374757265223A223135613962316431653134363235222C226261636B67726F756E64223A223131336637323562636232336536222C227374796C65223A223035326661666130643663633635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