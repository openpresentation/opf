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Make the next step explicit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OpfHeading2"/>
            </p:custDataLst>
          </p:nvPr>
        </p:nvSpPr>
        <p:spPr>
          <a:xfrm>
            <a:off x="548640" y="129129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sp>
        <p:nvSpPr>
          <p:cNvPr id="4" name="OPF list slides.0.blocks.0.items line 0"/>
          <p:cNvSpPr/>
          <p:nvPr/>
        </p:nvSpPr>
        <p:spPr>
          <a:xfrm>
            <a:off x="548640" y="18159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Close the audit gaps</a:t>
            </a:r>
            <a:endParaRPr lang="en-US" sz="2400" dirty="0"/>
          </a:p>
        </p:txBody>
      </p:sp>
      <p:sp>
        <p:nvSpPr>
          <p:cNvPr id="5" name="OPF list slides.0.blocks.0.items line 1"/>
          <p:cNvSpPr/>
          <p:nvPr/>
        </p:nvSpPr>
        <p:spPr>
          <a:xfrm>
            <a:off x="548640" y="22731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Pilot with two teams</a:t>
            </a:r>
            <a:endParaRPr lang="en-US" sz="2400" dirty="0"/>
          </a:p>
        </p:txBody>
      </p:sp>
      <p:sp>
        <p:nvSpPr>
          <p:cNvPr id="6" name="OPF list slides.0.blocks.0.items line 2"/>
          <p:cNvSpPr/>
          <p:nvPr/>
        </p:nvSpPr>
        <p:spPr>
          <a:xfrm>
            <a:off x="548640" y="27303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Report every week</a:t>
            </a:r>
            <a:endParaRPr lang="en-US" sz="2400" dirty="0"/>
          </a:p>
        </p:txBody>
      </p:sp>
      <p:sp>
        <p:nvSpPr>
          <p:cNvPr id="7" name="OPF list slides.0.blocks.1.items line 0"/>
          <p:cNvSpPr/>
          <p:nvPr/>
        </p:nvSpPr>
        <p:spPr>
          <a:xfrm>
            <a:off x="4323080" y="18159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Hire two engineers</a:t>
            </a:r>
            <a:endParaRPr lang="en-US" sz="2400" dirty="0"/>
          </a:p>
        </p:txBody>
      </p:sp>
      <p:sp>
        <p:nvSpPr>
          <p:cNvPr id="8" name="OPF list slides.0.blocks.1.items line 1"/>
          <p:cNvSpPr/>
          <p:nvPr/>
        </p:nvSpPr>
        <p:spPr>
          <a:xfrm>
            <a:off x="4323080" y="22731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Ship the mobile beta</a:t>
            </a:r>
            <a:endParaRPr lang="en-US" sz="2400" dirty="0"/>
          </a:p>
        </p:txBody>
      </p:sp>
      <p:sp>
        <p:nvSpPr>
          <p:cNvPr id="9" name="OPF list slides.0.blocks.1.items line 2"/>
          <p:cNvSpPr/>
          <p:nvPr/>
        </p:nvSpPr>
        <p:spPr>
          <a:xfrm>
            <a:off x="4323080" y="27303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Retire the old portal</a:t>
            </a:r>
            <a:endParaRPr lang="en-US" sz="2400" dirty="0"/>
          </a:p>
        </p:txBody>
      </p:sp>
      <p:sp>
        <p:nvSpPr>
          <p:cNvPr id="10" name="OPF list slides.0.blocks.2.items line 0"/>
          <p:cNvSpPr/>
          <p:nvPr/>
        </p:nvSpPr>
        <p:spPr>
          <a:xfrm>
            <a:off x="8097520" y="18159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Agree the budget</a:t>
            </a:r>
            <a:endParaRPr lang="en-US" sz="2400" dirty="0"/>
          </a:p>
        </p:txBody>
      </p:sp>
      <p:sp>
        <p:nvSpPr>
          <p:cNvPr id="11" name="OPF list slides.0.blocks.2.items line 1"/>
          <p:cNvSpPr/>
          <p:nvPr/>
        </p:nvSpPr>
        <p:spPr>
          <a:xfrm>
            <a:off x="8097520" y="22731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Name the owners</a:t>
            </a:r>
            <a:endParaRPr lang="en-US" sz="2400" dirty="0"/>
          </a:p>
        </p:txBody>
      </p:sp>
      <p:sp>
        <p:nvSpPr>
          <p:cNvPr id="12" name="OPF list slides.0.blocks.2.items line 2"/>
          <p:cNvSpPr/>
          <p:nvPr/>
        </p:nvSpPr>
        <p:spPr>
          <a:xfrm>
            <a:off x="8097520" y="27303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Review in March</a:t>
            </a:r>
            <a:endParaRPr lang="en-US" sz="2400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6C697374223A7B226E616D65223A224C697374222C2273756D6D617279223A2242756C6C65746564206F72206E756D626572656420706F696E74733B206F6E65206C6F6E67206C69737420666C6F777320696E746F20636F6C756D6E732E222C2274616773223A5B2254657874225D2C226172656173223A5B5B227469746C65225D2C5B22626F6479225D5D2C22636F6C756D6E73223A5B315D2C22726F7773223A5B226175746F222C315D2C22726567696F6E73223A7B22626F6479223A7B2261636365707473223A5B226C697374222C2274657874222C2267726F7570225D2C22726F6C65223A227072696D617279222C22666C6F77223A226175746F222C226C697374436F6C756D6E73223A226175746F227D7D2C226465736372697074696F6E223A2250726573656E74207365766572616C2072656C6174656420706F696E747320696E206120636C6561722073657175656E63652E205573652062756C6C65747320666F7220696E646570656E64656E7420706F696E7473206F72206E756D6265726564206974656D7320666F7220616E206F726465726564206C6973742E222C2270726576696577223A7B22766563746F72537263223A2268747470733A2F2F7777772E707074782E67616C6C6572792F6C61796F75742D70726576696577732F6C697374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8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9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0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1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2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3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4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5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6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7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8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19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0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1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2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3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4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5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6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7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8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4656661756C743A6C697374222C2268617368223A2233373238653736303766346630386636222C22726567696F6E73223A7B22313030223A22626F6479227D2C227265636F7264223A7B226E616D65223A224C697374222C2273756D6D617279223A2242756C6C65746564206F72206E756D626572656420706F696E74733B206F6E65206C6F6E67206C69737420666C6F777320696E746F20636F6C756D6E732E222C2274616773223A5B2254657874225D2C226172656173223A5B5B227469746C65225D2C5B22626F6479225D5D2C22636F6C756D6E73223A5B315D2C22726F7773223A5B226175746F222C315D2C22726567696F6E73223A7B22626F6479223A7B2261636365707473223A5B226C697374222C2274657874222C2267726F7570225D2C22726F6C65223A227072696D617279222C22666C6F77223A226175746F222C226C697374436F6C756D6E73223A226175746F227D7D2C226465736372697074696F6E223A2250726573656E74207365766572616C2072656C6174656420706F696E747320696E206120636C6561722073657175656E63652E205573652062756C6C65747320666F7220696E646570656E64656E7420706F696E7473206F72206E756D6265726564206974656D7320666F7220616E206F726465726564206C6973742E222C2270726576696577223A7B22766563746F72537263223A2268747470733A2F2F7777772E707074782E67616C6C6572792F6C61796F75742D70726576696577732F6C6973742E737667227D7D7D"/>
</p:tagLst>
</file>

<file path=ppt/tags/opfSlide1.xml><?xml version="1.0" encoding="utf-8"?>
<p:tagLst xmlns:p="http://schemas.openxmlformats.org/presentationml/2006/main">
  <p:tag name="OPF_SLIDE_V1" val="7B2276223A312C22736C696465223A302C226C61796F7574223A226C697374222C22636F6E74656E74223A7B22666F726D223A22626C6F636B73222C22626C6F636B73223A5B7B2274223A226C656166222C226B223A226C697374222C2270696E223A22626F6479222C22696E223A22626F6479222C22626F78223A5B35372E362C3139302E362C3337322E332C3437312E385D7D2C7B2274223A226C656166222C226B223A226C697374222C2270696E223A22626F6479222C22696E223A22626F6479222C22626F78223A5B3435332E392C3139302E362C3337322E332C3437312E385D7D2C7B2274223A226C656166222C226B223A226C697374222C2270696E223A22626F6479222C22696E223A22626F6479222C22626F78223A5B3835302E312C3139302E362C3337322E332C3437312E385D7D5D7D2C226C69737452756E73223A5B5B22736C696465732E302E626C6F636B732E302E6974656D73222C7B2274657874223A7B22626F6C64223A66616C73652C22636F6C6F72223A2223303030303030222C22666F6E7453697A65223A32342C22666F6E7446616D696C79223A22526F626F746F227D7D5D2C5B22736C696465732E302E626C6F636B732E312E6974656D73222C7B2274657874223A7B22626F6C64223A66616C73652C22636F6C6F72223A2223303030303030222C22666F6E7453697A65223A32342C22666F6E7446616D696C79223A22526F626F746F227D7D5D2C5B22736C696465732E302E626C6F636B732E322E6974656D73222C7B2274657874223A7B22626F6C64223A66616C73652C22636F6C6F72223A2223303030303030222C22666F6E7453697A65223A32342C22666F6E7446616D696C79223A22526F626F746F227D7D5D5D2C226C61796F75745265636F7264223A7B2267726F7570223A2264656661756C74222C226964223A226C697374222C22736F75726365223A2268747470733A2F2F7777772E707074782E67616C6C657279222C227265636F7264223A7B226E616D65223A224C697374222C2273756D6D617279223A2242756C6C65746564206F72206E756D626572656420706F696E74733B206F6E65206C6F6E67206C69737420666C6F777320696E746F20636F6C756D6E732E222C2274616773223A5B2254657874225D2C226172656173223A5B5B227469746C65225D2C5B22626F6479225D5D2C22636F6C756D6E73223A5B315D2C22726F7773223A5B226175746F222C315D2C22726567696F6E73223A7B22626F6479223A7B2261636365707473223A5B226C697374222C2274657874222C2267726F7570225D2C22726F6C65223A227072696D617279222C22666C6F77223A226175746F222C226C697374436F6C756D6E73223A226175746F227D7D2C226465736372697074696F6E223A2250726573656E74207365766572616C2072656C6174656420706F696E747320696E206120636C6561722073657175656E63652E205573652062756C6C65747320666F7220696E646570656E64656E7420706F696E7473206F72206E756D6265726564206974656D7320666F7220616E206F726465726564206C6973742E222C2270726576696577223A7B22766563746F72537263223A2268747470733A2F2F7777772E707074782E67616C6C6572792F6C61796F75742D70726576696577732F6C6973742E737667227D7D7D2C226E6174697665223A7B22737472756374757265223A223130626538633439303237316536222C226261636B67726F756E64223A223134653163303531636431396636222C227374796C65223A223164316237666663613462313566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list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