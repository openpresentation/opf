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Data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Relationship Id="rIdOpfData1" Type="http://schemas.openxmlformats.org/officeDocument/2006/relationships/tags" Target="../tags/opf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Compare outcomes on consistent measures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129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graphicFrame>
        <p:nvGraphicFramePr>
          <p:cNvPr id="4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548640" y="1815911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2773680"/>
                <a:gridCol w="2773680"/>
                <a:gridCol w="2773680"/>
                <a:gridCol w="277368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Team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Participants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Completion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Median time (min)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28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89%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5.8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24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79%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6.7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OPF text slides.0.blocks.1.text line 0"/>
          <p:cNvSpPr/>
          <p:nvPr>
            <p:custDataLst>
              <p:tags r:id="rIdOpfText1"/>
            </p:custDataLst>
          </p:nvPr>
        </p:nvSpPr>
        <p:spPr>
          <a:xfrm>
            <a:off x="552584" y="60188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00" dirty="0">
                <a:solidFill>
                  <a:schemeClr val="tx1"/>
                </a:solidFill>
                <a:latin typeface="Roboto" pitchFamily="34" charset="0"/>
              </a:rPr>
              <a:t>Test with two teams for six weeks. Measure task completion and time before deciding what to scale.</a:t>
            </a:r>
            <a:endParaRPr lang="en-US" sz="1800" dirty="0"/>
          </a:p>
        </p:txBody>
      </p:sp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B312C7B226E616D65223A225061727469636970616E7473222C22666F726D6174223A2230227D2C225061727469636970616E7473225D2C5B322C7B226E616D65223A22436F6D706C6574696F6E222C22666F726D6174223A223025227D2C22436F6D706C6574696F6E225D2C5B332C7B226E616D65223A224D656469616E2074696D6520286D696E29222C22666F726D6174223A22302E30227D2C224D656469616E2074696D6520286D696E29225D5D2C2263656C6C73223A5B5B302C312C32382C6E756C6C2C223238225D2C5B302C322C302E38392C6E756C6C2C22383925225D2C5B302C332C352E382C6E756C6C2C22352E38225D2C5B312C312C32342C6E756C6C2C223234225D2C5B312C322C302E37392C6E756C6C2C22373925225D2C5B312C332C362E372C6E756C6C2C22362E37225D5D2C22617574686F726564223A7B22636F6C756D6E73223A5B225465616D222C7B226E616D65223A225061727469636970616E7473222C22666F726D6174223A2230227D2C7B226E616D65223A22436F6D706C6574696F6E222C22666F726D6174223A223025227D2C7B226E616D65223A224D656469616E2074696D6520286D696E29222C22666F726D6174223A22302E30227D5D2C22726F7773223A5B5B2241222C32382C302E38392C352E385D2C5B2242222C32342C302E37392C362E375D5D7D2C2265766964656E6365223A5B5B2230333633653838353163636636366433222C2233343962313033353061316539663635222C2230656539646663393134316239303665222C2238636336323164306464373834383133225D2C5B2232346263656165646234643564306639222C2263333538623264616565366662353031222C2261373439653137666462336464643339222C2232353063653136613631343561366538225D2C5B2234333331663335313338323039646361222C2230333933626130643761313934353933222C2264643133623030653134383062343833222C2230323363646633396436303432386530225D5D2C22656E7669726F6E6D656E74223A2263623435613862653461623064313563227D"/>
</p:tagLst>
</file>

<file path=ppt/tags/opfDocument.xml><?xml version="1.0" encoding="utf-8"?>
<p:tagLst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7461626C65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3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4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5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6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7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8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64656661756C743A7461626C65222C2268617368223A2261343836626161646261323165363132222C22726567696F6E73223A7B22333030223A226E6F7465222C22393030223A227461626C65227D2C227265636F7264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"/>
</p:tagLst>
</file>

<file path=ppt/tags/opfSlide1.xml><?xml version="1.0" encoding="utf-8"?>
<p:tagLst xmlns:p="http://schemas.openxmlformats.org/presentationml/2006/main">
  <p:tag name="OPF_SLIDE_V1" val="7B2276223A312C22736C696465223A302C226C61796F7574223A227461626C65222C22636F6E74656E74223A7B22666F726D223A22626C6F636B73222C22626C6F636B73223A5B7B2274223A226C656166222C226B223A227461626C65222C2270696E223A227461626C65222C22696E223A227461626C65222C22626F78223A5B35372E362C3139302E362C313136342E382C3431372E335D7D2C7B2274223A226C656166222C226B223A2274657874222C2270696E223A226E6F7465222C22696E223A226E6F7465222C22626F78223A5B35372E362C3633312E392C313136342E382C33302E355D7D5D7D2C226C61796F75745265636F7264223A7B2267726F7570223A2264656661756C74222C226964223A227461626C65222C22736F75726365223A2268747470733A2F2F7777772E707074782E67616C6C657279222C227265636F7264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2C226E6174697665223A7B22737472756374757265223A223036623561373434656462373432222C226261636B67726F756E64223A223134653163303531636431396636222C227374796C65223A223136383038303239653662326439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table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