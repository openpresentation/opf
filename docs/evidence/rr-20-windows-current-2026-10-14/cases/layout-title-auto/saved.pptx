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heme/theme2.xml" ContentType="application/vnd.openxmlformats-officedocument.them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2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custDataLst>
    <p:tags r:id="rId6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3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>
                <a:solidFill>
                  <a:schemeClr val="bg1"/>
                </a:solidFill>
                <a:latin typeface="Roboto" pitchFamily="34" charset="0"/>
              </a:rPr>
              <a:t>Native edited automatic title</a:t>
            </a:r>
            <a:endParaRPr lang="en-US" sz="4050" dirty="0"/>
          </a:p>
        </p:txBody>
      </p:sp>
      <p:sp>
        <p:nvSpPr>
          <p:cNvPr id="3" name="OPF text slides.0.text line 0"/>
          <p:cNvSpPr/>
          <p:nvPr>
            <p:custDataLst>
              <p:tags r:id="rId3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Untouched implicit body.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Explicit automatic</a:t>
            </a:r>
            <a:endParaRPr lang="en-US" sz="4050" dirty="0"/>
          </a:p>
        </p:txBody>
      </p:sp>
      <p:sp>
        <p:nvSpPr>
          <p:cNvPr id="3" name="OPF text slides.1.text line 0"/>
          <p:cNvSpPr/>
          <p:nvPr>
            <p:custDataLst>
              <p:tags r:id="rId3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Untouched explicit body.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dirty="0">
                <a:solidFill>
                  <a:schemeClr val="bg1"/>
                </a:solidFill>
                <a:latin typeface="Roboto" pitchFamily="34" charset="0"/>
              </a:rPr>
              <a:t>Rich </a:t>
            </a: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title</a:t>
            </a:r>
            <a:endParaRPr lang="en-US" sz="4050" dirty="0"/>
          </a:p>
        </p:txBody>
      </p:sp>
      <p:sp>
        <p:nvSpPr>
          <p:cNvPr id="3" name="OPF text slides.2.text line 0"/>
          <p:cNvSpPr/>
          <p:nvPr>
            <p:custDataLst>
              <p:tags r:id="rId3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Rich titles remain authored line shapes.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OCUMENT_V1" val="7B2276223A312C22736C69646573223A33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02C22636F6E74656E74223A7B22666F726D223A22726F6F74222C226669656C64223A2274657874222C22626F78223A5B35372E362C3134372E352C313136342E382C3531342E395D7D2C226E6174697665223A7B22737472756374757265223A223030313861666163363130343566222C226261636B67726F756E64223A223131336637323562636232336536222C227374796C65223A223035326661666130643663633635227D7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12C226C61796F7574223A226175746F222C22636F6E74656E74223A7B22666F726D223A22726F6F74222C226669656C64223A2274657874222C22626F78223A5B35372E362C3134372E352C313136342E382C3531342E395D7D2C226E6174697665223A7B22737472756374757265223A223030313861666163363130343566222C226261636B67726F756E64223A223131336637323562636232336536222C227374796C65223A223035326661666130643663633635227D7D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22C226C61796F7574223A2274657874222C22636F6E74656E74223A7B22666F726D223A22726F6F74222C226669656C64223A2274657874222C22626F78223A5B35372E362C3134372E352C313136342E382C3531342E395D7D2C226E6174697665223A7B22737472756374757265223A223030313861666163363130343566222C226261636B67726F756E64223A223131336637323562636232336536222C227374796C65223A223035326661666130643663633635227D7D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2C2262617365223A7B22626F6C64223A747275652C22636F6C6F72223A2223464646464646222C22666F6E7453697A65223A34302E352C22666F6E7446616D696C79223A22526F626F746F227D7D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2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Widescreen</PresentationFormat>
  <Paragraphs>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Roboto</vt:lpstr>
      <vt:lpstr>Office Theme</vt:lpstr>
      <vt:lpstr>Native edited automatic title</vt:lpstr>
      <vt:lpstr>Explicit automatic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2026-01-01T00:00:00Z</dcterms:created>
  <dcterms:modified xsi:type="dcterms:W3CDTF">2026-10-14T07:02:09Z</dcterms:modified>
</cp:coreProperties>
</file>