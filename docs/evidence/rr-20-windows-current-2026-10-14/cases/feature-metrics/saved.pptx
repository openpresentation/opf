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slideLayout" Target="../slideLayouts/slideLayout29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Pilot outcomes in three measures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sp>
        <p:nvSpPr>
          <p:cNvPr id="4" name="OPF metric 1 value line 1"/>
          <p:cNvSpPr/>
          <p:nvPr>
            <p:custDataLst>
              <p:tags r:id="rId4"/>
            </p:custDataLst>
          </p:nvPr>
        </p:nvSpPr>
        <p:spPr>
          <a:xfrm>
            <a:off x="548640" y="2995630"/>
            <a:ext cx="354584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</a:rPr>
              <a:t>52</a:t>
            </a:r>
            <a:endParaRPr lang="en-US" sz="5700" dirty="0"/>
          </a:p>
        </p:txBody>
      </p:sp>
      <p:sp>
        <p:nvSpPr>
          <p:cNvPr id="5" name="OPF metric 1 label line 1"/>
          <p:cNvSpPr/>
          <p:nvPr>
            <p:custDataLst>
              <p:tags r:id="rId5"/>
            </p:custDataLst>
          </p:nvPr>
        </p:nvSpPr>
        <p:spPr>
          <a:xfrm>
            <a:off x="548640" y="3993088"/>
            <a:ext cx="354584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Trial participants</a:t>
            </a:r>
            <a:endParaRPr lang="en-US" sz="1725" dirty="0"/>
          </a:p>
        </p:txBody>
      </p:sp>
      <p:sp>
        <p:nvSpPr>
          <p:cNvPr id="6" name="OPF metric 1 description line 1"/>
          <p:cNvSpPr/>
          <p:nvPr>
            <p:custDataLst>
              <p:tags r:id="rId6"/>
            </p:custDataLst>
          </p:nvPr>
        </p:nvSpPr>
        <p:spPr>
          <a:xfrm>
            <a:off x="548640" y="4342388"/>
            <a:ext cx="35458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Roboto" pitchFamily="34" charset="0"/>
              </a:rPr>
              <a:t>Illustrative six-week pilot</a:t>
            </a:r>
            <a:endParaRPr lang="en-US" sz="1500" dirty="0"/>
          </a:p>
        </p:txBody>
      </p:sp>
      <p:sp>
        <p:nvSpPr>
          <p:cNvPr id="7" name="OPF metric 4 value line 1"/>
          <p:cNvSpPr/>
          <p:nvPr>
            <p:custDataLst>
              <p:tags r:id="rId7"/>
            </p:custDataLst>
          </p:nvPr>
        </p:nvSpPr>
        <p:spPr>
          <a:xfrm>
            <a:off x="4323080" y="2995630"/>
            <a:ext cx="354584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</a:rPr>
              <a:t>84%</a:t>
            </a:r>
            <a:endParaRPr lang="en-US" sz="5700" dirty="0"/>
          </a:p>
        </p:txBody>
      </p:sp>
      <p:sp>
        <p:nvSpPr>
          <p:cNvPr id="8" name="OPF metric 4 label line 1"/>
          <p:cNvSpPr/>
          <p:nvPr>
            <p:custDataLst>
              <p:tags r:id="rId8"/>
            </p:custDataLst>
          </p:nvPr>
        </p:nvSpPr>
        <p:spPr>
          <a:xfrm>
            <a:off x="4323080" y="3993088"/>
            <a:ext cx="354584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Task completion</a:t>
            </a:r>
            <a:endParaRPr lang="en-US" sz="1725" dirty="0"/>
          </a:p>
        </p:txBody>
      </p:sp>
      <p:sp>
        <p:nvSpPr>
          <p:cNvPr id="9" name="OPF metric 4 description line 1"/>
          <p:cNvSpPr/>
          <p:nvPr>
            <p:custDataLst>
              <p:tags r:id="rId9"/>
            </p:custDataLst>
          </p:nvPr>
        </p:nvSpPr>
        <p:spPr>
          <a:xfrm>
            <a:off x="4323080" y="4342388"/>
            <a:ext cx="35458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Roboto" pitchFamily="34" charset="0"/>
              </a:rPr>
              <a:t>Up from 68% at baseline</a:t>
            </a:r>
            <a:endParaRPr lang="en-US" sz="1500" dirty="0"/>
          </a:p>
        </p:txBody>
      </p:sp>
      <p:sp>
        <p:nvSpPr>
          <p:cNvPr id="10" name="OPF metric 7 value line 1"/>
          <p:cNvSpPr/>
          <p:nvPr>
            <p:custDataLst>
              <p:tags r:id="rId10"/>
            </p:custDataLst>
          </p:nvPr>
        </p:nvSpPr>
        <p:spPr>
          <a:xfrm>
            <a:off x="9104259" y="2995630"/>
            <a:ext cx="1068493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</a:rPr>
              <a:t>6.2</a:t>
            </a:r>
            <a:endParaRPr lang="en-US" sz="5700" dirty="0"/>
          </a:p>
        </p:txBody>
      </p:sp>
      <p:sp>
        <p:nvSpPr>
          <p:cNvPr id="11" name="OPF metric 7 unit line 1"/>
          <p:cNvSpPr/>
          <p:nvPr>
            <p:custDataLst>
              <p:tags r:id="rId11"/>
            </p:custDataLst>
          </p:nvPr>
        </p:nvSpPr>
        <p:spPr>
          <a:xfrm>
            <a:off x="10248952" y="3500455"/>
            <a:ext cx="387669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min</a:t>
            </a:r>
            <a:endParaRPr lang="en-US" sz="1725" dirty="0"/>
          </a:p>
        </p:txBody>
      </p:sp>
      <p:sp>
        <p:nvSpPr>
          <p:cNvPr id="12" name="OPF metric 7 label line 1"/>
          <p:cNvSpPr/>
          <p:nvPr>
            <p:custDataLst>
              <p:tags r:id="rId12"/>
            </p:custDataLst>
          </p:nvPr>
        </p:nvSpPr>
        <p:spPr>
          <a:xfrm>
            <a:off x="8097520" y="3993088"/>
            <a:ext cx="354584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Median task time</a:t>
            </a:r>
            <a:endParaRPr lang="en-US" sz="1725" dirty="0"/>
          </a:p>
        </p:txBody>
      </p:sp>
      <p:sp>
        <p:nvSpPr>
          <p:cNvPr id="13" name="OPF metric 7 description line 1"/>
          <p:cNvSpPr/>
          <p:nvPr>
            <p:custDataLst>
              <p:tags r:id="rId13"/>
            </p:custDataLst>
          </p:nvPr>
        </p:nvSpPr>
        <p:spPr>
          <a:xfrm>
            <a:off x="8097520" y="4336560"/>
            <a:ext cx="35458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Roboto" pitchFamily="34" charset="0"/>
              </a:rPr>
              <a:t>Down from 9.4 min</a:t>
            </a:r>
            <a:endParaRPr lang="en-US" sz="1500" dirty="0"/>
          </a:p>
        </p:txBody>
      </p:sp>
      <p:sp>
        <p:nvSpPr>
          <p:cNvPr id="14" name="OPF text slides.0.blocks.3.text line 0"/>
          <p:cNvSpPr/>
          <p:nvPr>
            <p:custDataLst>
              <p:tags r:id="rId14"/>
            </p:custDataLst>
          </p:nvPr>
        </p:nvSpPr>
        <p:spPr>
          <a:xfrm>
            <a:off x="548640" y="60188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800" dirty="0">
                <a:solidFill>
                  <a:schemeClr val="tx1"/>
                </a:solidFill>
                <a:latin typeface="Roboto" pitchFamily="34" charset="0"/>
              </a:rPr>
              <a:t>Test with two teams for six weeks. Measure task completion and time before deciding what to scale.</a:t>
            </a:r>
            <a:endParaRPr lang="en-US" sz="18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6D657472696373223A7B226E616D65223A224D657472696373222C2273756D6D617279223A224F6E6520746F2073697820686561646C696E65206E756D626572732C207769746820616E206F7074696F6E616C206E6F74652E222C2274616773223A5B224E756D62657273225D2C2264657369676E223A7B22636F6E74656E74416C69676E6D656E74223A2263656E746572227D2C226172656173223A5B5B227469746C65225D2C5B226D657472696373225D2C5B226E6F7465225D5D2C22636F6C756D6E73223A5B315D2C22726F7773223A5B226175746F222C312C226175746F225D2C22726567696F6E73223A7B226D657472696373223A7B2261636365707473223A5B226D6574726963222C2267726F7570225D2C22726F6C65223A227072696D617279222C22666C6F77223A2267726964222C22616E63686F72223A226D6964646C65227D2C226E6F7465223A7B2261636365707473223A5B2274657874222C226C697374225D2C22726F6C65223A22737570706F7274696E67222C22666C6F77223A226E6F6E65227D7D2C226465736372697074696F6E223A22486967686C69676874206120736D616C6C20736574206F6620696D706F7274616E74206E756D626572732E20476976652065616368206E756D6265722061206C6162656C20616E642074686520636F6E74657874206E656564656420746F20696E746572707265742069742E222C2270726576696577223A7B22766563746F72537263223A2268747470733A2F2F7777772E707074782E67616C6C6572792F6C61796F75742D70726576696577732F6D657472696373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4656661756C743A6D657472696373222C2268617368223A2263643664373732303737363639663131222C22726567696F6E73223A7B22313030223A226D657472696373222C22333030223A226E6F7465227D2C227265636F7264223A7B226E616D65223A224D657472696373222C2273756D6D617279223A224F6E6520746F2073697820686561646C696E65206E756D626572732C207769746820616E206F7074696F6E616C206E6F74652E222C2274616773223A5B224E756D62657273225D2C2264657369676E223A7B22636F6E74656E74416C69676E6D656E74223A2263656E746572227D2C226172656173223A5B5B227469746C65225D2C5B226D657472696373225D2C5B226E6F7465225D5D2C22636F6C756D6E73223A5B315D2C22726F7773223A5B226175746F222C312C226175746F225D2C22726567696F6E73223A7B226D657472696373223A7B2261636365707473223A5B226D6574726963222C2267726F7570225D2C22726F6C65223A227072696D617279222C22666C6F77223A2267726964222C22616E63686F72223A226D6964646C65227D2C226E6F7465223A7B2261636365707473223A5B2274657874222C226C697374225D2C22726F6C65223A22737570706F7274696E67222C22666C6F77223A226E6F6E65227D7D2C226465736372697074696F6E223A22486967686C69676874206120736D616C6C20736574206F6620696D706F7274616E74206E756D626572732E20476976652065616368206E756D6265722061206C6162656C20616E642074686520636F6E74657874206E656564656420746F20696E746572707265742069742E222C2270726576696577223A7B22766563746F72537263223A2268747470733A2F2F7777772E707074782E67616C6C6572792F6C61796F75742D70726576696577732F6D6574726963732E737667227D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6D657472696373222C22636F6E74656E74223A7B22666F726D223A22626C6F636B73222C22626C6F636B73223A5B7B2274223A226C656166222C226B223A226D6574726963222C2270696E223A226D657472696373222C22696E223A226D657472696373222C22626F78223A5B35372E362C3331342E352C3337322E332C3136392E355D7D2C7B2274223A226C656166222C226B223A226D6574726963222C2270696E223A226D657472696373222C22696E223A226D657472696373222C22626F78223A5B3435332E392C3331342E352C3337322E332C3136392E355D7D2C7B2274223A226C656166222C226B223A226D6574726963222C2270696E223A226D657472696373222C22696E223A226D657472696373222C22626F78223A5B3835302E312C3331342E352C3337322E332C3136382E325D7D2C7B2274223A226C656166222C226B223A2274657874222C2270696E223A226E6F7465222C22696E223A226E6F7465222C22626F78223A5B35372E362C3633312E392C313136342E382C33302E355D7D5D7D2C226C61796F75745265636F7264223A7B2267726F7570223A2264656661756C74222C226964223A226D657472696373222C22736F75726365223A2268747470733A2F2F7777772E707074782E67616C6C657279222C227265636F7264223A7B226E616D65223A224D657472696373222C2273756D6D617279223A224F6E6520746F2073697820686561646C696E65206E756D626572732C207769746820616E206F7074696F6E616C206E6F74652E222C2274616773223A5B224E756D62657273225D2C2264657369676E223A7B22636F6E74656E74416C69676E6D656E74223A2263656E746572227D2C226172656173223A5B5B227469746C65225D2C5B226D657472696373225D2C5B226E6F7465225D5D2C22636F6C756D6E73223A5B315D2C22726F7773223A5B226175746F222C312C226175746F225D2C22726567696F6E73223A7B226D657472696373223A7B2261636365707473223A5B226D6574726963222C2267726F7570225D2C22726F6C65223A227072696D617279222C22666C6F77223A2267726964222C22616E63686F72223A226D6964646C65227D2C226E6F7465223A7B2261636365707473223A5B2274657874222C226C697374225D2C22726F6C65223A22737570706F7274696E67222C22666C6F77223A226E6F6E65227D7D2C226465736372697074696F6E223A22486967686C69676874206120736D616C6C20736574206F6620696D706F7274616E74206E756D626572732E20476976652065616368206E756D6265722061206C6162656C20616E642074686520636F6E74657874206E656564656420746F20696E746572707265742069742E222C2270726576696577223A7B22766563746F72537263223A2268747470733A2F2F7777772E707074782E67616C6C6572792F6C61796F75742D70726576696577732F6D6574726963732E737667227D7D7D2C2264657369676E223A7B227469746C65416C69676E6D656E74223A2263656E746572227D2C226E6174697665223A7B22737472756374757265223A223065303434353739613330366531222C226261636B67726F756E64223A223134653163303531636431396636222C227374796C65223A223064303933663439313732663665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7B2276616C7565223A35322C226C6162656C223A22547269616C207061727469636970616E7473222C226465736372697074696F6E223A22496C6C757374726174697665207369782D7765656B2070696C6F74227D2C227061727473223A5B7B22726F6C65223A2276616C7565222C2276697369626C65223A747275652C226C696E6573223A5B7B227374617274223A302C22656E64223A322C226E6578745374617274223A322C22626F756E64617279223A22656E64227D5D7D2C7B22726F6C65223A226C6162656C222C2276697369626C65223A747275652C226C696E6573223A5B7B227374617274223A302C22656E64223A31382C226E6578745374617274223A31382C22626F756E64617279223A22656E64227D5D7D2C7B22726F6C65223A226465736372697074696F6E222C2276697369626C65223A747275652C226C696E6573223A5B7B227374617274223A302C22656E64223A32372C226E6578745374617274223A32372C22626F756E64617279223A22656E64227D5D7D5D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12C226C696E65223A30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22C226C696E65223A30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4222C22726F6C65223A22616E63686F72222C2270617274223A302C226C696E65223A302C2276616C7565223A7B2276616C7565223A22383425222C226C6162656C223A225461736B20636F6D706C6574696F6E222C226465736372697074696F6E223A2255702066726F6D2036382520617420626173656C696E65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2332C226E6578745374617274223A32332C22626F756E64617279223A22656E64227D5D7D5D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4222C22726F6C65223A226C696E65222C2270617274223A312C226C696E65223A30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4222C22726F6C65223A226C696E65222C2270617274223A322C226C696E65223A30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7222C22726F6C65223A22616E63686F72222C2270617274223A302C226C696E65223A302C2276616C7565223A7B2276616C7565223A22362E32222C22756E6974223A226D696E222C226C6162656C223A224D656469616E207461736B2074696D65222C226465736372697074696F6E223A22446F776E2066726F6D20392E34206D696E227D2C227061727473223A5B7B22726F6C65223A2276616C7565222C2276697369626C65223A747275652C226C696E6573223A5B7B227374617274223A302C22656E64223A332C226E6578745374617274223A332C22626F756E64617279223A22656E64227D5D7D2C7B22726F6C65223A22756E6974222C2276697369626C65223A747275652C226C696E6573223A5B7B227374617274223A302C22656E64223A332C226E6578745374617274223A332C22626F756E64617279223A22656E64227D5D7D2C7B22726F6C65223A226C6162656C222C2276697369626C65223A747275652C226C696E6573223A5B7B227374617274223A302C22656E64223A31362C226E6578745374617274223A31362C22626F756E64617279223A22656E64227D5D7D2C7B22726F6C65223A226465736372697074696F6E222C2276697369626C65223A747275652C226C696E6573223A5B7B227374617274223A302C22656E64223A31372C226E6578745374617274223A31372C22626F756E64617279223A22656E64227D5D7D5D7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7222C22726F6C65223A226C696E65222C2270617274223A312C226C696E65223A307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7222C22726F6C65223A226C696E65222C2270617274223A322C226C696E65223A307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7222C22726F6C65223A226C696E65222C2270617274223A332C226C696E65223A307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3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</vt:lpstr>
      <vt:lpstr>Roboto ExtraBold</vt:lpstr>
      <vt:lpstr>Roboto Medium</vt:lpstr>
      <vt:lpstr>Office Theme</vt:lpstr>
      <vt:lpstr>Pilot outcomes in three measures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metrics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2026-10-14T06:23:01Z</dcterms:modified>
</cp:coreProperties>
</file>