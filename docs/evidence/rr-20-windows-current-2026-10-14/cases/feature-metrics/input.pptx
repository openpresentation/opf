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Metric1.xml" ContentType="application/vnd.openxmlformats-officedocument.presentationml.tags+xml"/>
  <Override PartName="/ppt/tags/opfMetric2.xml" ContentType="application/vnd.openxmlformats-officedocument.presentationml.tags+xml"/>
  <Override PartName="/ppt/tags/opfMetric3.xml" ContentType="application/vnd.openxmlformats-officedocument.presentationml.tags+xml"/>
  <Override PartName="/ppt/tags/opfMetric4.xml" ContentType="application/vnd.openxmlformats-officedocument.presentationml.tags+xml"/>
  <Override PartName="/ppt/tags/opfMetric5.xml" ContentType="application/vnd.openxmlformats-officedocument.presentationml.tags+xml"/>
  <Override PartName="/ppt/tags/opfMetric6.xml" ContentType="application/vnd.openxmlformats-officedocument.presentationml.tags+xml"/>
  <Override PartName="/ppt/tags/opfMetric7.xml" ContentType="application/vnd.openxmlformats-officedocument.presentationml.tags+xml"/>
  <Override PartName="/ppt/tags/opfMetric8.xml" ContentType="application/vnd.openxmlformats-officedocument.presentationml.tags+xml"/>
  <Override PartName="/ppt/tags/opfMetric9.xml" ContentType="application/vnd.openxmlformats-officedocument.presentationml.tags+xml"/>
  <Override PartName="/ppt/tags/opfMetric10.xml" ContentType="application/vnd.openxmlformats-officedocument.presentationml.tags+xml"/>
  <Override PartName="/ppt/tags/opfHeading1.xml" ContentType="application/vnd.openxmlformats-officedocument.presentationml.tags+xml"/>
  <Override PartName="/ppt/tags/opfHeading2.xml" ContentType="application/vnd.openxmlformats-officedocument.presentationml.tags+xml"/>
  <Override PartName="/ppt/tags/opfText1.xml" ContentType="application/vnd.openxmlformats-officedocument.presentationml.tags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ags/opfLayout1.xml" ContentType="application/vnd.openxmlformats-officedocument.presentationml.tags+xml"/>
  <Override PartName="/ppt/slideLayouts/slideLayout3.xml" ContentType="application/vnd.openxmlformats-officedocument.presentationml.slideLayout+xml"/>
  <Override PartName="/ppt/tags/opfLayout2.xml" ContentType="application/vnd.openxmlformats-officedocument.presentationml.tags+xml"/>
  <Override PartName="/ppt/slideLayouts/slideLayout4.xml" ContentType="application/vnd.openxmlformats-officedocument.presentationml.slideLayout+xml"/>
  <Override PartName="/ppt/tags/opfLayout3.xml" ContentType="application/vnd.openxmlformats-officedocument.presentationml.tags+xml"/>
  <Override PartName="/ppt/slideLayouts/slideLayout5.xml" ContentType="application/vnd.openxmlformats-officedocument.presentationml.slideLayout+xml"/>
  <Override PartName="/ppt/tags/opfLayout4.xml" ContentType="application/vnd.openxmlformats-officedocument.presentationml.tags+xml"/>
  <Override PartName="/ppt/slideLayouts/slideLayout6.xml" ContentType="application/vnd.openxmlformats-officedocument.presentationml.slideLayout+xml"/>
  <Override PartName="/ppt/tags/opfLayout5.xml" ContentType="application/vnd.openxmlformats-officedocument.presentationml.tags+xml"/>
  <Override PartName="/ppt/slideLayouts/slideLayout7.xml" ContentType="application/vnd.openxmlformats-officedocument.presentationml.slideLayout+xml"/>
  <Override PartName="/ppt/tags/opfLayout6.xml" ContentType="application/vnd.openxmlformats-officedocument.presentationml.tags+xml"/>
  <Override PartName="/ppt/slideLayouts/slideLayout8.xml" ContentType="application/vnd.openxmlformats-officedocument.presentationml.slideLayout+xml"/>
  <Override PartName="/ppt/tags/opfLayout7.xml" ContentType="application/vnd.openxmlformats-officedocument.presentationml.tags+xml"/>
  <Override PartName="/ppt/slideLayouts/slideLayout9.xml" ContentType="application/vnd.openxmlformats-officedocument.presentationml.slideLayout+xml"/>
  <Override PartName="/ppt/tags/opfLayout8.xml" ContentType="application/vnd.openxmlformats-officedocument.presentationml.tags+xml"/>
  <Override PartName="/ppt/slideLayouts/slideLayout10.xml" ContentType="application/vnd.openxmlformats-officedocument.presentationml.slideLayout+xml"/>
  <Override PartName="/ppt/tags/opfLayout9.xml" ContentType="application/vnd.openxmlformats-officedocument.presentationml.tags+xml"/>
  <Override PartName="/ppt/slideLayouts/slideLayout11.xml" ContentType="application/vnd.openxmlformats-officedocument.presentationml.slideLayout+xml"/>
  <Override PartName="/ppt/tags/opfLayout10.xml" ContentType="application/vnd.openxmlformats-officedocument.presentationml.tags+xml"/>
  <Override PartName="/ppt/slideLayouts/slideLayout12.xml" ContentType="application/vnd.openxmlformats-officedocument.presentationml.slideLayout+xml"/>
  <Override PartName="/ppt/tags/opfLayout11.xml" ContentType="application/vnd.openxmlformats-officedocument.presentationml.tags+xml"/>
  <Override PartName="/ppt/slideLayouts/slideLayout13.xml" ContentType="application/vnd.openxmlformats-officedocument.presentationml.slideLayout+xml"/>
  <Override PartName="/ppt/tags/opfLayout12.xml" ContentType="application/vnd.openxmlformats-officedocument.presentationml.tags+xml"/>
  <Override PartName="/ppt/slideLayouts/slideLayout14.xml" ContentType="application/vnd.openxmlformats-officedocument.presentationml.slideLayout+xml"/>
  <Override PartName="/ppt/tags/opfLayout13.xml" ContentType="application/vnd.openxmlformats-officedocument.presentationml.tags+xml"/>
  <Override PartName="/ppt/slideLayouts/slideLayout15.xml" ContentType="application/vnd.openxmlformats-officedocument.presentationml.slideLayout+xml"/>
  <Override PartName="/ppt/tags/opfLayout14.xml" ContentType="application/vnd.openxmlformats-officedocument.presentationml.tags+xml"/>
  <Override PartName="/ppt/slideLayouts/slideLayout16.xml" ContentType="application/vnd.openxmlformats-officedocument.presentationml.slideLayout+xml"/>
  <Override PartName="/ppt/tags/opfLayout15.xml" ContentType="application/vnd.openxmlformats-officedocument.presentationml.tags+xml"/>
  <Override PartName="/ppt/slideLayouts/slideLayout17.xml" ContentType="application/vnd.openxmlformats-officedocument.presentationml.slideLayout+xml"/>
  <Override PartName="/ppt/tags/opfLayout16.xml" ContentType="application/vnd.openxmlformats-officedocument.presentationml.tags+xml"/>
  <Override PartName="/ppt/slideLayouts/slideLayout18.xml" ContentType="application/vnd.openxmlformats-officedocument.presentationml.slideLayout+xml"/>
  <Override PartName="/ppt/tags/opfLayout17.xml" ContentType="application/vnd.openxmlformats-officedocument.presentationml.tags+xml"/>
  <Override PartName="/ppt/slideLayouts/slideLayout19.xml" ContentType="application/vnd.openxmlformats-officedocument.presentationml.slideLayout+xml"/>
  <Override PartName="/ppt/tags/opfLayout18.xml" ContentType="application/vnd.openxmlformats-officedocument.presentationml.tags+xml"/>
  <Override PartName="/ppt/slideLayouts/slideLayout20.xml" ContentType="application/vnd.openxmlformats-officedocument.presentationml.slideLayout+xml"/>
  <Override PartName="/ppt/tags/opfLayout19.xml" ContentType="application/vnd.openxmlformats-officedocument.presentationml.tags+xml"/>
  <Override PartName="/ppt/slideLayouts/slideLayout21.xml" ContentType="application/vnd.openxmlformats-officedocument.presentationml.slideLayout+xml"/>
  <Override PartName="/ppt/tags/opfLayout20.xml" ContentType="application/vnd.openxmlformats-officedocument.presentationml.tags+xml"/>
  <Override PartName="/ppt/slideLayouts/slideLayout22.xml" ContentType="application/vnd.openxmlformats-officedocument.presentationml.slideLayout+xml"/>
  <Override PartName="/ppt/tags/opfLayout21.xml" ContentType="application/vnd.openxmlformats-officedocument.presentationml.tags+xml"/>
  <Override PartName="/ppt/slideLayouts/slideLayout23.xml" ContentType="application/vnd.openxmlformats-officedocument.presentationml.slideLayout+xml"/>
  <Override PartName="/ppt/tags/opfLayout22.xml" ContentType="application/vnd.openxmlformats-officedocument.presentationml.tags+xml"/>
  <Override PartName="/ppt/slideLayouts/slideLayout24.xml" ContentType="application/vnd.openxmlformats-officedocument.presentationml.slideLayout+xml"/>
  <Override PartName="/ppt/tags/opfLayout23.xml" ContentType="application/vnd.openxmlformats-officedocument.presentationml.tags+xml"/>
  <Override PartName="/ppt/slideLayouts/slideLayout25.xml" ContentType="application/vnd.openxmlformats-officedocument.presentationml.slideLayout+xml"/>
  <Override PartName="/ppt/tags/opfLayout24.xml" ContentType="application/vnd.openxmlformats-officedocument.presentationml.tags+xml"/>
  <Override PartName="/ppt/slideLayouts/slideLayout26.xml" ContentType="application/vnd.openxmlformats-officedocument.presentationml.slideLayout+xml"/>
  <Override PartName="/ppt/tags/opfLayout25.xml" ContentType="application/vnd.openxmlformats-officedocument.presentationml.tags+xml"/>
  <Override PartName="/ppt/slideLayouts/slideLayout27.xml" ContentType="application/vnd.openxmlformats-officedocument.presentationml.slideLayout+xml"/>
  <Override PartName="/ppt/tags/opfLayout26.xml" ContentType="application/vnd.openxmlformats-officedocument.presentationml.tags+xml"/>
  <Override PartName="/ppt/slideLayouts/slideLayout28.xml" ContentType="application/vnd.openxmlformats-officedocument.presentationml.slideLayout+xml"/>
  <Override PartName="/ppt/tags/opfLayout27.xml" ContentType="application/vnd.openxmlformats-officedocument.presentationml.tags+xml"/>
  <Override PartName="/ppt/slideLayouts/slideLayout29.xml" ContentType="application/vnd.openxmlformats-officedocument.presentationml.slideLayout+xml"/>
  <Override PartName="/ppt/tags/opfLayout28.xml" ContentType="application/vnd.openxmlformats-officedocument.presentationml.tags+xml"/>
  <Override PartName="/ppt/tags/opfDocument.xml" ContentType="application/vnd.openxmlformats-officedocument.presentationml.tags+xml"/>
  <Override PartName="/ppt/tags/opfSlide1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custDataLst>
    <p:tags r:id="rIdOpfDocument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OpfDocument" Type="http://schemas.openxmlformats.org/officeDocument/2006/relationships/tags" Target="tags/opfDocument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3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4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5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6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7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8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9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0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3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4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5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6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7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8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9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0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1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3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4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5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6.xml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7.xml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 userDrawn="1">
  <p:cSld name="Co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543306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543306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 userDrawn="1">
  <p:cSld name="Se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1109472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1109472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4951095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Lis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Two 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illar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Comparis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roces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imelin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FAQ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corecar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1809560"/>
            <a:ext cx="12192000" cy="504844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 userDrawn="1">
  <p:cSld name="Image bes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Galler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 bes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 bes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Her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885627"/>
            <a:ext cx="11094720" cy="142373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Dashboar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170848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746640"/>
            <a:ext cx="11094720" cy="2562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eam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Logo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Metric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.xml"/><Relationship Id="rIdOpfMetric1" Type="http://schemas.openxmlformats.org/officeDocument/2006/relationships/tags" Target="../tags/opfMetric1.xml"/><Relationship Id="rIdOpfMetric2" Type="http://schemas.openxmlformats.org/officeDocument/2006/relationships/tags" Target="../tags/opfMetric2.xml"/><Relationship Id="rIdOpfMetric3" Type="http://schemas.openxmlformats.org/officeDocument/2006/relationships/tags" Target="../tags/opfMetric3.xml"/><Relationship Id="rIdOpfMetric4" Type="http://schemas.openxmlformats.org/officeDocument/2006/relationships/tags" Target="../tags/opfMetric4.xml"/><Relationship Id="rIdOpfMetric5" Type="http://schemas.openxmlformats.org/officeDocument/2006/relationships/tags" Target="../tags/opfMetric5.xml"/><Relationship Id="rIdOpfMetric6" Type="http://schemas.openxmlformats.org/officeDocument/2006/relationships/tags" Target="../tags/opfMetric6.xml"/><Relationship Id="rIdOpfMetric7" Type="http://schemas.openxmlformats.org/officeDocument/2006/relationships/tags" Target="../tags/opfMetric7.xml"/><Relationship Id="rIdOpfMetric8" Type="http://schemas.openxmlformats.org/officeDocument/2006/relationships/tags" Target="../tags/opfMetric8.xml"/><Relationship Id="rIdOpfMetric9" Type="http://schemas.openxmlformats.org/officeDocument/2006/relationships/tags" Target="../tags/opfMetric9.xml"/><Relationship Id="rIdOpfMetric10" Type="http://schemas.openxmlformats.org/officeDocument/2006/relationships/tags" Target="../tags/opfMetric10.xml"/><Relationship Id="rIdOpfHeading1" Type="http://schemas.openxmlformats.org/officeDocument/2006/relationships/tags" Target="../tags/opfHeading1.xml"/><Relationship Id="rIdOpfHeading2" Type="http://schemas.openxmlformats.org/officeDocument/2006/relationships/tags" Target="../tags/opfHeading2.xml"/><Relationship Id="rIdOpfText1" Type="http://schemas.openxmlformats.org/officeDocument/2006/relationships/tags" Target="../tags/opfText1.xml"/><Relationship Id="rIdOpfSlide" Type="http://schemas.openxmlformats.org/officeDocument/2006/relationships/tags" Target="../tags/opf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tx1"/>
                </a:solidFill>
                <a:latin typeface="Roboto" pitchFamily="34" charset="0"/>
              </a:rPr>
              <a:t>Pilot outcomes in three measures</a:t>
            </a:r>
            <a:endParaRPr lang="en-US" sz="4050" dirty="0"/>
          </a:p>
        </p:txBody>
      </p:sp>
      <p:sp>
        <p:nvSpPr>
          <p:cNvPr id="3" name="OPF heading slides.0.subtitle line 0"/>
          <p:cNvSpPr/>
          <p:nvPr>
            <p:custDataLst>
              <p:tags r:id="rIdOpfHeading2"/>
            </p:custDataLst>
          </p:nvPr>
        </p:nvSpPr>
        <p:spPr>
          <a:xfrm>
            <a:off x="548640" y="1290447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tx1"/>
                </a:solidFill>
                <a:latin typeface="Roboto" pitchFamily="34" charset="0"/>
              </a:rPr>
              <a:t>Illustrative example • fictional data</a:t>
            </a:r>
            <a:endParaRPr lang="en-US" sz="1875" dirty="0"/>
          </a:p>
        </p:txBody>
      </p:sp>
      <p:sp>
        <p:nvSpPr>
          <p:cNvPr id="4" name="OPF metric 1 value line 1"/>
          <p:cNvSpPr/>
          <p:nvPr>
            <p:custDataLst>
              <p:tags r:id="rIdOpfMetric1"/>
            </p:custDataLst>
          </p:nvPr>
        </p:nvSpPr>
        <p:spPr>
          <a:xfrm>
            <a:off x="548640" y="2995630"/>
            <a:ext cx="354584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700" dirty="0">
                <a:solidFill>
                  <a:srgbClr val="2874A6"/>
                </a:solidFill>
                <a:latin typeface="Roboto ExtraBold" pitchFamily="34" charset="0"/>
              </a:rPr>
              <a:t>52</a:t>
            </a:r>
            <a:endParaRPr lang="en-US" sz="5700" dirty="0"/>
          </a:p>
        </p:txBody>
      </p:sp>
      <p:sp>
        <p:nvSpPr>
          <p:cNvPr id="5" name="OPF metric 1 label line 1"/>
          <p:cNvSpPr/>
          <p:nvPr>
            <p:custDataLst>
              <p:tags r:id="rIdOpfMetric2"/>
            </p:custDataLst>
          </p:nvPr>
        </p:nvSpPr>
        <p:spPr>
          <a:xfrm>
            <a:off x="548640" y="3993088"/>
            <a:ext cx="354584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25" dirty="0">
                <a:solidFill>
                  <a:schemeClr val="tx1"/>
                </a:solidFill>
                <a:latin typeface="Roboto Medium" pitchFamily="34" charset="0"/>
              </a:rPr>
              <a:t>Trial participants</a:t>
            </a:r>
            <a:endParaRPr lang="en-US" sz="1725" dirty="0"/>
          </a:p>
        </p:txBody>
      </p:sp>
      <p:sp>
        <p:nvSpPr>
          <p:cNvPr id="6" name="OPF metric 1 description line 1"/>
          <p:cNvSpPr/>
          <p:nvPr>
            <p:custDataLst>
              <p:tags r:id="rIdOpfMetric3"/>
            </p:custDataLst>
          </p:nvPr>
        </p:nvSpPr>
        <p:spPr>
          <a:xfrm>
            <a:off x="548640" y="4342388"/>
            <a:ext cx="35458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Roboto" pitchFamily="34" charset="0"/>
              </a:rPr>
              <a:t>Illustrative six-week pilot</a:t>
            </a:r>
            <a:endParaRPr lang="en-US" sz="1500" dirty="0"/>
          </a:p>
        </p:txBody>
      </p:sp>
      <p:sp>
        <p:nvSpPr>
          <p:cNvPr id="7" name="OPF metric 4 value line 1"/>
          <p:cNvSpPr/>
          <p:nvPr>
            <p:custDataLst>
              <p:tags r:id="rIdOpfMetric4"/>
            </p:custDataLst>
          </p:nvPr>
        </p:nvSpPr>
        <p:spPr>
          <a:xfrm>
            <a:off x="4323080" y="2995630"/>
            <a:ext cx="354584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700" dirty="0">
                <a:solidFill>
                  <a:srgbClr val="2874A6"/>
                </a:solidFill>
                <a:latin typeface="Roboto ExtraBold" pitchFamily="34" charset="0"/>
              </a:rPr>
              <a:t>84%</a:t>
            </a:r>
            <a:endParaRPr lang="en-US" sz="5700" dirty="0"/>
          </a:p>
        </p:txBody>
      </p:sp>
      <p:sp>
        <p:nvSpPr>
          <p:cNvPr id="8" name="OPF metric 4 label line 1"/>
          <p:cNvSpPr/>
          <p:nvPr>
            <p:custDataLst>
              <p:tags r:id="rIdOpfMetric5"/>
            </p:custDataLst>
          </p:nvPr>
        </p:nvSpPr>
        <p:spPr>
          <a:xfrm>
            <a:off x="4323080" y="3993088"/>
            <a:ext cx="354584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25" dirty="0">
                <a:solidFill>
                  <a:schemeClr val="tx1"/>
                </a:solidFill>
                <a:latin typeface="Roboto Medium" pitchFamily="34" charset="0"/>
              </a:rPr>
              <a:t>Task completion</a:t>
            </a:r>
            <a:endParaRPr lang="en-US" sz="1725" dirty="0"/>
          </a:p>
        </p:txBody>
      </p:sp>
      <p:sp>
        <p:nvSpPr>
          <p:cNvPr id="9" name="OPF metric 4 description line 1"/>
          <p:cNvSpPr/>
          <p:nvPr>
            <p:custDataLst>
              <p:tags r:id="rIdOpfMetric6"/>
            </p:custDataLst>
          </p:nvPr>
        </p:nvSpPr>
        <p:spPr>
          <a:xfrm>
            <a:off x="4323080" y="4342388"/>
            <a:ext cx="35458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Roboto" pitchFamily="34" charset="0"/>
              </a:rPr>
              <a:t>Up from 68% at baseline</a:t>
            </a:r>
            <a:endParaRPr lang="en-US" sz="1500" dirty="0"/>
          </a:p>
        </p:txBody>
      </p:sp>
      <p:sp>
        <p:nvSpPr>
          <p:cNvPr id="10" name="OPF metric 7 value line 1"/>
          <p:cNvSpPr/>
          <p:nvPr>
            <p:custDataLst>
              <p:tags r:id="rIdOpfMetric7"/>
            </p:custDataLst>
          </p:nvPr>
        </p:nvSpPr>
        <p:spPr>
          <a:xfrm>
            <a:off x="9104259" y="2995630"/>
            <a:ext cx="1068493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700" dirty="0">
                <a:solidFill>
                  <a:srgbClr val="2874A6"/>
                </a:solidFill>
                <a:latin typeface="Roboto ExtraBold" pitchFamily="34" charset="0"/>
              </a:rPr>
              <a:t>6.2</a:t>
            </a:r>
            <a:endParaRPr lang="en-US" sz="5700" dirty="0"/>
          </a:p>
        </p:txBody>
      </p:sp>
      <p:sp>
        <p:nvSpPr>
          <p:cNvPr id="11" name="OPF metric 7 unit line 1"/>
          <p:cNvSpPr/>
          <p:nvPr>
            <p:custDataLst>
              <p:tags r:id="rIdOpfMetric8"/>
            </p:custDataLst>
          </p:nvPr>
        </p:nvSpPr>
        <p:spPr>
          <a:xfrm>
            <a:off x="10248952" y="3500455"/>
            <a:ext cx="387669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25" dirty="0">
                <a:solidFill>
                  <a:schemeClr val="tx1"/>
                </a:solidFill>
                <a:latin typeface="Roboto Medium" pitchFamily="34" charset="0"/>
              </a:rPr>
              <a:t>min</a:t>
            </a:r>
            <a:endParaRPr lang="en-US" sz="1725" dirty="0"/>
          </a:p>
        </p:txBody>
      </p:sp>
      <p:sp>
        <p:nvSpPr>
          <p:cNvPr id="12" name="OPF metric 7 label line 1"/>
          <p:cNvSpPr/>
          <p:nvPr>
            <p:custDataLst>
              <p:tags r:id="rIdOpfMetric9"/>
            </p:custDataLst>
          </p:nvPr>
        </p:nvSpPr>
        <p:spPr>
          <a:xfrm>
            <a:off x="8097520" y="3993088"/>
            <a:ext cx="354584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25" dirty="0">
                <a:solidFill>
                  <a:schemeClr val="tx1"/>
                </a:solidFill>
                <a:latin typeface="Roboto Medium" pitchFamily="34" charset="0"/>
              </a:rPr>
              <a:t>Median task time</a:t>
            </a:r>
            <a:endParaRPr lang="en-US" sz="1725" dirty="0"/>
          </a:p>
        </p:txBody>
      </p:sp>
      <p:sp>
        <p:nvSpPr>
          <p:cNvPr id="13" name="OPF metric 7 description line 1"/>
          <p:cNvSpPr/>
          <p:nvPr>
            <p:custDataLst>
              <p:tags r:id="rIdOpfMetric10"/>
            </p:custDataLst>
          </p:nvPr>
        </p:nvSpPr>
        <p:spPr>
          <a:xfrm>
            <a:off x="8097520" y="4336560"/>
            <a:ext cx="35458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Roboto" pitchFamily="34" charset="0"/>
              </a:rPr>
              <a:t>Down from 9.4 min</a:t>
            </a:r>
            <a:endParaRPr lang="en-US" sz="1500" dirty="0"/>
          </a:p>
        </p:txBody>
      </p:sp>
      <p:sp>
        <p:nvSpPr>
          <p:cNvPr id="14" name="OPF text slides.0.blocks.3.text line 0"/>
          <p:cNvSpPr/>
          <p:nvPr>
            <p:custDataLst>
              <p:tags r:id="rIdOpfText1"/>
            </p:custDataLst>
          </p:nvPr>
        </p:nvSpPr>
        <p:spPr>
          <a:xfrm>
            <a:off x="548640" y="601884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/>
            </a:pPr>
            <a:r>
              <a:rPr lang="en-US" sz="1800" dirty="0">
                <a:solidFill>
                  <a:schemeClr val="tx1"/>
                </a:solidFill>
                <a:latin typeface="Roboto" pitchFamily="34" charset="0"/>
              </a:rPr>
              <a:t>Test with two teams for six weeks. Measure task completion and time before deciding what to scale.</a:t>
            </a:r>
            <a:endParaRPr lang="en-US" sz="1800" dirty="0"/>
          </a:p>
        </p:txBody>
      </p:sp>
    </p:spTree>
    <p:custDataLst>
      <p:tags r:id="rIdOpfSlide"/>
    </p:custDataLst>
  </p:cSld>
  <p:clrMapOvr>
    <a:masterClrMapping/>
  </p:clrMapOvr>
</p:sld>
</file>

<file path=ppt/tags/opfDocument.xml><?xml version="1.0" encoding="utf-8"?>
<p:tagLst xmlns:p="http://schemas.openxmlformats.org/presentationml/2006/main">
  <p:tag name="OPF_DOCUMENT_V1" val="7B2276223A312C22736C69646573223A312C22616273656E74223A5B226C616E6775616765222C2264657369676E2E7468656D65222C2264657369676E2E636F6C6F72536368656D65222C2264657369676E2E64696D656E73696F6E73225D2C2264657369676E223A7B22666F6E74536368656D65223A22726F626F746F222C226261636B67726F756E64223A226C6967687431227D2C22636174616C6F6773223A7B2264656661756C74223A7B22736F75726365223A2268747470733A2F2F7777772E707074782E67616C6C657279222C226C61796F757473223A7B226D657472696373223A7B226E616D65223A224D657472696373222C2273756D6D617279223A224F6E6520746F2073697820686561646C696E65206E756D626572732C207769746820616E206F7074696F6E616C206E6F74652E222C2274616773223A5B224E756D62657273225D2C2264657369676E223A7B22636F6E74656E74416C69676E6D656E74223A2263656E746572227D2C226172656173223A5B5B227469746C65225D2C5B226D657472696373225D2C5B226E6F7465225D5D2C22636F6C756D6E73223A5B315D2C22726F7773223A5B226175746F222C312C226175746F225D2C22726567696F6E73223A7B226D657472696373223A7B2261636365707473223A5B226D6574726963222C2267726F7570225D2C22726F6C65223A227072696D617279222C22666C6F77223A2267726964222C22616E63686F72223A226D6964646C65227D2C226E6F7465223A7B2261636365707473223A5B2274657874222C226C697374225D2C22726F6C65223A22737570706F7274696E67222C22666C6F77223A226E6F6E65227D7D2C226465736372697074696F6E223A22486967686C69676874206120736D616C6C20736574206F6620696D706F7274616E74206E756D626572732E20476976652065616368206E756D6265722061206C6162656C20616E642074686520636F6E74657874206E656564656420746F20696E746572707265742069742E222C2270726576696577223A7B22766563746F72537263223A2268747470733A2F2F7777772E707074782E67616C6C6572792F6C61796F75742D70726576696577732F6D6574726963732E737667227D7D7D7D7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526F626F746F222C226561223A22526F626F746F222C226373223A22227D2C226D696E6F72223A7B226C6174696E223A22526F626F746F222C226561223A22526F626F746F222C226373223A22227D7D2C2273697A65223A7B226378223A223132313932303030222C226379223A2236383538303030227D7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Heading2.xml><?xml version="1.0" encoding="utf-8"?>
<p:tagLst xmlns:p="http://schemas.openxmlformats.org/presentationml/2006/main">
  <p:tag name="OPF_HEADING_V1" val="7B2276223A312C2267726F7570223A22736C696465732E302E7375627469746C65222C226669656C64223A227375627469746C65222C226C696E65223A302C22636F756E74223A312C22626F756E64617279223A22656E64222C22736570617261746F72223A22227D"/>
</p:tagLst>
</file>

<file path=ppt/tags/opfLayout1.xml><?xml version="1.0" encoding="utf-8"?>
<p:tagLst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2663666333039366334393362626537222C22726567696F6E73223A7B22353030223A226D65646961227D7D"/>
</p:tagLst>
</file>

<file path=ppt/tags/opfLayout2.xml><?xml version="1.0" encoding="utf-8"?>
<p:tagLst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65616631313961613066653964626137222C22726567696F6E73223A7B7D7D"/>
</p:tagLst>
</file>

<file path=ppt/tags/opfLayout3.xml><?xml version="1.0" encoding="utf-8"?>
<p:tagLst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33376533613636656135383131616363222C22726567696F6E73223A7B22333030223A226974656D73227D7D"/>
</p:tagLst>
</file>

<file path=ppt/tags/opfLayout4.xml><?xml version="1.0" encoding="utf-8"?>
<p:tagLst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62353035306331666461303166613734222C22726567696F6E73223A7B22313030223A226D657373616765227D7D"/>
</p:tagLst>
</file>

<file path=ppt/tags/opfLayout5.xml><?xml version="1.0" encoding="utf-8"?>
<p:tagLst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6663633653165613935613936353137222C22726567696F6E73223A7B22313030223A2264657461696C73227D7D"/>
</p:tagLst>
</file>

<file path=ppt/tags/opfLayout6.xml><?xml version="1.0" encoding="utf-8"?>
<p:tagLst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61313433376133383831313261363631222C22726567696F6E73223A7B22313030223A22626F6479227D7D"/>
</p:tagLst>
</file>

<file path=ppt/tags/opfLayout7.xml><?xml version="1.0" encoding="utf-8"?>
<p:tagLst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3373238653736303766346630386636222C22726567696F6E73223A7B22313030223A22626F6479227D7D"/>
</p:tagLst>
</file>

<file path=ppt/tags/opfLayout8.xml><?xml version="1.0" encoding="utf-8"?>
<p:tagLst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3666633663631313763326132343764222C22726567696F6E73223A7B22313030223A2271756F746573227D7D"/>
</p:tagLst>
</file>

<file path=ppt/tags/opfLayout9.xml><?xml version="1.0" encoding="utf-8"?>
<p:tagLst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65623139313765393432316330313865222C22726567696F6E73223A7B22313030223A226669727374222C22313031223A227365636F6E64227D7D"/>
</p:tagLst>
</file>

<file path=ppt/tags/opfLayout10.xml><?xml version="1.0" encoding="utf-8"?>
<p:tagLst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66303464386531623664626534343834222C22726567696F6E73223A7B22313030223A2270696C6C617273227D7D"/>
</p:tagLst>
</file>

<file path=ppt/tags/opfLayout11.xml><?xml version="1.0" encoding="utf-8"?>
<p:tagLst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65643765653933613034653335336463222C22726567696F6E73223A7B22313030223A226669727374222C22313031223A227365636F6E64222C22333030223A2276657264696374227D7D"/>
</p:tagLst>
</file>

<file path=ppt/tags/opfLayout12.xml><?xml version="1.0" encoding="utf-8"?>
<p:tagLst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393366653234623638626663333932222C22726567696F6E73223A7B22313030223A227374657073227D7D"/>
</p:tagLst>
</file>

<file path=ppt/tags/opfLayout13.xml><?xml version="1.0" encoding="utf-8"?>
<p:tagLst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66383462366436373337613436363331222C22726567696F6E73223A7B22313030223A2274696D656C696E65222C22313031223A226E6F746573227D7D"/>
</p:tagLst>
</file>

<file path=ppt/tags/opfLayout14.xml><?xml version="1.0" encoding="utf-8"?>
<p:tagLst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8633163653865663935336262393335222C22726567696F6E73223A7B22313030223A227175657374696F6E73227D7D"/>
</p:tagLst>
</file>

<file path=ppt/tags/opfLayout15.xml><?xml version="1.0" encoding="utf-8"?>
<p:tagLst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0366331383265343032303865666436222C22726567696F6E73223A7B22313030223A226361726473227D7D"/>
</p:tagLst>
</file>

<file path=ppt/tags/opfLayout16.xml><?xml version="1.0" encoding="utf-8"?>
<p:tagLst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32613766393834613764613739653534222C22726567696F6E73223A7B22353030223A226D65646961227D7D"/>
</p:tagLst>
</file>

<file path=ppt/tags/opfLayout17.xml><?xml version="1.0" encoding="utf-8"?>
<p:tagLst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6623834346334613537636461336463222C22726567696F6E73223A7B22313030223A22626F6479222C22353030223A226D65646961227D7D"/>
</p:tagLst>
</file>

<file path=ppt/tags/opfLayout18.xml><?xml version="1.0" encoding="utf-8"?>
<p:tagLst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61643937326433643966653961353139222C22726567696F6E73223A7B22353030223A227069637475726573227D7D"/>
</p:tagLst>
</file>

<file path=ppt/tags/opfLayout19.xml><?xml version="1.0" encoding="utf-8"?>
<p:tagLst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2343463303761323736396663346131222C22726567696F6E73223A7B22313030223A22636861727473222C22333030223A226E6F7465227D7D"/>
</p:tagLst>
</file>

<file path=ppt/tags/opfLayout20.xml><?xml version="1.0" encoding="utf-8"?>
<p:tagLst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9343663666562393866613130623536222C22726567696F6E73223A7B22313030223A226E6F746573222C22373030223A226368617274227D7D"/>
</p:tagLst>
</file>

<file path=ppt/tags/opfLayout21.xml><?xml version="1.0" encoding="utf-8"?>
<p:tagLst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1343836626161646261323165363132222C22726567696F6E73223A7B22333030223A226E6F7465222C22393030223A227461626C65227D7D"/>
</p:tagLst>
</file>

<file path=ppt/tags/opfLayout22.xml><?xml version="1.0" encoding="utf-8"?>
<p:tagLst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32633466376664656166306232376431222C22726567696F6E73223A7B22313030223A226E6F746573222C22393030223A227461626C65227D7D"/>
</p:tagLst>
</file>

<file path=ppt/tags/opfLayout23.xml><?xml version="1.0" encoding="utf-8"?>
<p:tagLst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39376333663165376161393264313662222C22726567696F6E73223A7B22313030223A22636F6465222C22333030223A226E6F746573227D7D"/>
</p:tagLst>
</file>

<file path=ppt/tags/opfLayout24.xml><?xml version="1.0" encoding="utf-8"?>
<p:tagLst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62353331623663306233353635306364222C22726567696F6E73223A7B22313030223A226C656164222C22313031223A22737570706F7274222C22353030223A226D65646961227D7D"/>
</p:tagLst>
</file>

<file path=ppt/tags/opfLayout25.xml><?xml version="1.0" encoding="utf-8"?>
<p:tagLst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3323232623837333034666462646434222C22726567696F6E73223A7B22313030223A226B706973222C22313031223A22636861727473227D7D"/>
</p:tagLst>
</file>

<file path=ppt/tags/opfLayout26.xml><?xml version="1.0" encoding="utf-8"?>
<p:tagLst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5386532366332386139336135353539222C22726567696F6E73223A7B22313030223A2270656F706C65227D7D"/>
</p:tagLst>
</file>

<file path=ppt/tags/opfLayout27.xml><?xml version="1.0" encoding="utf-8"?>
<p:tagLst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2396562333531356333366639303739222C22726567696F6E73223A7B22313030223A226C6F676F73227D7D"/>
</p:tagLst>
</file>

<file path=ppt/tags/opfLayout28.xml><?xml version="1.0" encoding="utf-8"?>
<p:tagLst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4656661756C743A6D657472696373222C2268617368223A2263643664373732303737363639663131222C22726567696F6E73223A7B22313030223A226D657472696373222C22333030223A226E6F7465227D2C227265636F7264223A7B226E616D65223A224D657472696373222C2273756D6D617279223A224F6E6520746F2073697820686561646C696E65206E756D626572732C207769746820616E206F7074696F6E616C206E6F74652E222C2274616773223A5B224E756D62657273225D2C2264657369676E223A7B22636F6E74656E74416C69676E6D656E74223A2263656E746572227D2C226172656173223A5B5B227469746C65225D2C5B226D657472696373225D2C5B226E6F7465225D5D2C22636F6C756D6E73223A5B315D2C22726F7773223A5B226175746F222C312C226175746F225D2C22726567696F6E73223A7B226D657472696373223A7B2261636365707473223A5B226D6574726963222C2267726F7570225D2C22726F6C65223A227072696D617279222C22666C6F77223A2267726964222C22616E63686F72223A226D6964646C65227D2C226E6F7465223A7B2261636365707473223A5B2274657874222C226C697374225D2C22726F6C65223A22737570706F7274696E67222C22666C6F77223A226E6F6E65227D7D2C226465736372697074696F6E223A22486967686C69676874206120736D616C6C20736574206F6620696D706F7274616E74206E756D626572732E20476976652065616368206E756D6265722061206C6162656C20616E642074686520636F6E74657874206E656564656420746F20696E746572707265742069742E222C2270726576696577223A7B22766563746F72537263223A2268747470733A2F2F7777772E707074782E67616C6C6572792F6C61796F75742D70726576696577732F6D6574726963732E737667227D7D7D"/>
</p:tagLst>
</file>

<file path=ppt/tags/opfMetric1.xml><?xml version="1.0" encoding="utf-8"?>
<p:tagLst xmlns:p="http://schemas.openxmlformats.org/presentationml/2006/main">
  <p:tag name="OPF_METRIC_V1" val="7B2276223A312C2267726F7570223A2231222C22726F6C65223A22616E63686F72222C2270617274223A302C226C696E65223A302C2276616C7565223A7B2276616C7565223A35322C226C6162656C223A22547269616C207061727469636970616E7473222C226465736372697074696F6E223A22496C6C757374726174697665207369782D7765656B2070696C6F74227D2C227061727473223A5B7B22726F6C65223A2276616C7565222C2276697369626C65223A747275652C226C696E6573223A5B7B227374617274223A302C22656E64223A322C226E6578745374617274223A322C22626F756E64617279223A22656E64227D5D7D2C7B22726F6C65223A226C6162656C222C2276697369626C65223A747275652C226C696E6573223A5B7B227374617274223A302C22656E64223A31382C226E6578745374617274223A31382C22626F756E64617279223A22656E64227D5D7D2C7B22726F6C65223A226465736372697074696F6E222C2276697369626C65223A747275652C226C696E6573223A5B7B227374617274223A302C22656E64223A32372C226E6578745374617274223A32372C22626F756E64617279223A22656E64227D5D7D5D7D"/>
</p:tagLst>
</file>

<file path=ppt/tags/opfMetric2.xml><?xml version="1.0" encoding="utf-8"?>
<p:tagLst xmlns:p="http://schemas.openxmlformats.org/presentationml/2006/main">
  <p:tag name="OPF_METRIC_V1" val="7B2276223A312C2267726F7570223A2231222C22726F6C65223A226C696E65222C2270617274223A312C226C696E65223A307D"/>
</p:tagLst>
</file>

<file path=ppt/tags/opfMetric3.xml><?xml version="1.0" encoding="utf-8"?>
<p:tagLst xmlns:p="http://schemas.openxmlformats.org/presentationml/2006/main">
  <p:tag name="OPF_METRIC_V1" val="7B2276223A312C2267726F7570223A2231222C22726F6C65223A226C696E65222C2270617274223A322C226C696E65223A307D"/>
</p:tagLst>
</file>

<file path=ppt/tags/opfMetric4.xml><?xml version="1.0" encoding="utf-8"?>
<p:tagLst xmlns:p="http://schemas.openxmlformats.org/presentationml/2006/main">
  <p:tag name="OPF_METRIC_V1" val="7B2276223A312C2267726F7570223A2234222C22726F6C65223A22616E63686F72222C2270617274223A302C226C696E65223A302C2276616C7565223A7B2276616C7565223A22383425222C226C6162656C223A225461736B20636F6D706C6574696F6E222C226465736372697074696F6E223A2255702066726F6D2036382520617420626173656C696E65227D2C227061727473223A5B7B22726F6C65223A2276616C7565222C2276697369626C65223A747275652C226C696E6573223A5B7B227374617274223A302C22656E64223A332C226E6578745374617274223A332C22626F756E64617279223A22656E64227D5D7D2C7B22726F6C65223A226C6162656C222C2276697369626C65223A747275652C226C696E6573223A5B7B227374617274223A302C22656E64223A31352C226E6578745374617274223A31352C22626F756E64617279223A22656E64227D5D7D2C7B22726F6C65223A226465736372697074696F6E222C2276697369626C65223A747275652C226C696E6573223A5B7B227374617274223A302C22656E64223A32332C226E6578745374617274223A32332C22626F756E64617279223A22656E64227D5D7D5D7D"/>
</p:tagLst>
</file>

<file path=ppt/tags/opfMetric5.xml><?xml version="1.0" encoding="utf-8"?>
<p:tagLst xmlns:p="http://schemas.openxmlformats.org/presentationml/2006/main">
  <p:tag name="OPF_METRIC_V1" val="7B2276223A312C2267726F7570223A2234222C22726F6C65223A226C696E65222C2270617274223A312C226C696E65223A307D"/>
</p:tagLst>
</file>

<file path=ppt/tags/opfMetric6.xml><?xml version="1.0" encoding="utf-8"?>
<p:tagLst xmlns:p="http://schemas.openxmlformats.org/presentationml/2006/main">
  <p:tag name="OPF_METRIC_V1" val="7B2276223A312C2267726F7570223A2234222C22726F6C65223A226C696E65222C2270617274223A322C226C696E65223A307D"/>
</p:tagLst>
</file>

<file path=ppt/tags/opfMetric7.xml><?xml version="1.0" encoding="utf-8"?>
<p:tagLst xmlns:p="http://schemas.openxmlformats.org/presentationml/2006/main">
  <p:tag name="OPF_METRIC_V1" val="7B2276223A312C2267726F7570223A2237222C22726F6C65223A22616E63686F72222C2270617274223A302C226C696E65223A302C2276616C7565223A7B2276616C7565223A22362E32222C22756E6974223A226D696E222C226C6162656C223A224D656469616E207461736B2074696D65222C226465736372697074696F6E223A22446F776E2066726F6D20392E34206D696E227D2C227061727473223A5B7B22726F6C65223A2276616C7565222C2276697369626C65223A747275652C226C696E6573223A5B7B227374617274223A302C22656E64223A332C226E6578745374617274223A332C22626F756E64617279223A22656E64227D5D7D2C7B22726F6C65223A22756E6974222C2276697369626C65223A747275652C226C696E6573223A5B7B227374617274223A302C22656E64223A332C226E6578745374617274223A332C22626F756E64617279223A22656E64227D5D7D2C7B22726F6C65223A226C6162656C222C2276697369626C65223A747275652C226C696E6573223A5B7B227374617274223A302C22656E64223A31362C226E6578745374617274223A31362C22626F756E64617279223A22656E64227D5D7D2C7B22726F6C65223A226465736372697074696F6E222C2276697369626C65223A747275652C226C696E6573223A5B7B227374617274223A302C22656E64223A31372C226E6578745374617274223A31372C22626F756E64617279223A22656E64227D5D7D5D7D"/>
</p:tagLst>
</file>

<file path=ppt/tags/opfMetric8.xml><?xml version="1.0" encoding="utf-8"?>
<p:tagLst xmlns:p="http://schemas.openxmlformats.org/presentationml/2006/main">
  <p:tag name="OPF_METRIC_V1" val="7B2276223A312C2267726F7570223A2237222C22726F6C65223A226C696E65222C2270617274223A312C226C696E65223A307D"/>
</p:tagLst>
</file>

<file path=ppt/tags/opfMetric9.xml><?xml version="1.0" encoding="utf-8"?>
<p:tagLst xmlns:p="http://schemas.openxmlformats.org/presentationml/2006/main">
  <p:tag name="OPF_METRIC_V1" val="7B2276223A312C2267726F7570223A2237222C22726F6C65223A226C696E65222C2270617274223A322C226C696E65223A307D"/>
</p:tagLst>
</file>

<file path=ppt/tags/opfMetric10.xml><?xml version="1.0" encoding="utf-8"?>
<p:tagLst xmlns:p="http://schemas.openxmlformats.org/presentationml/2006/main">
  <p:tag name="OPF_METRIC_V1" val="7B2276223A312C2267726F7570223A2237222C22726F6C65223A226C696E65222C2270617274223A332C226C696E65223A307D"/>
</p:tagLst>
</file>

<file path=ppt/tags/opfSlide1.xml><?xml version="1.0" encoding="utf-8"?>
<p:tagLst xmlns:p="http://schemas.openxmlformats.org/presentationml/2006/main">
  <p:tag name="OPF_SLIDE_V1" val="7B2276223A312C22736C696465223A302C226C61796F7574223A226D657472696373222C22636F6E74656E74223A7B22666F726D223A22626C6F636B73222C22626C6F636B73223A5B7B2274223A226C656166222C226B223A226D6574726963222C2270696E223A226D657472696373222C22696E223A226D657472696373222C22626F78223A5B35372E362C3331342E352C3337322E332C3136392E355D7D2C7B2274223A226C656166222C226B223A226D6574726963222C2270696E223A226D657472696373222C22696E223A226D657472696373222C22626F78223A5B3435332E392C3331342E352C3337322E332C3136392E355D7D2C7B2274223A226C656166222C226B223A226D6574726963222C2270696E223A226D657472696373222C22696E223A226D657472696373222C22626F78223A5B3835302E312C3331342E352C3337322E332C3136382E325D7D2C7B2274223A226C656166222C226B223A2274657874222C2270696E223A226E6F7465222C22696E223A226E6F7465222C22626F78223A5B35372E362C3633312E392C313136342E382C33302E355D7D5D7D2C226C61796F75745265636F7264223A7B2267726F7570223A2264656661756C74222C226964223A226D657472696373222C22736F75726365223A2268747470733A2F2F7777772E707074782E67616C6C657279222C227265636F7264223A7B226E616D65223A224D657472696373222C2273756D6D617279223A224F6E6520746F2073697820686561646C696E65206E756D626572732C207769746820616E206F7074696F6E616C206E6F74652E222C2274616773223A5B224E756D62657273225D2C2264657369676E223A7B22636F6E74656E74416C69676E6D656E74223A2263656E746572227D2C226172656173223A5B5B227469746C65225D2C5B226D657472696373225D2C5B226E6F7465225D5D2C22636F6C756D6E73223A5B315D2C22726F7773223A5B226175746F222C312C226175746F225D2C22726567696F6E73223A7B226D657472696373223A7B2261636365707473223A5B226D6574726963222C2267726F7570225D2C22726F6C65223A227072696D617279222C22666C6F77223A2267726964222C22616E63686F72223A226D6964646C65227D2C226E6F7465223A7B2261636365707473223A5B2274657874222C226C697374225D2C22726F6C65223A22737570706F7274696E67222C22666C6F77223A226E6F6E65227D7D2C226465736372697074696F6E223A22486967686C69676874206120736D616C6C20736574206F6620696D706F7274616E74206E756D626572732E20476976652065616368206E756D6265722061206C6162656C20616E642074686520636F6E74657874206E656564656420746F20696E746572707265742069742E222C2270726576696577223A7B22766563746F72537263223A2268747470733A2F2F7777772E707074782E67616C6C6572792F6C61796F75742D70726576696577732F6D6574726963732E737667227D7D7D2C2264657369676E223A7B227469746C65416C69676E6D656E74223A2263656E746572227D2C226E6174697665223A7B22737472756374757265223A223065303434353739613330366531222C226261636B67726F756E64223A223134653163303531636431396636222C227374796C65223A223064303933663439313732663665227D7D"/>
</p:tagLst>
</file>

<file path=ppt/tags/opfText1.xml><?xml version="1.0" encoding="utf-8"?>
<p:tagLst xmlns:p="http://schemas.openxmlformats.org/presentationml/2006/main">
  <p:tag name="OPF_TEXT_V1" val="7B2276223A312C2267726F7570223A22736C696465732E302E626C6F636B732E33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Roboto</vt:lpstr>
      <vt:lpstr>Roboto ExtraBold</vt:lpstr>
      <vt:lpstr>Roboto Medium</vt:lpstr>
      <vt:lpstr>Office Theme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Layout fixture metrics</dc:title>
  <dc:subject/>
  <dc:creator>OpenPresentation</dc:creator>
  <cp:lastModifiedBy>OpenPresentation</cp:lastModifiedBy>
  <cp:revision>1</cp:revision>
  <dcterms:created xsi:type="dcterms:W3CDTF">2026-01-01T00:00:00Z</dcterms:created>
  <dcterms:modified xsi:type="dcterms:W3CDTF">2026-01-01T00:00:00Z</dcterms:modified>
</cp:coreProperties>
</file>