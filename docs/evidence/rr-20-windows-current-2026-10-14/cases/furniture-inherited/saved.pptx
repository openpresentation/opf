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heme/theme2.xml" ContentType="application/vnd.openxmlformats-officedocument.them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2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8" r:id="rId2"/>
    <p:sldId id="256" r:id="rId3"/>
    <p:sldId id="257" r:id="rId4"/>
  </p:sldIdLst>
  <p:sldSz cx="12192000" cy="6858000"/>
  <p:notesSz cx="6858000" cy="12192000"/>
  <p:custDataLst>
    <p:tags r:id="rId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  Alpha section  " id="{107A146C-E071-4720-8292-5CDD81D8460E}">
          <p14:sldIdLst>
            <p14:sldId id="258"/>
            <p14:sldId id="256"/>
          </p14:sldIdLst>
        </p14:section>
        <p14:section name="  Beta section  " id="{163E7C47-F5AB-4170-85B0-2AD600BC1219}">
          <p14:sldIdLst>
            <p14:sldId id="257"/>
          </p14:sldIdLst>
        </p14:section>
        <p14:section name="  Gamma section  " id="{12738615-B273-44B1-86EB-265E83D6470E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843534"/>
            <a:ext cx="5433060" cy="2831306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789140"/>
            <a:ext cx="5433060" cy="2494312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843534"/>
            <a:ext cx="11094720" cy="2831306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789140"/>
            <a:ext cx="11094720" cy="2494312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4630293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2104454"/>
            <a:ext cx="543306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2104454"/>
            <a:ext cx="543306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2104454"/>
            <a:ext cx="5433060" cy="3369374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2104454"/>
            <a:ext cx="5433060" cy="3369374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3369374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3369374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2104454"/>
            <a:ext cx="12192000" cy="475354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2104454"/>
            <a:ext cx="543306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2104454"/>
            <a:ext cx="543306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3369374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2104454"/>
            <a:ext cx="6519672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2104454"/>
            <a:ext cx="4346448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2104454"/>
            <a:ext cx="11094720" cy="3369374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02427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2104454"/>
            <a:ext cx="6519672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2104454"/>
            <a:ext cx="4346448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2104454"/>
            <a:ext cx="6519672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2104454"/>
            <a:ext cx="4346448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2104454"/>
            <a:ext cx="5433060" cy="26335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2104454"/>
            <a:ext cx="5433060" cy="26335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966652"/>
            <a:ext cx="11094720" cy="131680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158015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913213"/>
            <a:ext cx="11094720" cy="237023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2104454"/>
            <a:ext cx="11094720" cy="4178999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OPF auto (furniture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843534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  <p:sp>
        <p:nvSpPr>
          <p:cNvPr id="6" name="OPF furniture header left text line 0"/>
          <p:cNvSpPr/>
          <p:nvPr>
            <p:custDataLst>
              <p:tags r:id="rId2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Inherited header	words</a:t>
            </a:r>
            <a:endParaRPr lang="en-US" sz="1200" dirty="0"/>
          </a:p>
        </p:txBody>
      </p:sp>
      <p:sp>
        <p:nvSpPr>
          <p:cNvPr id="7" name="OPF furniture header left text line 1"/>
          <p:cNvSpPr/>
          <p:nvPr>
            <p:custDataLst>
              <p:tags r:id="rId3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second line  </a:t>
            </a:r>
            <a:endParaRPr lang="en-US" sz="1200" dirty="0"/>
          </a:p>
        </p:txBody>
      </p:sp>
      <p:sp>
        <p:nvSpPr>
          <p:cNvPr id="8" name="OPF furniture header left text line 2"/>
          <p:cNvSpPr/>
          <p:nvPr>
            <p:custDataLst>
              <p:tags r:id="rId4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</p:spTree>
    <p:custDataLst>
      <p:tags r:id="rId1"/>
    </p:custData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bg2"/>
                </a:solidFill>
                <a:latin typeface="Roboto" pitchFamily="34" charset="0"/>
              </a:defRPr>
            </a:lvl1pPr>
          </a:lstStyle>
          <a:p>
            <a:fld id="{0F0F2701-0001-4000-8000-000000000001}" type="datetimeFigureOut">
              <a:rPr lang="en-US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bg2"/>
                </a:solidFill>
                <a:latin typeface="Roboto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>
                <a:solidFill>
                  <a:schemeClr val="bg2"/>
                </a:solidFill>
                <a:latin typeface="Roboto" pitchFamily="34" charset="0"/>
              </a:defRPr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  <p:sp>
        <p:nvSpPr>
          <p:cNvPr id="5" name="OPF furniture header center text line 0"/>
          <p:cNvSpPr/>
          <p:nvPr>
            <p:custDataLst>
              <p:tags r:id="rId33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Registry Organization</a:t>
            </a:r>
            <a:endParaRPr 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8.xml"/><Relationship Id="rId7" Type="http://schemas.openxmlformats.org/officeDocument/2006/relationships/slideLayout" Target="../slideLayouts/slideLayout3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3" Type="http://schemas.openxmlformats.org/officeDocument/2006/relationships/tags" Target="../tags/tag44.xml"/><Relationship Id="rId7" Type="http://schemas.openxmlformats.org/officeDocument/2006/relationships/slideLayout" Target="../slideLayouts/slideLayout3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55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image" Target="../media/image1.png"/><Relationship Id="rId5" Type="http://schemas.openxmlformats.org/officeDocument/2006/relationships/tags" Target="../tags/tag52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51.xml"/><Relationship Id="rId9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Inherited again</a:t>
            </a:r>
            <a:endParaRPr lang="en-US" sz="4050" dirty="0"/>
          </a:p>
        </p:txBody>
      </p:sp>
      <p:sp>
        <p:nvSpPr>
          <p:cNvPr id="3" name="OPF text slides.2.text line 0"/>
          <p:cNvSpPr/>
          <p:nvPr>
            <p:custDataLst>
              <p:tags r:id="rId3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Scalar body inherited again — exact.</a:t>
            </a:r>
            <a:endParaRPr lang="en-US" sz="1875" dirty="0"/>
          </a:p>
        </p:txBody>
      </p:sp>
      <p:sp>
        <p:nvSpPr>
          <p:cNvPr id="8" name="OPF furniture 2 part 2 line 0"/>
          <p:cNvSpPr/>
          <p:nvPr>
            <p:custDataLst>
              <p:tags r:id="rId4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Gamma section  </a:t>
            </a:r>
            <a:endParaRPr lang="en-US" sz="1200" dirty="0"/>
          </a:p>
        </p:txBody>
      </p:sp>
      <p:sp>
        <p:nvSpPr>
          <p:cNvPr id="9" name="OPF furniture 2 part 3 line 0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Inherited footer  </a:t>
            </a:r>
            <a:endParaRPr lang="en-US" sz="1200" dirty="0"/>
          </a:p>
        </p:txBody>
      </p:sp>
      <p:sp>
        <p:nvSpPr>
          <p:cNvPr id="10" name="OPF furniture 2 part 4 line 0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fld id="{0F0F2700-0000-4000-8000-000000000003}" type="slidenum">
              <a:rPr lang="en-US" sz="1200" dirty="0">
                <a:solidFill>
                  <a:schemeClr val="bg2"/>
                </a:solidFill>
                <a:latin typeface="Roboto" pitchFamily="34" charset="0"/>
              </a:rPr>
              <a:t>1</a:t>
            </a:fld>
            <a:endParaRPr lang="en-US" sz="1200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Inherited furniture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3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Scalar body inherited — exact.</a:t>
            </a:r>
            <a:endParaRPr lang="en-US" sz="1875" dirty="0"/>
          </a:p>
        </p:txBody>
      </p:sp>
      <p:sp>
        <p:nvSpPr>
          <p:cNvPr id="8" name="OPF furniture 0 part 2 line 0"/>
          <p:cNvSpPr/>
          <p:nvPr>
            <p:custDataLst>
              <p:tags r:id="rId4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Alpha section  </a:t>
            </a:r>
            <a:endParaRPr lang="en-US" sz="1200" dirty="0"/>
          </a:p>
        </p:txBody>
      </p:sp>
      <p:sp>
        <p:nvSpPr>
          <p:cNvPr id="9" name="OPF furniture 0 part 3 line 0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10" name="OPF furniture 0 part 4 line 0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fld id="{0F0F2700-0000-4000-8000-000000000001}" type="slidenum">
              <a:rPr lang="en-US" sz="1200" dirty="0">
                <a:solidFill>
                  <a:schemeClr val="bg2"/>
                </a:solidFill>
                <a:latin typeface="Roboto" pitchFamily="34" charset="0"/>
              </a:rPr>
              <a:t>2</a:t>
            </a:fld>
            <a:endParaRPr lang="en-US" sz="1200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48640" y="62865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Local furniture</a:t>
            </a:r>
            <a:endParaRPr lang="en-US" sz="4050" dirty="0"/>
          </a:p>
        </p:txBody>
      </p:sp>
      <p:sp>
        <p:nvSpPr>
          <p:cNvPr id="3" name="OPF text slides.1.text line 0"/>
          <p:cNvSpPr/>
          <p:nvPr>
            <p:custDataLst>
              <p:tags r:id="rId3"/>
            </p:custDataLst>
          </p:nvPr>
        </p:nvSpPr>
        <p:spPr>
          <a:xfrm>
            <a:off x="548640" y="148475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Scalar body local — exact.</a:t>
            </a:r>
            <a:endParaRPr lang="en-US" sz="1875" dirty="0"/>
          </a:p>
        </p:txBody>
      </p:sp>
      <p:pic>
        <p:nvPicPr>
          <p:cNvPr id="4" name="OPF image 1" descr="Native edited furniture picture alt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53440" y="171450"/>
            <a:ext cx="685800" cy="342900"/>
          </a:xfrm>
          <a:prstGeom prst="rect">
            <a:avLst/>
          </a:prstGeom>
        </p:spPr>
      </p:pic>
      <p:sp>
        <p:nvSpPr>
          <p:cNvPr id="5" name="OPF furniture 1 part 1 line 0"/>
          <p:cNvSpPr/>
          <p:nvPr>
            <p:custDataLst>
              <p:tags r:id="rId5"/>
            </p:custDataLst>
          </p:nvPr>
        </p:nvSpPr>
        <p:spPr>
          <a:xfrm>
            <a:off x="1653540" y="249936"/>
            <a:ext cx="153924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Local image label  </a:t>
            </a:r>
            <a:endParaRPr lang="en-US" sz="1200" dirty="0"/>
          </a:p>
        </p:txBody>
      </p:sp>
      <p:sp>
        <p:nvSpPr>
          <p:cNvPr id="7" name="OPF furniture 1 part 3 line 0"/>
          <p:cNvSpPr/>
          <p:nvPr>
            <p:custDataLst>
              <p:tags r:id="rId6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Beta section  </a:t>
            </a:r>
            <a:endParaRPr lang="en-US" sz="1200" dirty="0"/>
          </a:p>
        </p:txBody>
      </p:sp>
      <p:sp>
        <p:nvSpPr>
          <p:cNvPr id="8" name="OPF furniture 1 part 4 line 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chemeClr val="bg2"/>
                </a:solidFill>
                <a:latin typeface="Roboto" pitchFamily="34" charset="0"/>
              </a:rPr>
              <a:t>  Local footer  </a:t>
            </a:r>
            <a:endParaRPr lang="en-US" sz="1200" dirty="0"/>
          </a:p>
        </p:txBody>
      </p:sp>
      <p:sp>
        <p:nvSpPr>
          <p:cNvPr id="9" name="OPF furniture 1 part 5 line 0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fld id="{0F0F2700-0000-4000-8000-000000000002}" type="slidenum">
              <a:rPr lang="en-US" sz="1200" dirty="0">
                <a:solidFill>
                  <a:schemeClr val="bg2"/>
                </a:solidFill>
                <a:latin typeface="Roboto" pitchFamily="34" charset="0"/>
              </a:rPr>
              <a:t>3</a:t>
            </a:fld>
            <a:endParaRPr lang="en-US" sz="1200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DOCUMENT_V1" val="7B2276223A312C22736C69646573223A33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D65746164617461223A7B226F7267616E697A6174696F6E223A7B226964223A2272656769737472795F6F7267222C226E616D65223A2220205265676973747279204F7267616E697A6174696F6E202022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C696E65223A302C22636F756E74223A312C22626F756E64617279223A22656E64222C22736570617261746F72223A22222C22736C6F74223A226865616465722E63656E7465722E7465787422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C696E65223A302C22636F756E74223A332C22626F756E64617279223A2268617264222C22736570617261746F72223A225C725C6E222C22736C6F74223A226865616465722E6C6566742E74657874227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C696E65223A312C22636F756E74223A332C22626F756E64617279223A2268617264222C22736570617261746F72223A225C725C6E222C22736C6F74223A226865616465722E6C6566742E74657874227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C696E65223A322C22636F756E74223A332C22626F756E64617279223A22656E64222C22736570617261746F72223A22222C22736C6F74223A226865616465722E6C6566742E74657874227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2222C22646566696E6974696F6E73223A7B22686561646572223A7B2273636F7065223A22676C6F62616C222C2276616C7565223A7B226C656674223A7B7D2C2263656E746572223A7B7D2C227269676874223A7B2274657874223A226C69746572616C227D7D7D2C22666F6F746572223A7B2273636F7065223A22676C6F62616C222C2276616C7565223A7B226C656674223A7B2274657874223A226C69746572616C227D2C227269676874223A7B2274657874223A226C69746572616C227D7D7D7D2C2274656D706C61746573223A7B226865616465722E7269676874223A227B7B736C6964652E73656374696F6E7D7D222C22666F6F7465722E7269676874223A227B7B736C6964652E6E756D6265727D7D227D2C227061727473223A5B7B226B696E64223A22686561646572222C227A6F6E65223A227269676874222C226669656C64223A2274657874222C2274797065223A2274657874222C22636F756E74223A317D2C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2C22736861726564223A7B226865616465722E6C6566742E74657874223A7B226B696E64223A22686561646572222C227A6F6E65223A226C656674222C226669656C64223A2274657874222C2274797065223A2274657874222C22636F756E74223A332C226F6E223A226C61796F7574222C22666C6167223A226C69746572616C227D2C226865616465722E63656E7465722E74657874223A7B226B696E64223A22686561646572222C227A6F6E65223A2263656E746572222C226669656C64223A2274657874222C2274797065223A2274657874222C22636F756E74223A312C226F6E223A226D6173746572222C22666C6167223A226C69746572616C227D7D7D"/>
  <p:tag name="OPF_SLIDE_V1" val="7B2276223A312C22736C696465223A322C2273656374696F6E223A22202047616D6D612073656374696F6E2020222C22636F6E74656E74223A7B22666F726D223A22726F6F74222C226669656C64223A2274657874222C22626F78223A5B35372E362C3137382E342C313136342E382C3438312E325D7D2C226E6174697665223A7B22737472756374757265223A223065376534646565636239383831222C226261636B67726F756E64223A223131336637323562636232336536222C227374796C65223A223062303266663939633536653433227D7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02C22636F756E74223A312C22626F756E64617279223A22656E64222C22736570617261746F72223A22227D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12C226C696E65223A302C22636F756E74223A312C22626F756E64617279223A22656E64222C22736570617261746F72223A22227D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22C226C696E65223A302C22636F756E74223A312C22626F756E64617279223A22656E64222C22736570617261746F72223A22227D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7D2C2263656E746572223A7B7D2C227269676874223A7B2274657874223A226C69746572616C227D7D7D2C22666F6F746572223A7B2273636F7065223A22676C6F62616C222C2276616C7565223A7B226C656674223A7B2274657874223A226C69746572616C227D2C227269676874223A7B2274657874223A226C69746572616C227D7D7D7D2C2274656D706C61746573223A7B226865616465722E7269676874223A227B7B736C6964652E73656374696F6E7D7D222C22666F6F7465722E7269676874223A227B7B736C6964652E6E756D6265727D7D227D2C227061727473223A5B7B226B696E64223A22686561646572222C227A6F6E65223A227269676874222C226669656C64223A2274657874222C2274797065223A2274657874222C22636F756E74223A317D2C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2C22736861726564223A7B226865616465722E6C6566742E74657874223A7B226B696E64223A22686561646572222C227A6F6E65223A226C656674222C226669656C64223A2274657874222C2274797065223A2274657874222C22636F756E74223A332C226F6E223A226C61796F7574222C22666C6167223A226C69746572616C227D2C226865616465722E63656E7465722E74657874223A7B226B696E64223A22686561646572222C227A6F6E65223A2263656E746572222C226669656C64223A2274657874222C2274797065223A2274657874222C22636F756E74223A312C226F6E223A226D6173746572222C22666C6167223A226C69746572616C227D7D7D"/>
  <p:tag name="OPF_SLIDE_V1" val="7B2276223A312C22736C696465223A302C2273656374696F6E223A222020416C7068612073656374696F6E2020222C22636F6E74656E74223A7B22666F726D223A22726F6F74222C226669656C64223A2274657874222C22626F78223A5B35372E362C3137382E342C313136342E382C3438312E325D7D2C226E6174697665223A7B22737472756374757265223A223065376534646565636239383831222C226261636B67726F756E64223A223131336637323562636232336536222C227374796C65223A223062303266663939633536653433227D7D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02C22636F756E74223A312C22626F756E64617279223A22656E64222C22736570617261746F72223A22227D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1222C22646566696E6974696F6E73223A7B22686561646572223A7B2273636F7065223A226C6F63616C222C2276616C7565223A7B226C656674223A7B2274657874223A226C69746572616C222C22696D616765223A226E6174697665227D2C2263656E746572223A7B7D2C227269676874223A7B2274657874223A226C69746572616C227D7D7D2C22666F6F746572223A7B2273636F7065223A226C6F63616C222C2276616C7565223A7B226C656674223A7B2274657874223A226C69746572616C227D2C227269676874223A7B2274657874223A226C69746572616C227D7D7D7D2C2274656D706C61746573223A7B226865616465722E7269676874223A227B7B736C6964652E73656374696F6E7D7D222C22666F6F7465722E7269676874223A227B7B736C6964652E6E756D6265727D7D227D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7269676874222C226669656C64223A2274657874222C2274797065223A2274657874222C22636F756E74223A317D2C7B226B696E64223A22666F6F746572222C227A6F6E65223A226C656674222C226669656C64223A2274657874222C2274797065223A2274657874222C22636F756E74223A312C227068223A22667472227D2C7B226B696E64223A22666F6F746572222C227A6F6E65223A227269676874222C226669656C64223A2274657874222C2274797065223A2274657874222C22636F756E74223A312C227068223A22736C644E756D227D5D2C22736861726564223A7B226865616465722E63656E7465722E74657874223A7B226B696E64223A22686561646572222C227A6F6E65223A2263656E746572222C226669656C64223A2274657874222C2274797065223A2274657874222C22636F756E74223A312C226F6E223A226D6173746572222C22666C6167223A226C69746572616C227D7D7D"/>
  <p:tag name="OPF_SLIDE_V1" val="7B2276223A312C22736C696465223A312C2273656374696F6E223A222020426574612073656374696F6E2020222C22636F6E74656E74223A7B22666F726D223A22726F6F74222C226669656C64223A2274657874222C22626F78223A5B35372E362C3135352E392C313136342E382C3530332E385D7D2C226E6174697665223A7B22737472756374757265223A223036643835373331346361383639222C226261636B67726F756E64223A223131336637323562636232336536222C227374796C65223A223062303266663939633536653433227D7D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696D616765222C2267726F7570223A2231222C2270617274223A307D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12C226C696E65223A302C22636F756E74223A312C22626F756E64617279223A22656E64222C22736570617261746F72223A22227D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22C226C696E65223A302C22636F756E74223A312C22626F756E64617279223A22656E64222C22736570617261746F72223A22227D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32C226C696E65223A302C22636F756E74223A312C22626F756E64617279223A22656E64222C22736570617261746F72223A22227D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4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Widescreen</PresentationFormat>
  <Paragraphs>18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Roboto</vt:lpstr>
      <vt:lpstr>Office Theme</vt:lpstr>
      <vt:lpstr>Inherited again</vt:lpstr>
      <vt:lpstr>Inherited furniture</vt:lpstr>
      <vt:lpstr>Local furniture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2026-01-01T00:00:00Z</dcterms:created>
  <dcterms:modified xsi:type="dcterms:W3CDTF">2026-10-14T07:05:29Z</dcterms:modified>
</cp:coreProperties>
</file>