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ard1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media/image-1-1.png" ContentType="image/png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7224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4615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Bleed and card native witn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"/>
          <p:cNvSpPr>
            <a:spLocks noGrp="1"/>
          </p:cNvSpPr>
          <p:nvPr>
            <p:ph type="pic" idx="500"/>
          </p:nvPr>
        </p:nvSpPr>
        <p:spPr>
          <a:xfrm>
            <a:off x="0" y="0"/>
            <a:ext cx="5981700" cy="685800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" name="body"/>
          <p:cNvSpPr>
            <a:spLocks noGrp="1"/>
          </p:cNvSpPr>
          <p:nvPr>
            <p:ph type="body" idx="300"/>
          </p:nvPr>
        </p:nvSpPr>
        <p:spPr>
          <a:xfrm>
            <a:off x="6210300" y="548640"/>
            <a:ext cx="5433060" cy="5760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Card1" Type="http://schemas.openxmlformats.org/officeDocument/2006/relationships/tags" Target="../tags/opfCard1.xml"/><Relationship Id="rIdOpfText1" Type="http://schemas.openxmlformats.org/officeDocument/2006/relationships/tags" Target="../tags/opfText1.xml"/><Relationship Id="rIdOpfText2" Type="http://schemas.openxmlformats.org/officeDocument/2006/relationships/tags" Target="../tags/opfText2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Packet local picture"/>
          <p:cNvPicPr>
            <a:picLocks noGrp="1" noChangeAspect="1"/>
          </p:cNvPicPr>
          <p:nvPr>
            <p:ph type="pic" idx="500"/>
          </p:nvPr>
        </p:nvPicPr>
        <p:blipFill>
          <a:blip r:embed="rId1"/>
          <a:srcRect l="28194" t="0" r="28194" b="0"/>
          <a:stretch>
            <a:fillRect/>
          </a:stretch>
        </p:blipFill>
        <p:spPr>
          <a:xfrm>
            <a:off x="0" y="0"/>
            <a:ext cx="5981700" cy="6858000"/>
          </a:xfrm>
          <a:prstGeom prst="rect">
            <a:avLst/>
          </a:prstGeom>
        </p:spPr>
      </p:pic>
      <p:sp>
        <p:nvSpPr>
          <p:cNvPr id="3" name="OPF card slides.0.blocks.1.text"/>
          <p:cNvSpPr/>
          <p:nvPr>
            <p:custDataLst>
              <p:tags r:id="rIdOpfCard1"/>
            </p:custDataLst>
          </p:nvPr>
        </p:nvSpPr>
        <p:spPr>
          <a:xfrm>
            <a:off x="6210300" y="548640"/>
            <a:ext cx="5433060" cy="5760720"/>
          </a:xfrm>
          <a:prstGeom prst="roundRect">
            <a:avLst>
              <a:gd name="adj" fmla="val 1403"/>
            </a:avLst>
          </a:prstGeom>
          <a:solidFill>
            <a:srgbClr val="011842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4" name="OPF text slides.0.blocks.1.text line 0"/>
          <p:cNvSpPr/>
          <p:nvPr>
            <p:custDataLst>
              <p:tags r:id="rIdOpfText1"/>
            </p:custDataLst>
          </p:nvPr>
        </p:nvSpPr>
        <p:spPr>
          <a:xfrm>
            <a:off x="6330753" y="662940"/>
            <a:ext cx="52044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</a:rPr>
              <a:t>A picture reaches the slide edge. This text </a:t>
            </a:r>
            <a:endParaRPr lang="en-US" sz="1875" dirty="0"/>
          </a:p>
        </p:txBody>
      </p:sp>
      <p:sp>
        <p:nvSpPr>
          <p:cNvPr id="5" name="OPF text slides.0.blocks.1.text line 1"/>
          <p:cNvSpPr/>
          <p:nvPr>
            <p:custDataLst>
              <p:tags r:id="rIdOpfText2"/>
            </p:custDataLst>
          </p:nvPr>
        </p:nvSpPr>
        <p:spPr>
          <a:xfrm>
            <a:off x="6324600" y="953453"/>
            <a:ext cx="52044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</a:rPr>
              <a:t>remains inside a padded visible card.</a:t>
            </a:r>
            <a:endParaRPr lang="en-US" sz="1875" dirty="0"/>
          </a:p>
        </p:txBody>
      </p:sp>
    </p:spTree>
    <p:custDataLst>
      <p:tags r:id="rIdOpfSlide"/>
    </p:custDataLst>
  </p:cSld>
  <p:clrMapOvr>
    <a:masterClrMapping/>
  </p:clrMapOvr>
</p:sld>
</file>

<file path=ppt/tags/opfCard1.xml><?xml version="1.0" encoding="utf-8"?>
<p:tagLst xmlns:p="http://schemas.openxmlformats.org/presentationml/2006/main">
  <p:tag name="OPF_CARD_V1" val="7B2276223A312C2270617468223A22736C696465732E302E626C6F636B732E312E74657874222C2270726F70657274696573223A7B22613A7866726D223A7B22613A6F6666223A7B2278223A2236323130333030222C2279223A22353438363430227D2C22613A657874223A7B226378223A2235343333303630222C226379223A2235373630373230227D7D2C22613A7072737447656F6D223A7B22613A61764C7374223A7B22613A6764223A7B226E616D65223A2261646A222C22666D6C61223A2276616C2031343033227D7D2C2270727374223A22726F756E6452656374227D2C22613A736F6C696446696C6C223A7B22613A73726762436C72223A7B2276616C223A22303131383432227D7D2C22613A6C6E223A7B22613A736F6C696446696C6C223A7B22613A73726762436C72223A7B2276616C223A22343735353639227D7D2C22613A7072737444617368223A7B2276616C223A22736F6C6964227D2C2277223A2239353235227D7D2C227374796C65223A6E756C6C7D"/>
</p:tagLst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2C22636F6E74656E74426F78223A747275657D2C22636174616C6F6773223A7B22637573746F6D223A7B226C61796F757473223A7B22626C6565642D63617264223A7B226E616D65223A22426C65656420616E642063617264206E6174697665207769746E657373222C226172656173223A5B5B226D65646961222C22626F6479225D5D2C22636F6C756D6E73223A5B312C315D2C22726F7773223A5B315D2C22726567696F6E73223A7B226D65646961223A7B2261636365707473223A5B22696D616765225D2C22726F6C65223A226D65646961222C22666C6F77223A226E6F6E65222C22626C656564223A747275657D2C22626F6479223A7B2261636365707473223A5B2274657874225D2C22666C6F77223A226E6F6E65227D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26C6565642D63617264222C2267726F7570223A22637573746F6D222C227265666572656E6365223A22626C6565642D63617264222C2268617368223A2234376365383464633164353037313531222C22726567696F6E73223A7B22333030223A22626F6479222C22353030223A226D65646961227D2C227265636F7264223A7B226E616D65223A22426C65656420616E642063617264206E6174697665207769746E657373222C226172656173223A5B5B226D65646961222C22626F6479225D5D2C22636F6C756D6E73223A5B312C315D2C22726F7773223A5B315D2C22726567696F6E73223A7B226D65646961223A7B2261636365707473223A5B22696D616765225D2C22726F6C65223A226D65646961222C22666C6F77223A226E6F6E65222C22626C656564223A747275657D2C22626F6479223A7B2261636365707473223A5B2274657874225D2C22666C6F77223A226E6F6E65227D7D7D7D"/>
</p:tagLst>
</file>

<file path=ppt/tags/opfSlide1.xml><?xml version="1.0" encoding="utf-8"?>
<p:tagLst xmlns:p="http://schemas.openxmlformats.org/presentationml/2006/main">
  <p:tag name="OPF_SLIDE_V1" val="7B2276223A312C22736C696465223A302C226C61796F7574223A22637573746F6D3A626C6565642D63617264222C22636F6E74656E74223A7B22666F726D223A22626C6F636B73222C22626C6F636B73223A5B7B2274223A226C656166222C226B223A22696D616765222C2270696E223A226D65646961222C22696E223A226D65646961222C22626F78223A5B302C302C3632382C3732305D7D2C7B2274223A226C656166222C226B223A2274657874222C2270696E223A22626F6479222C22696E223A22626F6479222C22626F78223A5B3636342C36392E362C3534362E342C3538302E385D7D5D7D2C226C61796F75745265636F7264223A7B2267726F7570223A22637573746F6D222C226964223A22626C6565642D63617264222C227265636F7264223A7B226E616D65223A22426C65656420616E642063617264206E6174697665207769746E657373222C226172656173223A5B5B226D65646961222C22626F6479225D5D2C22636F6C756D6E73223A5B312C315D2C22726F7773223A5B315D2C22726567696F6E73223A7B226D65646961223A7B2261636365707473223A5B22696D616765225D2C22726F6C65223A226D65646961222C22666C6F77223A226E6F6E65222C22626C656564223A747275657D2C22626F6479223A7B2261636365707473223A5B2274657874225D2C22666C6F77223A226E6F6E65227D7D7D7D2C226E6174697665223A7B22737472756374757265223A223138333863393763383937303236222C226261636B67726F756E64223A223131336637323562636232336536222C227374796C65223A223165393530326135616164666433227D7D"/>
</p:tagLst>
</file>

<file path=ppt/tags/opfText1.xml><?xml version="1.0" encoding="utf-8"?>
<p:tagLst xmlns:p="http://schemas.openxmlformats.org/presentationml/2006/main">
  <p:tag name="OPF_TEXT_V1" val="7B2276223A312C2267726F7570223A22736C696465732E302E626C6F636B732E312E74657874222C226C696E65223A302C22636F756E74223A322C22626F756E64617279223A22736F667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02E626C6F636B732E312E74657874222C226C696E65223A312C22636F756E74223A32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Roboto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