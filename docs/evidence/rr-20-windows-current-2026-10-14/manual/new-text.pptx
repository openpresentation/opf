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custDataLst>
    <p:tags r:id="rId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B7-4180-B613-DFD513960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chart" Target="../charts/chart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Picture region</a:t>
            </a:r>
            <a:endParaRPr lang="en-US" sz="4050" dirty="0"/>
          </a:p>
        </p:txBody>
      </p:sp>
      <p:pic>
        <p:nvPicPr>
          <p:cNvPr id="3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6"/>
          <a:stretch>
            <a:fillRect/>
          </a:stretch>
        </p:blipFill>
        <p:spPr>
          <a:xfrm>
            <a:off x="548640" y="2498788"/>
            <a:ext cx="5433060" cy="2716530"/>
          </a:xfrm>
          <a:prstGeom prst="rect">
            <a:avLst/>
          </a:prstGeom>
        </p:spPr>
      </p:pic>
      <p:sp>
        <p:nvSpPr>
          <p:cNvPr id="4" name="OPF text slides.0.blocks.0.text line 0"/>
          <p:cNvSpPr/>
          <p:nvPr>
            <p:custDataLst>
              <p:tags r:id="rId3"/>
            </p:custDataLst>
          </p:nvPr>
        </p:nvSpPr>
        <p:spPr>
          <a:xfrm>
            <a:off x="6210300" y="3697510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picture notes.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Chart region</a:t>
            </a:r>
            <a:endParaRPr lang="en-US" sz="4050" dirty="0"/>
          </a:p>
        </p:txBody>
      </p:sp>
      <p:graphicFrame>
        <p:nvGraphicFramePr>
          <p:cNvPr id="3" name="OPF chart 1"/>
          <p:cNvGraphicFramePr>
            <a:graphicFrameLocks noGrp="1"/>
          </p:cNvGraphicFramePr>
          <p:nvPr>
            <p:ph type="chart" idx="700"/>
          </p:nvPr>
        </p:nvGraphicFramePr>
        <p:xfrm>
          <a:off x="548640" y="1404747"/>
          <a:ext cx="6519672" cy="4904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OPF text slides.1.blocks.1.text line 0"/>
          <p:cNvSpPr/>
          <p:nvPr>
            <p:custDataLst>
              <p:tags r:id="rId3"/>
            </p:custDataLst>
          </p:nvPr>
        </p:nvSpPr>
        <p:spPr>
          <a:xfrm>
            <a:off x="7296912" y="1404747"/>
            <a:ext cx="434644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chart notes.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Table region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1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2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3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9FB1-DC4D-55C6-AD75-4E2A83594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RR20 built-in title witness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E57EF-3EE0-E162-303B-A0B5AF158659}"/>
              </a:ext>
            </a:extLst>
          </p:cNvPr>
          <p:cNvSpPr>
            <a:spLocks noGrp="1"/>
          </p:cNvSpPr>
          <p:nvPr>
            <p:ph idx="100"/>
          </p:nvPr>
        </p:nvSpPr>
        <p:spPr/>
        <p:txBody>
          <a:bodyPr/>
          <a:lstStyle/>
          <a:p>
            <a:r>
              <a:rPr lang="en-US"/>
              <a:t>RR20 built-in body witness.</a:t>
            </a:r>
          </a:p>
        </p:txBody>
      </p:sp>
    </p:spTree>
    <p:extLst>
      <p:ext uri="{BB962C8B-B14F-4D97-AF65-F5344CB8AC3E}">
        <p14:creationId xmlns:p14="http://schemas.microsoft.com/office/powerpoint/2010/main" val="8429201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696D6167652D626573696465222C22636F6E74656E74223A7B22666F726D223A22626C6F636B73222C22626C6F636B73223A5B7B2274223A226C656166222C226B223A2274657874222C22696E223A22626F6479222C22626F78223A5B3635322C3338382E322C3537302E342C33332E355D7D2C7B2274223A226C656166222C226B223A22696D616765222C22696E223A226D65646961222C22626F78223A5B35372E362C3134372E352C3537302E342C3531342E395D7D5D7D2C226E6174697665223A7B22737472756374757265223A223139313936353332613564663730222C226261636B67726F756E64223A223131336637323562636232336536222C227374796C65223A223035326661666130643663633635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626C6F636B732E302E74657874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C61796F7574223A2263686172742D626573696465222C22636F6E74656E74223A7B22666F726D223A22626C6F636B73222C22626C6F636B73223A5B7B2274223A226C656166222C226B223A226368617274222C22696E223A226368617274222C22626F78223A5B35372E362C3134372E352C3638342E352C3531342E395D7D2C7B2274223A226C656166222C226B223A2274657874222C22696E223A226E6F746573222C22626F78223A5B3736362E312C3134372E352C3435362E332C3531342E395D7D5D7D2C226E6174697665223A7B22737472756374757265223A223061646161373334616634303636222C226261636B67726F756E64223A223131336637323562636232336536222C227374796C65223A223035326661666130643663633635227D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626C6F636B732E312E74657874222C226C696E65223A302C22636F756E74223A312C22626F756E64617279223A22656E64222C22736570617261746F72223A22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C61796F7574223A227461626C6522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035353338393230346564656466227D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5313535643337386138396361363366222C2266663731666563373730656131313737225D2C5B2235623233666366393030383161396137222C2265353039643631306230313230373434225D2C5B2266336335353066366161396234623037222C2266313533656530653835336566393037225D5D2C22656E7669726F6E6D656E74223A2263623435613862653461623064313563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</Words>
  <Application>Microsoft Office PowerPoint</Application>
  <PresentationFormat>Widescreen</PresentationFormat>
  <Paragraphs>16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Roboto</vt:lpstr>
      <vt:lpstr>Office Theme</vt:lpstr>
      <vt:lpstr>Picture region</vt:lpstr>
      <vt:lpstr>Chart region</vt:lpstr>
      <vt:lpstr>Table region</vt:lpstr>
      <vt:lpstr>RR20 built-in title witness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2026-10-14T07:28:17Z</dcterms:modified>
</cp:coreProperties>
</file>