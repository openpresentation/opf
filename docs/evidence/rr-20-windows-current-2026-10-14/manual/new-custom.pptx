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2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custDataLst>
    <p:tags r:id="rId7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ximum 12 by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ell-0-0"/>
          <p:cNvSpPr>
            <a:spLocks noGrp="1"/>
          </p:cNvSpPr>
          <p:nvPr>
            <p:ph type="body" idx="300"/>
          </p:nvPr>
        </p:nvSpPr>
        <p:spPr>
          <a:xfrm>
            <a:off x="548640" y="5486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" name="cell-0-1"/>
          <p:cNvSpPr>
            <a:spLocks noGrp="1"/>
          </p:cNvSpPr>
          <p:nvPr>
            <p:ph type="body" idx="301"/>
          </p:nvPr>
        </p:nvSpPr>
        <p:spPr>
          <a:xfrm>
            <a:off x="1492250" y="5486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ell-0-2"/>
          <p:cNvSpPr>
            <a:spLocks noGrp="1"/>
          </p:cNvSpPr>
          <p:nvPr>
            <p:ph type="body" idx="302"/>
          </p:nvPr>
        </p:nvSpPr>
        <p:spPr>
          <a:xfrm>
            <a:off x="2435860" y="5486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cell-0-3"/>
          <p:cNvSpPr>
            <a:spLocks noGrp="1"/>
          </p:cNvSpPr>
          <p:nvPr>
            <p:ph type="body" idx="303"/>
          </p:nvPr>
        </p:nvSpPr>
        <p:spPr>
          <a:xfrm>
            <a:off x="3379470" y="5486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" name="cell-0-4"/>
          <p:cNvSpPr>
            <a:spLocks noGrp="1"/>
          </p:cNvSpPr>
          <p:nvPr>
            <p:ph type="body" idx="304"/>
          </p:nvPr>
        </p:nvSpPr>
        <p:spPr>
          <a:xfrm>
            <a:off x="4323080" y="5486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0" name="cell-0-5"/>
          <p:cNvSpPr>
            <a:spLocks noGrp="1"/>
          </p:cNvSpPr>
          <p:nvPr>
            <p:ph type="body" idx="305"/>
          </p:nvPr>
        </p:nvSpPr>
        <p:spPr>
          <a:xfrm>
            <a:off x="5266690" y="5486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" name="cell-0-6"/>
          <p:cNvSpPr>
            <a:spLocks noGrp="1"/>
          </p:cNvSpPr>
          <p:nvPr>
            <p:ph type="body" idx="306"/>
          </p:nvPr>
        </p:nvSpPr>
        <p:spPr>
          <a:xfrm>
            <a:off x="6210300" y="5486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" name="cell-0-7"/>
          <p:cNvSpPr>
            <a:spLocks noGrp="1"/>
          </p:cNvSpPr>
          <p:nvPr>
            <p:ph type="body" idx="307"/>
          </p:nvPr>
        </p:nvSpPr>
        <p:spPr>
          <a:xfrm>
            <a:off x="7153910" y="5486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3" name="cell-0-8"/>
          <p:cNvSpPr>
            <a:spLocks noGrp="1"/>
          </p:cNvSpPr>
          <p:nvPr>
            <p:ph type="body" idx="308"/>
          </p:nvPr>
        </p:nvSpPr>
        <p:spPr>
          <a:xfrm>
            <a:off x="8097520" y="5486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4" name="cell-0-9"/>
          <p:cNvSpPr>
            <a:spLocks noGrp="1"/>
          </p:cNvSpPr>
          <p:nvPr>
            <p:ph type="body" idx="309"/>
          </p:nvPr>
        </p:nvSpPr>
        <p:spPr>
          <a:xfrm>
            <a:off x="9041130" y="5486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5" name="cell-0-10"/>
          <p:cNvSpPr>
            <a:spLocks noGrp="1"/>
          </p:cNvSpPr>
          <p:nvPr>
            <p:ph type="body" idx="310"/>
          </p:nvPr>
        </p:nvSpPr>
        <p:spPr>
          <a:xfrm>
            <a:off x="9984740" y="5486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6" name="cell-0-11"/>
          <p:cNvSpPr>
            <a:spLocks noGrp="1"/>
          </p:cNvSpPr>
          <p:nvPr>
            <p:ph type="body" idx="311"/>
          </p:nvPr>
        </p:nvSpPr>
        <p:spPr>
          <a:xfrm>
            <a:off x="10928350" y="5486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7" name="cell-1-0"/>
          <p:cNvSpPr>
            <a:spLocks noGrp="1"/>
          </p:cNvSpPr>
          <p:nvPr>
            <p:ph type="body" idx="312"/>
          </p:nvPr>
        </p:nvSpPr>
        <p:spPr>
          <a:xfrm>
            <a:off x="548640" y="10477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8" name="cell-1-1"/>
          <p:cNvSpPr>
            <a:spLocks noGrp="1"/>
          </p:cNvSpPr>
          <p:nvPr>
            <p:ph type="body" idx="313"/>
          </p:nvPr>
        </p:nvSpPr>
        <p:spPr>
          <a:xfrm>
            <a:off x="1492250" y="10477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9" name="cell-1-2"/>
          <p:cNvSpPr>
            <a:spLocks noGrp="1"/>
          </p:cNvSpPr>
          <p:nvPr>
            <p:ph type="body" idx="314"/>
          </p:nvPr>
        </p:nvSpPr>
        <p:spPr>
          <a:xfrm>
            <a:off x="2435860" y="10477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0" name="cell-1-3"/>
          <p:cNvSpPr>
            <a:spLocks noGrp="1"/>
          </p:cNvSpPr>
          <p:nvPr>
            <p:ph type="body" idx="315"/>
          </p:nvPr>
        </p:nvSpPr>
        <p:spPr>
          <a:xfrm>
            <a:off x="3379470" y="10477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1" name="cell-1-4"/>
          <p:cNvSpPr>
            <a:spLocks noGrp="1"/>
          </p:cNvSpPr>
          <p:nvPr>
            <p:ph type="body" idx="316"/>
          </p:nvPr>
        </p:nvSpPr>
        <p:spPr>
          <a:xfrm>
            <a:off x="4323080" y="10477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2" name="cell-1-5"/>
          <p:cNvSpPr>
            <a:spLocks noGrp="1"/>
          </p:cNvSpPr>
          <p:nvPr>
            <p:ph type="body" idx="317"/>
          </p:nvPr>
        </p:nvSpPr>
        <p:spPr>
          <a:xfrm>
            <a:off x="5266690" y="10477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3" name="cell-1-6"/>
          <p:cNvSpPr>
            <a:spLocks noGrp="1"/>
          </p:cNvSpPr>
          <p:nvPr>
            <p:ph type="body" idx="318"/>
          </p:nvPr>
        </p:nvSpPr>
        <p:spPr>
          <a:xfrm>
            <a:off x="6210300" y="10477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4" name="cell-1-7"/>
          <p:cNvSpPr>
            <a:spLocks noGrp="1"/>
          </p:cNvSpPr>
          <p:nvPr>
            <p:ph type="body" idx="319"/>
          </p:nvPr>
        </p:nvSpPr>
        <p:spPr>
          <a:xfrm>
            <a:off x="7153910" y="10477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5" name="cell-1-8"/>
          <p:cNvSpPr>
            <a:spLocks noGrp="1"/>
          </p:cNvSpPr>
          <p:nvPr>
            <p:ph type="body" idx="320"/>
          </p:nvPr>
        </p:nvSpPr>
        <p:spPr>
          <a:xfrm>
            <a:off x="8097520" y="10477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6" name="cell-1-9"/>
          <p:cNvSpPr>
            <a:spLocks noGrp="1"/>
          </p:cNvSpPr>
          <p:nvPr>
            <p:ph type="body" idx="321"/>
          </p:nvPr>
        </p:nvSpPr>
        <p:spPr>
          <a:xfrm>
            <a:off x="9041130" y="10477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7" name="cell-1-10"/>
          <p:cNvSpPr>
            <a:spLocks noGrp="1"/>
          </p:cNvSpPr>
          <p:nvPr>
            <p:ph type="body" idx="322"/>
          </p:nvPr>
        </p:nvSpPr>
        <p:spPr>
          <a:xfrm>
            <a:off x="9984740" y="10477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8" name="cell-1-11"/>
          <p:cNvSpPr>
            <a:spLocks noGrp="1"/>
          </p:cNvSpPr>
          <p:nvPr>
            <p:ph type="body" idx="323"/>
          </p:nvPr>
        </p:nvSpPr>
        <p:spPr>
          <a:xfrm>
            <a:off x="10928350" y="10477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9" name="cell-2-0"/>
          <p:cNvSpPr>
            <a:spLocks noGrp="1"/>
          </p:cNvSpPr>
          <p:nvPr>
            <p:ph type="body" idx="324"/>
          </p:nvPr>
        </p:nvSpPr>
        <p:spPr>
          <a:xfrm>
            <a:off x="548640" y="154686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30" name="cell-2-1"/>
          <p:cNvSpPr>
            <a:spLocks noGrp="1"/>
          </p:cNvSpPr>
          <p:nvPr>
            <p:ph type="body" idx="325"/>
          </p:nvPr>
        </p:nvSpPr>
        <p:spPr>
          <a:xfrm>
            <a:off x="1492250" y="154686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31" name="cell-2-2"/>
          <p:cNvSpPr>
            <a:spLocks noGrp="1"/>
          </p:cNvSpPr>
          <p:nvPr>
            <p:ph type="body" idx="326"/>
          </p:nvPr>
        </p:nvSpPr>
        <p:spPr>
          <a:xfrm>
            <a:off x="2435860" y="154686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32" name="cell-2-3"/>
          <p:cNvSpPr>
            <a:spLocks noGrp="1"/>
          </p:cNvSpPr>
          <p:nvPr>
            <p:ph type="body" idx="327"/>
          </p:nvPr>
        </p:nvSpPr>
        <p:spPr>
          <a:xfrm>
            <a:off x="3379470" y="154686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33" name="cell-2-4"/>
          <p:cNvSpPr>
            <a:spLocks noGrp="1"/>
          </p:cNvSpPr>
          <p:nvPr>
            <p:ph type="body" idx="328"/>
          </p:nvPr>
        </p:nvSpPr>
        <p:spPr>
          <a:xfrm>
            <a:off x="4323080" y="154686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34" name="cell-2-5"/>
          <p:cNvSpPr>
            <a:spLocks noGrp="1"/>
          </p:cNvSpPr>
          <p:nvPr>
            <p:ph type="body" idx="329"/>
          </p:nvPr>
        </p:nvSpPr>
        <p:spPr>
          <a:xfrm>
            <a:off x="5266690" y="154686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35" name="cell-2-6"/>
          <p:cNvSpPr>
            <a:spLocks noGrp="1"/>
          </p:cNvSpPr>
          <p:nvPr>
            <p:ph type="body" idx="330"/>
          </p:nvPr>
        </p:nvSpPr>
        <p:spPr>
          <a:xfrm>
            <a:off x="6210300" y="154686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36" name="cell-2-7"/>
          <p:cNvSpPr>
            <a:spLocks noGrp="1"/>
          </p:cNvSpPr>
          <p:nvPr>
            <p:ph type="body" idx="331"/>
          </p:nvPr>
        </p:nvSpPr>
        <p:spPr>
          <a:xfrm>
            <a:off x="7153910" y="154686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37" name="cell-2-8"/>
          <p:cNvSpPr>
            <a:spLocks noGrp="1"/>
          </p:cNvSpPr>
          <p:nvPr>
            <p:ph type="body" idx="332"/>
          </p:nvPr>
        </p:nvSpPr>
        <p:spPr>
          <a:xfrm>
            <a:off x="8097520" y="154686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38" name="cell-2-9"/>
          <p:cNvSpPr>
            <a:spLocks noGrp="1"/>
          </p:cNvSpPr>
          <p:nvPr>
            <p:ph type="body" idx="333"/>
          </p:nvPr>
        </p:nvSpPr>
        <p:spPr>
          <a:xfrm>
            <a:off x="9041130" y="154686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39" name="cell-2-10"/>
          <p:cNvSpPr>
            <a:spLocks noGrp="1"/>
          </p:cNvSpPr>
          <p:nvPr>
            <p:ph type="body" idx="334"/>
          </p:nvPr>
        </p:nvSpPr>
        <p:spPr>
          <a:xfrm>
            <a:off x="9984740" y="154686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0" name="cell-2-11"/>
          <p:cNvSpPr>
            <a:spLocks noGrp="1"/>
          </p:cNvSpPr>
          <p:nvPr>
            <p:ph type="body" idx="335"/>
          </p:nvPr>
        </p:nvSpPr>
        <p:spPr>
          <a:xfrm>
            <a:off x="10928350" y="154686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1" name="cell-3-0"/>
          <p:cNvSpPr>
            <a:spLocks noGrp="1"/>
          </p:cNvSpPr>
          <p:nvPr>
            <p:ph type="body" idx="336"/>
          </p:nvPr>
        </p:nvSpPr>
        <p:spPr>
          <a:xfrm>
            <a:off x="548640" y="204597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2" name="cell-3-1"/>
          <p:cNvSpPr>
            <a:spLocks noGrp="1"/>
          </p:cNvSpPr>
          <p:nvPr>
            <p:ph type="body" idx="337"/>
          </p:nvPr>
        </p:nvSpPr>
        <p:spPr>
          <a:xfrm>
            <a:off x="1492250" y="204597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3" name="cell-3-2"/>
          <p:cNvSpPr>
            <a:spLocks noGrp="1"/>
          </p:cNvSpPr>
          <p:nvPr>
            <p:ph type="body" idx="338"/>
          </p:nvPr>
        </p:nvSpPr>
        <p:spPr>
          <a:xfrm>
            <a:off x="2435860" y="204597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4" name="cell-3-3"/>
          <p:cNvSpPr>
            <a:spLocks noGrp="1"/>
          </p:cNvSpPr>
          <p:nvPr>
            <p:ph type="body" idx="339"/>
          </p:nvPr>
        </p:nvSpPr>
        <p:spPr>
          <a:xfrm>
            <a:off x="3379470" y="204597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5" name="cell-3-4"/>
          <p:cNvSpPr>
            <a:spLocks noGrp="1"/>
          </p:cNvSpPr>
          <p:nvPr>
            <p:ph type="body" idx="340"/>
          </p:nvPr>
        </p:nvSpPr>
        <p:spPr>
          <a:xfrm>
            <a:off x="4323080" y="204597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6" name="cell-3-5"/>
          <p:cNvSpPr>
            <a:spLocks noGrp="1"/>
          </p:cNvSpPr>
          <p:nvPr>
            <p:ph type="body" idx="341"/>
          </p:nvPr>
        </p:nvSpPr>
        <p:spPr>
          <a:xfrm>
            <a:off x="5266690" y="204597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7" name="cell-3-6"/>
          <p:cNvSpPr>
            <a:spLocks noGrp="1"/>
          </p:cNvSpPr>
          <p:nvPr>
            <p:ph type="body" idx="342"/>
          </p:nvPr>
        </p:nvSpPr>
        <p:spPr>
          <a:xfrm>
            <a:off x="6210300" y="204597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8" name="cell-3-7"/>
          <p:cNvSpPr>
            <a:spLocks noGrp="1"/>
          </p:cNvSpPr>
          <p:nvPr>
            <p:ph type="body" idx="343"/>
          </p:nvPr>
        </p:nvSpPr>
        <p:spPr>
          <a:xfrm>
            <a:off x="7153910" y="204597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9" name="cell-3-8"/>
          <p:cNvSpPr>
            <a:spLocks noGrp="1"/>
          </p:cNvSpPr>
          <p:nvPr>
            <p:ph type="body" idx="344"/>
          </p:nvPr>
        </p:nvSpPr>
        <p:spPr>
          <a:xfrm>
            <a:off x="8097520" y="204597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0" name="cell-3-9"/>
          <p:cNvSpPr>
            <a:spLocks noGrp="1"/>
          </p:cNvSpPr>
          <p:nvPr>
            <p:ph type="body" idx="345"/>
          </p:nvPr>
        </p:nvSpPr>
        <p:spPr>
          <a:xfrm>
            <a:off x="9041130" y="204597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1" name="cell-3-10"/>
          <p:cNvSpPr>
            <a:spLocks noGrp="1"/>
          </p:cNvSpPr>
          <p:nvPr>
            <p:ph type="body" idx="346"/>
          </p:nvPr>
        </p:nvSpPr>
        <p:spPr>
          <a:xfrm>
            <a:off x="9984740" y="204597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2" name="cell-3-11"/>
          <p:cNvSpPr>
            <a:spLocks noGrp="1"/>
          </p:cNvSpPr>
          <p:nvPr>
            <p:ph type="body" idx="347"/>
          </p:nvPr>
        </p:nvSpPr>
        <p:spPr>
          <a:xfrm>
            <a:off x="10928350" y="204597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3" name="cell-4-0"/>
          <p:cNvSpPr>
            <a:spLocks noGrp="1"/>
          </p:cNvSpPr>
          <p:nvPr>
            <p:ph type="body" idx="348"/>
          </p:nvPr>
        </p:nvSpPr>
        <p:spPr>
          <a:xfrm>
            <a:off x="548640" y="254508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4" name="cell-4-1"/>
          <p:cNvSpPr>
            <a:spLocks noGrp="1"/>
          </p:cNvSpPr>
          <p:nvPr>
            <p:ph type="body" idx="349"/>
          </p:nvPr>
        </p:nvSpPr>
        <p:spPr>
          <a:xfrm>
            <a:off x="1492250" y="254508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5" name="cell-4-2"/>
          <p:cNvSpPr>
            <a:spLocks noGrp="1"/>
          </p:cNvSpPr>
          <p:nvPr>
            <p:ph type="body" idx="350"/>
          </p:nvPr>
        </p:nvSpPr>
        <p:spPr>
          <a:xfrm>
            <a:off x="2435860" y="254508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6" name="cell-4-3"/>
          <p:cNvSpPr>
            <a:spLocks noGrp="1"/>
          </p:cNvSpPr>
          <p:nvPr>
            <p:ph type="body" idx="351"/>
          </p:nvPr>
        </p:nvSpPr>
        <p:spPr>
          <a:xfrm>
            <a:off x="3379470" y="254508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7" name="cell-4-4"/>
          <p:cNvSpPr>
            <a:spLocks noGrp="1"/>
          </p:cNvSpPr>
          <p:nvPr>
            <p:ph type="body" idx="352"/>
          </p:nvPr>
        </p:nvSpPr>
        <p:spPr>
          <a:xfrm>
            <a:off x="4323080" y="254508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8" name="cell-4-5"/>
          <p:cNvSpPr>
            <a:spLocks noGrp="1"/>
          </p:cNvSpPr>
          <p:nvPr>
            <p:ph type="body" idx="353"/>
          </p:nvPr>
        </p:nvSpPr>
        <p:spPr>
          <a:xfrm>
            <a:off x="5266690" y="254508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9" name="cell-4-6"/>
          <p:cNvSpPr>
            <a:spLocks noGrp="1"/>
          </p:cNvSpPr>
          <p:nvPr>
            <p:ph type="body" idx="354"/>
          </p:nvPr>
        </p:nvSpPr>
        <p:spPr>
          <a:xfrm>
            <a:off x="6210300" y="254508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0" name="cell-4-7"/>
          <p:cNvSpPr>
            <a:spLocks noGrp="1"/>
          </p:cNvSpPr>
          <p:nvPr>
            <p:ph type="body" idx="355"/>
          </p:nvPr>
        </p:nvSpPr>
        <p:spPr>
          <a:xfrm>
            <a:off x="7153910" y="254508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1" name="cell-4-8"/>
          <p:cNvSpPr>
            <a:spLocks noGrp="1"/>
          </p:cNvSpPr>
          <p:nvPr>
            <p:ph type="body" idx="356"/>
          </p:nvPr>
        </p:nvSpPr>
        <p:spPr>
          <a:xfrm>
            <a:off x="8097520" y="254508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2" name="cell-4-9"/>
          <p:cNvSpPr>
            <a:spLocks noGrp="1"/>
          </p:cNvSpPr>
          <p:nvPr>
            <p:ph type="body" idx="357"/>
          </p:nvPr>
        </p:nvSpPr>
        <p:spPr>
          <a:xfrm>
            <a:off x="9041130" y="254508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3" name="cell-4-10"/>
          <p:cNvSpPr>
            <a:spLocks noGrp="1"/>
          </p:cNvSpPr>
          <p:nvPr>
            <p:ph type="body" idx="358"/>
          </p:nvPr>
        </p:nvSpPr>
        <p:spPr>
          <a:xfrm>
            <a:off x="9984740" y="254508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4" name="cell-4-11"/>
          <p:cNvSpPr>
            <a:spLocks noGrp="1"/>
          </p:cNvSpPr>
          <p:nvPr>
            <p:ph type="body" idx="359"/>
          </p:nvPr>
        </p:nvSpPr>
        <p:spPr>
          <a:xfrm>
            <a:off x="10928350" y="254508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5" name="cell-5-0"/>
          <p:cNvSpPr>
            <a:spLocks noGrp="1"/>
          </p:cNvSpPr>
          <p:nvPr>
            <p:ph type="body" idx="360"/>
          </p:nvPr>
        </p:nvSpPr>
        <p:spPr>
          <a:xfrm>
            <a:off x="548640" y="304419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6" name="cell-5-1"/>
          <p:cNvSpPr>
            <a:spLocks noGrp="1"/>
          </p:cNvSpPr>
          <p:nvPr>
            <p:ph type="body" idx="361"/>
          </p:nvPr>
        </p:nvSpPr>
        <p:spPr>
          <a:xfrm>
            <a:off x="1492250" y="304419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7" name="cell-5-2"/>
          <p:cNvSpPr>
            <a:spLocks noGrp="1"/>
          </p:cNvSpPr>
          <p:nvPr>
            <p:ph type="body" idx="362"/>
          </p:nvPr>
        </p:nvSpPr>
        <p:spPr>
          <a:xfrm>
            <a:off x="2435860" y="304419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8" name="cell-5-3"/>
          <p:cNvSpPr>
            <a:spLocks noGrp="1"/>
          </p:cNvSpPr>
          <p:nvPr>
            <p:ph type="body" idx="363"/>
          </p:nvPr>
        </p:nvSpPr>
        <p:spPr>
          <a:xfrm>
            <a:off x="3379470" y="304419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9" name="cell-5-4"/>
          <p:cNvSpPr>
            <a:spLocks noGrp="1"/>
          </p:cNvSpPr>
          <p:nvPr>
            <p:ph type="body" idx="364"/>
          </p:nvPr>
        </p:nvSpPr>
        <p:spPr>
          <a:xfrm>
            <a:off x="4323080" y="304419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0" name="cell-5-5"/>
          <p:cNvSpPr>
            <a:spLocks noGrp="1"/>
          </p:cNvSpPr>
          <p:nvPr>
            <p:ph type="body" idx="365"/>
          </p:nvPr>
        </p:nvSpPr>
        <p:spPr>
          <a:xfrm>
            <a:off x="5266690" y="304419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1" name="cell-5-6"/>
          <p:cNvSpPr>
            <a:spLocks noGrp="1"/>
          </p:cNvSpPr>
          <p:nvPr>
            <p:ph type="body" idx="366"/>
          </p:nvPr>
        </p:nvSpPr>
        <p:spPr>
          <a:xfrm>
            <a:off x="6210300" y="304419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2" name="cell-5-7"/>
          <p:cNvSpPr>
            <a:spLocks noGrp="1"/>
          </p:cNvSpPr>
          <p:nvPr>
            <p:ph type="body" idx="367"/>
          </p:nvPr>
        </p:nvSpPr>
        <p:spPr>
          <a:xfrm>
            <a:off x="7153910" y="304419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3" name="cell-5-8"/>
          <p:cNvSpPr>
            <a:spLocks noGrp="1"/>
          </p:cNvSpPr>
          <p:nvPr>
            <p:ph type="body" idx="368"/>
          </p:nvPr>
        </p:nvSpPr>
        <p:spPr>
          <a:xfrm>
            <a:off x="8097520" y="304419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4" name="cell-5-9"/>
          <p:cNvSpPr>
            <a:spLocks noGrp="1"/>
          </p:cNvSpPr>
          <p:nvPr>
            <p:ph type="body" idx="369"/>
          </p:nvPr>
        </p:nvSpPr>
        <p:spPr>
          <a:xfrm>
            <a:off x="9041130" y="304419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5" name="cell-5-10"/>
          <p:cNvSpPr>
            <a:spLocks noGrp="1"/>
          </p:cNvSpPr>
          <p:nvPr>
            <p:ph type="body" idx="370"/>
          </p:nvPr>
        </p:nvSpPr>
        <p:spPr>
          <a:xfrm>
            <a:off x="9984740" y="304419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6" name="cell-5-11"/>
          <p:cNvSpPr>
            <a:spLocks noGrp="1"/>
          </p:cNvSpPr>
          <p:nvPr>
            <p:ph type="body" idx="371"/>
          </p:nvPr>
        </p:nvSpPr>
        <p:spPr>
          <a:xfrm>
            <a:off x="10928350" y="304419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7" name="cell-6-0"/>
          <p:cNvSpPr>
            <a:spLocks noGrp="1"/>
          </p:cNvSpPr>
          <p:nvPr>
            <p:ph type="body" idx="372"/>
          </p:nvPr>
        </p:nvSpPr>
        <p:spPr>
          <a:xfrm>
            <a:off x="548640" y="354330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8" name="cell-6-1"/>
          <p:cNvSpPr>
            <a:spLocks noGrp="1"/>
          </p:cNvSpPr>
          <p:nvPr>
            <p:ph type="body" idx="373"/>
          </p:nvPr>
        </p:nvSpPr>
        <p:spPr>
          <a:xfrm>
            <a:off x="1492250" y="354330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9" name="cell-6-2"/>
          <p:cNvSpPr>
            <a:spLocks noGrp="1"/>
          </p:cNvSpPr>
          <p:nvPr>
            <p:ph type="body" idx="374"/>
          </p:nvPr>
        </p:nvSpPr>
        <p:spPr>
          <a:xfrm>
            <a:off x="2435860" y="354330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0" name="cell-6-3"/>
          <p:cNvSpPr>
            <a:spLocks noGrp="1"/>
          </p:cNvSpPr>
          <p:nvPr>
            <p:ph type="body" idx="375"/>
          </p:nvPr>
        </p:nvSpPr>
        <p:spPr>
          <a:xfrm>
            <a:off x="3379470" y="354330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1" name="cell-6-4"/>
          <p:cNvSpPr>
            <a:spLocks noGrp="1"/>
          </p:cNvSpPr>
          <p:nvPr>
            <p:ph type="body" idx="376"/>
          </p:nvPr>
        </p:nvSpPr>
        <p:spPr>
          <a:xfrm>
            <a:off x="4323080" y="354330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2" name="cell-6-5"/>
          <p:cNvSpPr>
            <a:spLocks noGrp="1"/>
          </p:cNvSpPr>
          <p:nvPr>
            <p:ph type="body" idx="377"/>
          </p:nvPr>
        </p:nvSpPr>
        <p:spPr>
          <a:xfrm>
            <a:off x="5266690" y="354330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3" name="cell-6-6"/>
          <p:cNvSpPr>
            <a:spLocks noGrp="1"/>
          </p:cNvSpPr>
          <p:nvPr>
            <p:ph type="body" idx="378"/>
          </p:nvPr>
        </p:nvSpPr>
        <p:spPr>
          <a:xfrm>
            <a:off x="6210300" y="354330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4" name="cell-6-7"/>
          <p:cNvSpPr>
            <a:spLocks noGrp="1"/>
          </p:cNvSpPr>
          <p:nvPr>
            <p:ph type="body" idx="379"/>
          </p:nvPr>
        </p:nvSpPr>
        <p:spPr>
          <a:xfrm>
            <a:off x="7153910" y="354330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5" name="cell-6-8"/>
          <p:cNvSpPr>
            <a:spLocks noGrp="1"/>
          </p:cNvSpPr>
          <p:nvPr>
            <p:ph type="body" idx="380"/>
          </p:nvPr>
        </p:nvSpPr>
        <p:spPr>
          <a:xfrm>
            <a:off x="8097520" y="354330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6" name="cell-6-9"/>
          <p:cNvSpPr>
            <a:spLocks noGrp="1"/>
          </p:cNvSpPr>
          <p:nvPr>
            <p:ph type="body" idx="381"/>
          </p:nvPr>
        </p:nvSpPr>
        <p:spPr>
          <a:xfrm>
            <a:off x="9041130" y="354330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7" name="cell-6-10"/>
          <p:cNvSpPr>
            <a:spLocks noGrp="1"/>
          </p:cNvSpPr>
          <p:nvPr>
            <p:ph type="body" idx="382"/>
          </p:nvPr>
        </p:nvSpPr>
        <p:spPr>
          <a:xfrm>
            <a:off x="9984740" y="354330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8" name="cell-6-11"/>
          <p:cNvSpPr>
            <a:spLocks noGrp="1"/>
          </p:cNvSpPr>
          <p:nvPr>
            <p:ph type="body" idx="383"/>
          </p:nvPr>
        </p:nvSpPr>
        <p:spPr>
          <a:xfrm>
            <a:off x="10928350" y="354330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9" name="cell-7-0"/>
          <p:cNvSpPr>
            <a:spLocks noGrp="1"/>
          </p:cNvSpPr>
          <p:nvPr>
            <p:ph type="body" idx="384"/>
          </p:nvPr>
        </p:nvSpPr>
        <p:spPr>
          <a:xfrm>
            <a:off x="548640" y="404241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0" name="cell-7-1"/>
          <p:cNvSpPr>
            <a:spLocks noGrp="1"/>
          </p:cNvSpPr>
          <p:nvPr>
            <p:ph type="body" idx="385"/>
          </p:nvPr>
        </p:nvSpPr>
        <p:spPr>
          <a:xfrm>
            <a:off x="1492250" y="404241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1" name="cell-7-2"/>
          <p:cNvSpPr>
            <a:spLocks noGrp="1"/>
          </p:cNvSpPr>
          <p:nvPr>
            <p:ph type="body" idx="386"/>
          </p:nvPr>
        </p:nvSpPr>
        <p:spPr>
          <a:xfrm>
            <a:off x="2435860" y="404241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2" name="cell-7-3"/>
          <p:cNvSpPr>
            <a:spLocks noGrp="1"/>
          </p:cNvSpPr>
          <p:nvPr>
            <p:ph type="body" idx="387"/>
          </p:nvPr>
        </p:nvSpPr>
        <p:spPr>
          <a:xfrm>
            <a:off x="3379470" y="404241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3" name="cell-7-4"/>
          <p:cNvSpPr>
            <a:spLocks noGrp="1"/>
          </p:cNvSpPr>
          <p:nvPr>
            <p:ph type="body" idx="388"/>
          </p:nvPr>
        </p:nvSpPr>
        <p:spPr>
          <a:xfrm>
            <a:off x="4323080" y="404241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4" name="cell-7-5"/>
          <p:cNvSpPr>
            <a:spLocks noGrp="1"/>
          </p:cNvSpPr>
          <p:nvPr>
            <p:ph type="body" idx="389"/>
          </p:nvPr>
        </p:nvSpPr>
        <p:spPr>
          <a:xfrm>
            <a:off x="5266690" y="404241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5" name="cell-7-6"/>
          <p:cNvSpPr>
            <a:spLocks noGrp="1"/>
          </p:cNvSpPr>
          <p:nvPr>
            <p:ph type="body" idx="390"/>
          </p:nvPr>
        </p:nvSpPr>
        <p:spPr>
          <a:xfrm>
            <a:off x="6210300" y="404241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6" name="cell-7-7"/>
          <p:cNvSpPr>
            <a:spLocks noGrp="1"/>
          </p:cNvSpPr>
          <p:nvPr>
            <p:ph type="body" idx="391"/>
          </p:nvPr>
        </p:nvSpPr>
        <p:spPr>
          <a:xfrm>
            <a:off x="7153910" y="404241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7" name="cell-7-8"/>
          <p:cNvSpPr>
            <a:spLocks noGrp="1"/>
          </p:cNvSpPr>
          <p:nvPr>
            <p:ph type="body" idx="392"/>
          </p:nvPr>
        </p:nvSpPr>
        <p:spPr>
          <a:xfrm>
            <a:off x="8097520" y="404241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8" name="cell-7-9"/>
          <p:cNvSpPr>
            <a:spLocks noGrp="1"/>
          </p:cNvSpPr>
          <p:nvPr>
            <p:ph type="body" idx="393"/>
          </p:nvPr>
        </p:nvSpPr>
        <p:spPr>
          <a:xfrm>
            <a:off x="9041130" y="404241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9" name="cell-7-10"/>
          <p:cNvSpPr>
            <a:spLocks noGrp="1"/>
          </p:cNvSpPr>
          <p:nvPr>
            <p:ph type="body" idx="394"/>
          </p:nvPr>
        </p:nvSpPr>
        <p:spPr>
          <a:xfrm>
            <a:off x="9984740" y="404241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00" name="cell-7-11"/>
          <p:cNvSpPr>
            <a:spLocks noGrp="1"/>
          </p:cNvSpPr>
          <p:nvPr>
            <p:ph type="body" idx="395"/>
          </p:nvPr>
        </p:nvSpPr>
        <p:spPr>
          <a:xfrm>
            <a:off x="10928350" y="404241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01" name="cell-8-0"/>
          <p:cNvSpPr>
            <a:spLocks noGrp="1"/>
          </p:cNvSpPr>
          <p:nvPr>
            <p:ph type="body" idx="396"/>
          </p:nvPr>
        </p:nvSpPr>
        <p:spPr>
          <a:xfrm>
            <a:off x="548640" y="454152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02" name="cell-8-1"/>
          <p:cNvSpPr>
            <a:spLocks noGrp="1"/>
          </p:cNvSpPr>
          <p:nvPr>
            <p:ph type="body" idx="397"/>
          </p:nvPr>
        </p:nvSpPr>
        <p:spPr>
          <a:xfrm>
            <a:off x="1492250" y="454152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03" name="cell-8-2"/>
          <p:cNvSpPr>
            <a:spLocks noGrp="1"/>
          </p:cNvSpPr>
          <p:nvPr>
            <p:ph type="body" idx="398"/>
          </p:nvPr>
        </p:nvSpPr>
        <p:spPr>
          <a:xfrm>
            <a:off x="2435860" y="454152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04" name="cell-8-3"/>
          <p:cNvSpPr>
            <a:spLocks noGrp="1"/>
          </p:cNvSpPr>
          <p:nvPr>
            <p:ph type="body" idx="399"/>
          </p:nvPr>
        </p:nvSpPr>
        <p:spPr>
          <a:xfrm>
            <a:off x="3379470" y="454152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05" name="cell-8-4"/>
          <p:cNvSpPr>
            <a:spLocks noGrp="1"/>
          </p:cNvSpPr>
          <p:nvPr>
            <p:ph type="body" idx="400"/>
          </p:nvPr>
        </p:nvSpPr>
        <p:spPr>
          <a:xfrm>
            <a:off x="4323080" y="454152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06" name="cell-8-5"/>
          <p:cNvSpPr>
            <a:spLocks noGrp="1"/>
          </p:cNvSpPr>
          <p:nvPr>
            <p:ph type="body" idx="401"/>
          </p:nvPr>
        </p:nvSpPr>
        <p:spPr>
          <a:xfrm>
            <a:off x="5266690" y="454152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07" name="cell-8-6"/>
          <p:cNvSpPr>
            <a:spLocks noGrp="1"/>
          </p:cNvSpPr>
          <p:nvPr>
            <p:ph type="body" idx="402"/>
          </p:nvPr>
        </p:nvSpPr>
        <p:spPr>
          <a:xfrm>
            <a:off x="6210300" y="454152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08" name="cell-8-7"/>
          <p:cNvSpPr>
            <a:spLocks noGrp="1"/>
          </p:cNvSpPr>
          <p:nvPr>
            <p:ph type="body" idx="403"/>
          </p:nvPr>
        </p:nvSpPr>
        <p:spPr>
          <a:xfrm>
            <a:off x="7153910" y="454152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09" name="cell-8-8"/>
          <p:cNvSpPr>
            <a:spLocks noGrp="1"/>
          </p:cNvSpPr>
          <p:nvPr>
            <p:ph type="body" idx="404"/>
          </p:nvPr>
        </p:nvSpPr>
        <p:spPr>
          <a:xfrm>
            <a:off x="8097520" y="454152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0" name="cell-8-9"/>
          <p:cNvSpPr>
            <a:spLocks noGrp="1"/>
          </p:cNvSpPr>
          <p:nvPr>
            <p:ph type="body" idx="405"/>
          </p:nvPr>
        </p:nvSpPr>
        <p:spPr>
          <a:xfrm>
            <a:off x="9041130" y="454152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1" name="cell-8-10"/>
          <p:cNvSpPr>
            <a:spLocks noGrp="1"/>
          </p:cNvSpPr>
          <p:nvPr>
            <p:ph type="body" idx="406"/>
          </p:nvPr>
        </p:nvSpPr>
        <p:spPr>
          <a:xfrm>
            <a:off x="9984740" y="454152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2" name="cell-8-11"/>
          <p:cNvSpPr>
            <a:spLocks noGrp="1"/>
          </p:cNvSpPr>
          <p:nvPr>
            <p:ph type="body" idx="407"/>
          </p:nvPr>
        </p:nvSpPr>
        <p:spPr>
          <a:xfrm>
            <a:off x="10928350" y="454152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3" name="cell-9-0"/>
          <p:cNvSpPr>
            <a:spLocks noGrp="1"/>
          </p:cNvSpPr>
          <p:nvPr>
            <p:ph type="body" idx="408"/>
          </p:nvPr>
        </p:nvSpPr>
        <p:spPr>
          <a:xfrm>
            <a:off x="548640" y="504063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4" name="cell-9-1"/>
          <p:cNvSpPr>
            <a:spLocks noGrp="1"/>
          </p:cNvSpPr>
          <p:nvPr>
            <p:ph type="body" idx="409"/>
          </p:nvPr>
        </p:nvSpPr>
        <p:spPr>
          <a:xfrm>
            <a:off x="1492250" y="504063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5" name="cell-9-2"/>
          <p:cNvSpPr>
            <a:spLocks noGrp="1"/>
          </p:cNvSpPr>
          <p:nvPr>
            <p:ph type="body" idx="410"/>
          </p:nvPr>
        </p:nvSpPr>
        <p:spPr>
          <a:xfrm>
            <a:off x="2435860" y="504063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6" name="cell-9-3"/>
          <p:cNvSpPr>
            <a:spLocks noGrp="1"/>
          </p:cNvSpPr>
          <p:nvPr>
            <p:ph type="body" idx="411"/>
          </p:nvPr>
        </p:nvSpPr>
        <p:spPr>
          <a:xfrm>
            <a:off x="3379470" y="504063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7" name="cell-9-4"/>
          <p:cNvSpPr>
            <a:spLocks noGrp="1"/>
          </p:cNvSpPr>
          <p:nvPr>
            <p:ph type="body" idx="412"/>
          </p:nvPr>
        </p:nvSpPr>
        <p:spPr>
          <a:xfrm>
            <a:off x="4323080" y="504063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8" name="cell-9-5"/>
          <p:cNvSpPr>
            <a:spLocks noGrp="1"/>
          </p:cNvSpPr>
          <p:nvPr>
            <p:ph type="body" idx="413"/>
          </p:nvPr>
        </p:nvSpPr>
        <p:spPr>
          <a:xfrm>
            <a:off x="5266690" y="504063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9" name="cell-9-6"/>
          <p:cNvSpPr>
            <a:spLocks noGrp="1"/>
          </p:cNvSpPr>
          <p:nvPr>
            <p:ph type="body" idx="414"/>
          </p:nvPr>
        </p:nvSpPr>
        <p:spPr>
          <a:xfrm>
            <a:off x="6210300" y="504063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0" name="cell-9-7"/>
          <p:cNvSpPr>
            <a:spLocks noGrp="1"/>
          </p:cNvSpPr>
          <p:nvPr>
            <p:ph type="body" idx="415"/>
          </p:nvPr>
        </p:nvSpPr>
        <p:spPr>
          <a:xfrm>
            <a:off x="7153910" y="504063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1" name="cell-9-8"/>
          <p:cNvSpPr>
            <a:spLocks noGrp="1"/>
          </p:cNvSpPr>
          <p:nvPr>
            <p:ph type="body" idx="416"/>
          </p:nvPr>
        </p:nvSpPr>
        <p:spPr>
          <a:xfrm>
            <a:off x="8097520" y="504063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2" name="cell-9-9"/>
          <p:cNvSpPr>
            <a:spLocks noGrp="1"/>
          </p:cNvSpPr>
          <p:nvPr>
            <p:ph type="body" idx="417"/>
          </p:nvPr>
        </p:nvSpPr>
        <p:spPr>
          <a:xfrm>
            <a:off x="9041130" y="504063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3" name="cell-9-10"/>
          <p:cNvSpPr>
            <a:spLocks noGrp="1"/>
          </p:cNvSpPr>
          <p:nvPr>
            <p:ph type="body" idx="418"/>
          </p:nvPr>
        </p:nvSpPr>
        <p:spPr>
          <a:xfrm>
            <a:off x="9984740" y="504063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4" name="cell-9-11"/>
          <p:cNvSpPr>
            <a:spLocks noGrp="1"/>
          </p:cNvSpPr>
          <p:nvPr>
            <p:ph type="body" idx="419"/>
          </p:nvPr>
        </p:nvSpPr>
        <p:spPr>
          <a:xfrm>
            <a:off x="10928350" y="504063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5" name="cell-10-0"/>
          <p:cNvSpPr>
            <a:spLocks noGrp="1"/>
          </p:cNvSpPr>
          <p:nvPr>
            <p:ph type="body" idx="420"/>
          </p:nvPr>
        </p:nvSpPr>
        <p:spPr>
          <a:xfrm>
            <a:off x="548640" y="55397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6" name="cell-10-1"/>
          <p:cNvSpPr>
            <a:spLocks noGrp="1"/>
          </p:cNvSpPr>
          <p:nvPr>
            <p:ph type="body" idx="421"/>
          </p:nvPr>
        </p:nvSpPr>
        <p:spPr>
          <a:xfrm>
            <a:off x="1492250" y="55397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7" name="cell-10-2"/>
          <p:cNvSpPr>
            <a:spLocks noGrp="1"/>
          </p:cNvSpPr>
          <p:nvPr>
            <p:ph type="body" idx="422"/>
          </p:nvPr>
        </p:nvSpPr>
        <p:spPr>
          <a:xfrm>
            <a:off x="2435860" y="55397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8" name="cell-10-3"/>
          <p:cNvSpPr>
            <a:spLocks noGrp="1"/>
          </p:cNvSpPr>
          <p:nvPr>
            <p:ph type="body" idx="423"/>
          </p:nvPr>
        </p:nvSpPr>
        <p:spPr>
          <a:xfrm>
            <a:off x="3379470" y="55397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9" name="cell-10-4"/>
          <p:cNvSpPr>
            <a:spLocks noGrp="1"/>
          </p:cNvSpPr>
          <p:nvPr>
            <p:ph type="body" idx="424"/>
          </p:nvPr>
        </p:nvSpPr>
        <p:spPr>
          <a:xfrm>
            <a:off x="4323080" y="55397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30" name="cell-10-5"/>
          <p:cNvSpPr>
            <a:spLocks noGrp="1"/>
          </p:cNvSpPr>
          <p:nvPr>
            <p:ph type="body" idx="425"/>
          </p:nvPr>
        </p:nvSpPr>
        <p:spPr>
          <a:xfrm>
            <a:off x="5266690" y="55397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31" name="cell-10-6"/>
          <p:cNvSpPr>
            <a:spLocks noGrp="1"/>
          </p:cNvSpPr>
          <p:nvPr>
            <p:ph type="body" idx="426"/>
          </p:nvPr>
        </p:nvSpPr>
        <p:spPr>
          <a:xfrm>
            <a:off x="6210300" y="55397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32" name="cell-10-7"/>
          <p:cNvSpPr>
            <a:spLocks noGrp="1"/>
          </p:cNvSpPr>
          <p:nvPr>
            <p:ph type="body" idx="427"/>
          </p:nvPr>
        </p:nvSpPr>
        <p:spPr>
          <a:xfrm>
            <a:off x="7153910" y="55397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33" name="cell-10-8"/>
          <p:cNvSpPr>
            <a:spLocks noGrp="1"/>
          </p:cNvSpPr>
          <p:nvPr>
            <p:ph type="body" idx="428"/>
          </p:nvPr>
        </p:nvSpPr>
        <p:spPr>
          <a:xfrm>
            <a:off x="8097520" y="55397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34" name="cell-10-9"/>
          <p:cNvSpPr>
            <a:spLocks noGrp="1"/>
          </p:cNvSpPr>
          <p:nvPr>
            <p:ph type="body" idx="429"/>
          </p:nvPr>
        </p:nvSpPr>
        <p:spPr>
          <a:xfrm>
            <a:off x="9041130" y="55397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35" name="cell-10-10"/>
          <p:cNvSpPr>
            <a:spLocks noGrp="1"/>
          </p:cNvSpPr>
          <p:nvPr>
            <p:ph type="body" idx="430"/>
          </p:nvPr>
        </p:nvSpPr>
        <p:spPr>
          <a:xfrm>
            <a:off x="9984740" y="55397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36" name="cell-10-11"/>
          <p:cNvSpPr>
            <a:spLocks noGrp="1"/>
          </p:cNvSpPr>
          <p:nvPr>
            <p:ph type="body" idx="431"/>
          </p:nvPr>
        </p:nvSpPr>
        <p:spPr>
          <a:xfrm>
            <a:off x="10928350" y="55397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37" name="cell-11-0"/>
          <p:cNvSpPr>
            <a:spLocks noGrp="1"/>
          </p:cNvSpPr>
          <p:nvPr>
            <p:ph type="body" idx="432"/>
          </p:nvPr>
        </p:nvSpPr>
        <p:spPr>
          <a:xfrm>
            <a:off x="548640" y="60388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38" name="cell-11-1"/>
          <p:cNvSpPr>
            <a:spLocks noGrp="1"/>
          </p:cNvSpPr>
          <p:nvPr>
            <p:ph type="body" idx="433"/>
          </p:nvPr>
        </p:nvSpPr>
        <p:spPr>
          <a:xfrm>
            <a:off x="1492250" y="60388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39" name="cell-11-2"/>
          <p:cNvSpPr>
            <a:spLocks noGrp="1"/>
          </p:cNvSpPr>
          <p:nvPr>
            <p:ph type="body" idx="434"/>
          </p:nvPr>
        </p:nvSpPr>
        <p:spPr>
          <a:xfrm>
            <a:off x="2435860" y="60388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40" name="cell-11-3"/>
          <p:cNvSpPr>
            <a:spLocks noGrp="1"/>
          </p:cNvSpPr>
          <p:nvPr>
            <p:ph type="body" idx="435"/>
          </p:nvPr>
        </p:nvSpPr>
        <p:spPr>
          <a:xfrm>
            <a:off x="3379470" y="60388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41" name="cell-11-4"/>
          <p:cNvSpPr>
            <a:spLocks noGrp="1"/>
          </p:cNvSpPr>
          <p:nvPr>
            <p:ph type="body" idx="436"/>
          </p:nvPr>
        </p:nvSpPr>
        <p:spPr>
          <a:xfrm>
            <a:off x="4323080" y="60388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42" name="cell-11-5"/>
          <p:cNvSpPr>
            <a:spLocks noGrp="1"/>
          </p:cNvSpPr>
          <p:nvPr>
            <p:ph type="body" idx="437"/>
          </p:nvPr>
        </p:nvSpPr>
        <p:spPr>
          <a:xfrm>
            <a:off x="5266690" y="60388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43" name="cell-11-6"/>
          <p:cNvSpPr>
            <a:spLocks noGrp="1"/>
          </p:cNvSpPr>
          <p:nvPr>
            <p:ph type="body" idx="438"/>
          </p:nvPr>
        </p:nvSpPr>
        <p:spPr>
          <a:xfrm>
            <a:off x="6210300" y="60388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44" name="cell-11-7"/>
          <p:cNvSpPr>
            <a:spLocks noGrp="1"/>
          </p:cNvSpPr>
          <p:nvPr>
            <p:ph type="body" idx="439"/>
          </p:nvPr>
        </p:nvSpPr>
        <p:spPr>
          <a:xfrm>
            <a:off x="7153910" y="60388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45" name="cell-11-8"/>
          <p:cNvSpPr>
            <a:spLocks noGrp="1"/>
          </p:cNvSpPr>
          <p:nvPr>
            <p:ph type="body" idx="440"/>
          </p:nvPr>
        </p:nvSpPr>
        <p:spPr>
          <a:xfrm>
            <a:off x="8097520" y="60388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46" name="cell-11-9"/>
          <p:cNvSpPr>
            <a:spLocks noGrp="1"/>
          </p:cNvSpPr>
          <p:nvPr>
            <p:ph type="body" idx="441"/>
          </p:nvPr>
        </p:nvSpPr>
        <p:spPr>
          <a:xfrm>
            <a:off x="9041130" y="60388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47" name="cell-11-10"/>
          <p:cNvSpPr>
            <a:spLocks noGrp="1"/>
          </p:cNvSpPr>
          <p:nvPr>
            <p:ph type="body" idx="442"/>
          </p:nvPr>
        </p:nvSpPr>
        <p:spPr>
          <a:xfrm>
            <a:off x="9984740" y="60388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48" name="cell-11-11"/>
          <p:cNvSpPr>
            <a:spLocks noGrp="1"/>
          </p:cNvSpPr>
          <p:nvPr>
            <p:ph type="body" idx="443"/>
          </p:nvPr>
        </p:nvSpPr>
        <p:spPr>
          <a:xfrm>
            <a:off x="10928350" y="60388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med reg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irst"/>
          <p:cNvSpPr>
            <a:spLocks noGrp="1"/>
          </p:cNvSpPr>
          <p:nvPr>
            <p:ph type="body" idx="300"/>
          </p:nvPr>
        </p:nvSpPr>
        <p:spPr>
          <a:xfrm>
            <a:off x="548640" y="548640"/>
            <a:ext cx="5433060" cy="5760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" name="second"/>
          <p:cNvSpPr>
            <a:spLocks noGrp="1"/>
          </p:cNvSpPr>
          <p:nvPr>
            <p:ph type="pic" idx="500"/>
          </p:nvPr>
        </p:nvSpPr>
        <p:spPr>
          <a:xfrm>
            <a:off x="6210300" y="548640"/>
            <a:ext cx="5433060" cy="5760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3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Collapsed empty regions</a:t>
            </a:r>
            <a:endParaRPr lang="en-US" sz="4050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/>
          <p:nvPr>
            <p:custDataLst>
              <p:tags r:id="rId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Named custom regions</a:t>
            </a:r>
            <a:endParaRPr lang="en-US" sz="4050" dirty="0"/>
          </a:p>
        </p:txBody>
      </p:sp>
      <p:sp>
        <p:nvSpPr>
          <p:cNvPr id="3" name="OPF text slides.1.blocks.0.text line 0"/>
          <p:cNvSpPr/>
          <p:nvPr>
            <p:custDataLst>
              <p:tags r:id="rId3"/>
            </p:custDataLst>
          </p:nvPr>
        </p:nvSpPr>
        <p:spPr>
          <a:xfrm>
            <a:off x="548640" y="1404747"/>
            <a:ext cx="543306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Roboto" pitchFamily="34" charset="0"/>
              </a:rPr>
              <a:t>First region source.</a:t>
            </a:r>
            <a:endParaRPr lang="en-US" sz="1875" dirty="0"/>
          </a:p>
        </p:txBody>
      </p:sp>
      <p:pic>
        <p:nvPicPr>
          <p:cNvPr id="4" name="OPF image 1" descr="Packet local picture"/>
          <p:cNvPicPr>
            <a:picLocks noGrp="1" noChangeAspect="1"/>
          </p:cNvPicPr>
          <p:nvPr>
            <p:ph type="pic" idx="500"/>
          </p:nvPr>
        </p:nvPicPr>
        <p:blipFill>
          <a:blip r:embed="rId6"/>
          <a:srcRect l="22306" r="22306"/>
          <a:stretch>
            <a:fillRect/>
          </a:stretch>
        </p:blipFill>
        <p:spPr>
          <a:xfrm>
            <a:off x="6210300" y="1404747"/>
            <a:ext cx="5433060" cy="490461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/>
          <p:nvPr>
            <p:custDataLst>
              <p:tags r:id="rId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Maximum empty template</a:t>
            </a:r>
            <a:endParaRPr lang="en-US" sz="4050" dirty="0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433378D-BD7D-AD9D-AFD8-20510D2C42E2}"/>
              </a:ext>
            </a:extLst>
          </p:cNvPr>
          <p:cNvSpPr>
            <a:spLocks noGrp="1"/>
          </p:cNvSpPr>
          <p:nvPr>
            <p:ph type="body" idx="300"/>
          </p:nvPr>
        </p:nvSpPr>
        <p:spPr/>
        <p:txBody>
          <a:bodyPr/>
          <a:lstStyle/>
          <a:p>
            <a:r>
              <a:rPr lang="en-US"/>
              <a:t>RR20 custom first region witness.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DCF684-1B9D-CC97-23D4-B47EA2CA0C43}"/>
              </a:ext>
            </a:extLst>
          </p:cNvPr>
          <p:cNvSpPr>
            <a:spLocks noGrp="1" noChangeAspect="1"/>
          </p:cNvSpPr>
          <p:nvPr>
            <p:ph type="pic" idx="50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26323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DOCUMENT_V1" val="7B2276223A312C22736C69646573223A332C22616273656E74223A5B2224736368656D61222C226E616D65222C226C616E6775616765222C2264657369676E2E7468656D65222C2264657369676E2E636F6C6F72536368656D65225D2C2264657369676E223A7B22666F6E74536368656D65223A22726F626F746F222C2264696D656E73696F6E73223A7B227769647468496E63686573223A31332E3333333333332C22686569676874496E63686573223A372E357D7D2C22636174616C6F6773223A7B22637573746F6D223A7B226C61796F757473223A7B226E616D6564223A7B226E616D65223A224E616D656420726567696F6E73222C226172656173223A5B5B226669727374222C227365636F6E64225D2C5B226669727374222C227365636F6E64225D5D2C22726567696F6E73223A7B226669727374223A7B2261636365707473223A5B2274657874222C226C697374225D2C22666C6F77223A22636F6C756D6E227D2C227365636F6E64223A7B2261636365707473223A5B22696D616765225D2C22726F6C65223A226D65646961222C22666C6F77223A226E6F6E65227D7D7D2C226D6178696D756D223A7B226E616D65223A224D6178696D756D203132206279203132222C226172656173223A5B5B2263656C6C2D302D30222C2263656C6C2D302D31222C2263656C6C2D302D32222C2263656C6C2D302D33222C2263656C6C2D302D34222C2263656C6C2D302D35222C2263656C6C2D302D36222C2263656C6C2D302D37222C2263656C6C2D302D38222C2263656C6C2D302D39222C2263656C6C2D302D3130222C2263656C6C2D302D3131225D2C5B2263656C6C2D312D30222C2263656C6C2D312D31222C2263656C6C2D312D32222C2263656C6C2D312D33222C2263656C6C2D312D34222C2263656C6C2D312D35222C2263656C6C2D312D36222C2263656C6C2D312D37222C2263656C6C2D312D38222C2263656C6C2D312D39222C2263656C6C2D312D3130222C2263656C6C2D312D3131225D2C5B2263656C6C2D322D30222C2263656C6C2D322D31222C2263656C6C2D322D32222C2263656C6C2D322D33222C2263656C6C2D322D34222C2263656C6C2D322D35222C2263656C6C2D322D36222C2263656C6C2D322D37222C2263656C6C2D322D38222C2263656C6C2D322D39222C2263656C6C2D322D3130222C2263656C6C2D322D3131225D2C5B2263656C6C2D332D30222C2263656C6C2D332D31222C2263656C6C2D332D32222C2263656C6C2D332D33222C2263656C6C2D332D34222C2263656C6C2D332D35222C2263656C6C2D332D36222C2263656C6C2D332D37222C2263656C6C2D332D38222C2263656C6C2D332D39222C2263656C6C2D332D3130222C2263656C6C2D332D3131225D2C5B2263656C6C2D342D30222C2263656C6C2D342D31222C2263656C6C2D342D32222C2263656C6C2D342D33222C2263656C6C2D342D34222C2263656C6C2D342D35222C2263656C6C2D342D36222C2263656C6C2D342D37222C2263656C6C2D342D38222C2263656C6C2D342D39222C2263656C6C2D342D3130222C2263656C6C2D342D3131225D2C5B2263656C6C2D352D30222C2263656C6C2D352D31222C2263656C6C2D352D32222C2263656C6C2D352D33222C2263656C6C2D352D34222C2263656C6C2D352D35222C2263656C6C2D352D36222C2263656C6C2D352D37222C2263656C6C2D352D38222C2263656C6C2D352D39222C2263656C6C2D352D3130222C2263656C6C2D352D3131225D2C5B2263656C6C2D362D30222C2263656C6C2D362D31222C2263656C6C2D362D32222C2263656C6C2D362D33222C2263656C6C2D362D34222C2263656C6C2D362D35222C2263656C6C2D362D36222C2263656C6C2D362D37222C2263656C6C2D362D38222C2263656C6C2D362D39222C2263656C6C2D362D3130222C2263656C6C2D362D3131225D2C5B2263656C6C2D372D30222C2263656C6C2D372D31222C2263656C6C2D372D32222C2263656C6C2D372D33222C2263656C6C2D372D34222C2263656C6C2D372D35222C2263656C6C2D372D36222C2263656C6C2D372D37222C2263656C6C2D372D38222C2263656C6C2D372D39222C2263656C6C2D372D3130222C2263656C6C2D372D3131225D2C5B2263656C6C2D382D30222C2263656C6C2D382D31222C2263656C6C2D382D32222C2263656C6C2D382D33222C2263656C6C2D382D34222C2263656C6C2D382D35222C2263656C6C2D382D36222C2263656C6C2D382D37222C2263656C6C2D382D38222C2263656C6C2D382D39222C2263656C6C2D382D3130222C2263656C6C2D382D3131225D2C5B2263656C6C2D392D30222C2263656C6C2D392D31222C2263656C6C2D392D32222C2263656C6C2D392D33222C2263656C6C2D392D34222C2263656C6C2D392D35222C2263656C6C2D392D36222C2263656C6C2D392D37222C2263656C6C2D392D38222C2263656C6C2D392D39222C2263656C6C2D392D3130222C2263656C6C2D392D3131225D2C5B2263656C6C2D31302D30222C2263656C6C2D31302D31222C2263656C6C2D31302D32222C2263656C6C2D31302D33222C2263656C6C2D31302D34222C2263656C6C2D31302D35222C2263656C6C2D31302D36222C2263656C6C2D31302D37222C2263656C6C2D31302D38222C2263656C6C2D31302D39222C2263656C6C2D31302D3130222C2263656C6C2D31302D3131225D2C5B2263656C6C2D31312D30222C2263656C6C2D31312D31222C2263656C6C2D31312D32222C2263656C6C2D31312D33222C2263656C6C2D31312D34222C2263656C6C2D31312D35222C2263656C6C2D31312D36222C2263656C6C2D31312D37222C2263656C6C2D31312D38222C2263656C6C2D31312D39222C2263656C6C2D31312D3130222C2263656C6C2D31312D3131225D5D2C22726567696F6E73223A7B2263656C6C2D302D30223A7B2261636365707473223A5B2274657874225D2C22666C6F77223A226E6F6E65227D2C2263656C6C2D302D31223A7B2261636365707473223A5B2274657874225D2C22666C6F77223A226E6F6E65227D2C2263656C6C2D302D32223A7B2261636365707473223A5B2274657874225D2C22666C6F77223A226E6F6E65227D2C2263656C6C2D302D33223A7B2261636365707473223A5B2274657874225D2C22666C6F77223A226E6F6E65227D2C2263656C6C2D302D34223A7B2261636365707473223A5B2274657874225D2C22666C6F77223A226E6F6E65227D2C2263656C6C2D302D35223A7B2261636365707473223A5B2274657874225D2C22666C6F77223A226E6F6E65227D2C2263656C6C2D302D36223A7B2261636365707473223A5B2274657874225D2C22666C6F77223A226E6F6E65227D2C2263656C6C2D302D37223A7B2261636365707473223A5B2274657874225D2C22666C6F77223A226E6F6E65227D2C2263656C6C2D302D38223A7B2261636365707473223A5B2274657874225D2C22666C6F77223A226E6F6E65227D2C2263656C6C2D302D39223A7B2261636365707473223A5B2274657874225D2C22666C6F77223A226E6F6E65227D2C2263656C6C2D302D3130223A7B2261636365707473223A5B2274657874225D2C22666C6F77223A226E6F6E65227D2C2263656C6C2D302D3131223A7B2261636365707473223A5B2274657874225D2C22666C6F77223A226E6F6E65227D2C2263656C6C2D312D30223A7B2261636365707473223A5B2274657874225D2C22666C6F77223A226E6F6E65227D2C2263656C6C2D312D31223A7B2261636365707473223A5B2274657874225D2C22666C6F77223A226E6F6E65227D2C2263656C6C2D312D32223A7B2261636365707473223A5B2274657874225D2C22666C6F77223A226E6F6E65227D2C2263656C6C2D312D33223A7B2261636365707473223A5B2274657874225D2C22666C6F77223A226E6F6E65227D2C2263656C6C2D312D34223A7B2261636365707473223A5B2274657874225D2C22666C6F77223A226E6F6E65227D2C2263656C6C2D312D35223A7B2261636365707473223A5B2274657874225D2C22666C6F77223A226E6F6E65227D2C2263656C6C2D312D36223A7B2261636365707473223A5B2274657874225D2C22666C6F77223A226E6F6E65227D2C2263656C6C2D312D37223A7B2261636365707473223A5B2274657874225D2C22666C6F77223A226E6F6E65227D2C2263656C6C2D312D38223A7B2261636365707473223A5B2274657874225D2C22666C6F77223A226E6F6E65227D2C2263656C6C2D312D39223A7B2261636365707473223A5B2274657874225D2C22666C6F77223A226E6F6E65227D2C2263656C6C2D312D3130223A7B2261636365707473223A5B2274657874225D2C22666C6F77223A226E6F6E65227D2C2263656C6C2D312D3131223A7B2261636365707473223A5B2274657874225D2C22666C6F77223A226E6F6E65227D2C2263656C6C2D322D30223A7B2261636365707473223A5B2274657874225D2C22666C6F77223A226E6F6E65227D2C2263656C6C2D322D31223A7B2261636365707473223A5B2274657874225D2C22666C6F77223A226E6F6E65227D2C2263656C6C2D322D32223A7B2261636365707473223A5B2274657874225D2C22666C6F77223A226E6F6E65227D2C2263656C6C2D322D33223A7B2261636365707473223A5B2274657874225D2C22666C6F77223A226E6F6E65227D2C2263656C6C2D322D34223A7B2261636365707473223A5B2274657874225D2C22666C6F77223A226E6F6E65227D2C2263656C6C2D322D35223A7B2261636365707473223A5B2274657874225D2C22666C6F77223A226E6F6E65227D2C2263656C6C2D322D36223A7B2261636365707473223A5B2274657874225D2C22666C6F77223A226E6F6E65227D2C2263656C6C2D322D37223A7B2261636365707473223A5B2274657874225D2C22666C6F77223A226E6F6E65227D2C2263656C6C2D322D38223A7B2261636365707473223A5B2274657874225D2C22666C6F77223A226E6F6E65227D2C2263656C6C2D322D39223A7B2261636365707473223A5B2274657874225D2C22666C6F77223A226E6F6E65227D2C2263656C6C2D322D3130223A7B2261636365707473223A5B2274657874225D2C22666C6F77223A226E6F6E65227D2C2263656C6C2D322D3131223A7B2261636365707473223A5B2274657874225D2C22666C6F77223A226E6F6E65227D2C2263656C6C2D332D30223A7B2261636365707473223A5B2274657874225D2C22666C6F77223A226E6F6E65227D2C2263656C6C2D332D31223A7B2261636365707473223A5B2274657874225D2C22666C6F77223A226E6F6E65227D2C2263656C6C2D332D32223A7B2261636365707473223A5B2274657874225D2C22666C6F77223A226E6F6E65227D2C2263656C6C2D332D33223A7B2261636365707473223A5B2274657874225D2C22666C6F77223A226E6F6E65227D2C2263656C6C2D332D34223A7B2261636365707473223A5B2274657874225D2C22666C6F77223A226E6F6E65227D2C2263656C6C2D332D35223A7B2261636365707473223A5B2274657874225D2C22666C6F77223A226E6F6E65227D2C2263656C6C2D332D36223A7B2261636365707473223A5B2274657874225D2C22666C6F77223A226E6F6E65227D2C2263656C6C2D332D37223A7B2261636365707473223A5B2274657874225D2C22666C6F77223A226E6F6E65227D2C2263656C6C2D332D38223A7B2261636365707473223A5B2274657874225D2C22666C6F77223A226E6F6E65227D2C2263656C6C2D332D39223A7B2261636365707473223A5B2274657874225D2C22666C6F77223A226E6F6E65227D2C2263656C6C2D332D3130223A7B2261636365707473223A5B2274657874225D2C22666C6F77223A226E6F6E65227D2C2263656C6C2D332D3131223A7B2261636365707473223A5B2274657874225D2C22666C6F77223A226E6F6E65227D2C2263656C6C2D342D30223A7B2261636365707473223A5B2274657874225D2C22666C6F77223A226E6F6E65227D2C2263656C6C2D342D31223A7B2261636365707473223A5B2274657874225D2C22666C6F77223A226E6F6E65227D2C2263656C6C2D342D32223A7B2261636365707473223A5B2274657874225D2C22666C6F77223A226E6F6E65227D2C2263656C6C2D342D33223A7B2261636365707473223A5B2274657874225D2C22666C6F77223A226E6F6E65227D2C2263656C6C2D342D34223A7B2261636365707473223A5B2274657874225D2C22666C6F77223A226E6F6E65227D2C2263656C6C2D342D35223A7B2261636365707473223A5B2274657874225D2C22666C6F77223A226E6F6E65227D2C2263656C6C2D342D36223A7B2261636365707473223A5B2274657874225D2C22666C6F77223A226E6F6E65227D2C2263656C6C2D342D37223A7B2261636365707473223A5B2274657874225D2C22666C6F77223A226E6F6E65227D2C2263656C6C2D342D38223A7B2261636365707473223A5B2274657874225D2C22666C6F77223A226E6F6E65227D2C2263656C6C2D342D39223A7B2261636365707473223A5B2274657874225D2C22666C6F77223A226E6F6E65227D2C2263656C6C2D342D3130223A7B2261636365707473223A5B2274657874225D2C22666C6F77223A226E6F6E65227D2C2263656C6C2D342D3131223A7B2261636365707473223A5B2274657874225D2C22666C6F77223A226E6F6E65227D2C2263656C6C2D352D30223A7B2261636365707473223A5B2274657874225D2C22666C6F77223A226E6F6E65227D2C2263656C6C2D352D31223A7B2261636365707473223A5B2274657874225D2C22666C6F77223A226E6F6E65227D2C2263656C6C2D352D32223A7B2261636365707473223A5B2274657874225D2C22666C6F77223A226E6F6E65227D2C2263656C6C2D352D33223A7B2261636365707473223A5B2274657874225D2C22666C6F77223A226E6F6E65227D2C2263656C6C2D352D34223A7B2261636365707473223A5B2274657874225D2C22666C6F77223A226E6F6E65227D2C2263656C6C2D352D35223A7B2261636365707473223A5B2274657874225D2C22666C6F77223A226E6F6E65227D2C2263656C6C2D352D36223A7B2261636365707473223A5B2274657874225D2C22666C6F77223A226E6F6E65227D2C2263656C6C2D352D37223A7B2261636365707473223A5B2274657874225D2C22666C6F77223A226E6F6E65227D2C2263656C6C2D352D38223A7B2261636365707473223A5B2274657874225D2C22666C6F77223A226E6F6E65227D2C2263656C6C2D352D39223A7B2261636365707473223A5B2274657874225D2C22666C6F77223A226E6F6E65227D2C2263656C6C2D352D3130223A7B2261636365707473223A5B2274657874225D2C22666C6F77223A226E6F6E65227D2C2263656C6C2D352D3131223A7B2261636365707473223A5B2274657874225D2C22666C6F77223A226E6F6E65227D2C2263656C6C2D362D30223A7B2261636365707473223A5B2274657874225D2C22666C6F77223A226E6F6E65227D2C2263656C6C2D362D31223A7B2261636365707473223A5B2274657874225D2C22666C6F77223A226E6F6E65227D2C2263656C6C2D362D32223A7B2261636365707473223A5B2274657874225D2C22666C6F77223A226E6F6E65227D2C2263656C6C2D362D33223A7B2261636365707473223A5B2274657874225D2C22666C6F77223A226E6F6E65227D2C2263656C6C2D362D34223A7B2261636365707473223A5B2274657874225D2C22666C6F77223A226E6F6E65227D2C2263656C6C2D362D35223A7B2261636365707473223A5B2274657874225D2C22666C6F77223A226E6F6E65227D2C2263656C6C2D362D36223A7B2261636365707473223A5B2274657874225D2C22666C6F77223A226E6F6E65227D2C2263656C6C2D362D37223A7B2261636365707473223A5B2274657874225D2C22666C6F77223A226E6F6E65227D2C2263656C6C2D362D38223A7B2261636365707473223A5B2274657874225D2C22666C6F77223A226E6F6E65227D2C2263656C6C2D362D39223A7B2261636365707473223A5B2274657874225D2C22666C6F77223A226E6F6E65227D2C2263656C6C2D362D3130223A7B2261636365707473223A5B2274657874225D2C22666C6F77223A226E6F6E65227D2C2263656C6C2D362D3131223A7B2261636365707473223A5B2274657874225D2C22666C6F77223A226E6F6E65227D2C2263656C6C2D372D30223A7B2261636365707473223A5B2274657874225D2C22666C6F77223A226E6F6E65227D2C2263656C6C2D372D31223A7B2261636365707473223A5B2274657874225D2C22666C6F77223A226E6F6E65227D2C2263656C6C2D372D32223A7B2261636365707473223A5B2274657874225D2C22666C6F77223A226E6F6E65227D2C2263656C6C2D372D33223A7B2261636365707473223A5B2274657874225D2C22666C6F77223A226E6F6E65227D2C2263656C6C2D372D34223A7B2261636365707473223A5B2274657874225D2C22666C6F77223A226E6F6E65227D2C2263656C6C2D372D35223A7B2261636365707473223A5B2274657874225D2C22666C6F77223A226E6F6E65227D2C2263656C6C2D372D36223A7B2261636365707473223A5B2274657874225D2C22666C6F77223A226E6F6E65227D2C2263656C6C2D372D37223A7B2261636365707473223A5B2274657874225D2C22666C6F77223A226E6F6E65227D2C2263656C6C2D372D38223A7B2261636365707473223A5B2274657874225D2C22666C6F77223A226E6F6E65227D2C2263656C6C2D372D39223A7B2261636365707473223A5B2274657874225D2C22666C6F77223A226E6F6E65227D2C2263656C6C2D372D3130223A7B2261636365707473223A5B2274657874225D2C22666C6F77223A226E6F6E65227D2C2263656C6C2D372D3131223A7B2261636365707473223A5B2274657874225D2C22666C6F77223A226E6F6E65227D2C2263656C6C2D382D30223A7B2261636365707473223A5B2274657874225D2C22666C6F77223A226E6F6E65227D2C2263656C6C2D382D31223A7B2261636365707473223A5B2274657874225D2C22666C6F77223A226E6F6E65227D2C2263656C6C2D382D32223A7B2261636365707473223A5B2274657874225D2C22666C6F77223A226E6F6E65227D2C2263656C6C2D382D33223A7B2261636365707473223A5B2274657874225D2C22666C6F77223A226E6F6E65227D2C2263656C6C2D382D34223A7B2261636365707473223A5B2274657874225D2C22666C6F77223A226E6F6E65227D2C2263656C6C2D382D35223A7B2261636365707473223A5B2274657874225D2C22666C6F77223A226E6F6E65227D2C2263656C6C2D382D36223A7B2261636365707473223A5B2274657874225D2C22666C6F77223A226E6F6E65227D2C2263656C6C2D382D37223A7B2261636365707473223A5B2274657874225D2C22666C6F77223A226E6F6E65227D2C2263656C6C2D382D38223A7B2261636365707473223A5B2274657874225D2C22666C6F77223A226E6F6E65227D2C2263656C6C2D382D39223A7B2261636365707473223A5B2274657874225D2C22666C6F77223A226E6F6E65227D2C2263656C6C2D382D3130223A7B2261636365707473223A5B2274657874225D2C22666C6F77223A226E6F6E65227D2C2263656C6C2D382D3131223A7B2261636365707473223A5B2274657874225D2C22666C6F77223A226E6F6E65227D2C2263656C6C2D392D30223A7B2261636365707473223A5B2274657874225D2C22666C6F77223A226E6F6E65227D2C2263656C6C2D392D31223A7B2261636365707473223A5B2274657874225D2C22666C6F77223A226E6F6E65227D2C2263656C6C2D392D32223A7B2261636365707473223A5B2274657874225D2C22666C6F77223A226E6F6E65227D2C2263656C6C2D392D33223A7B2261636365707473223A5B2274657874225D2C22666C6F77223A226E6F6E65227D2C2263656C6C2D392D34223A7B2261636365707473223A5B2274657874225D2C22666C6F77223A226E6F6E65227D2C2263656C6C2D392D35223A7B2261636365707473223A5B2274657874225D2C22666C6F77223A226E6F6E65227D2C2263656C6C2D392D36223A7B2261636365707473223A5B2274657874225D2C22666C6F77223A226E6F6E65227D2C2263656C6C2D392D37223A7B2261636365707473223A5B2274657874225D2C22666C6F77223A226E6F6E65227D2C2263656C6C2D392D38223A7B2261636365707473223A5B2274657874225D2C22666C6F77223A226E6F6E65227D2C2263656C6C2D392D39223A7B2261636365707473223A5B2274657874225D2C22666C6F77223A226E6F6E65227D2C2263656C6C2D392D3130223A7B2261636365707473223A5B2274657874225D2C22666C6F77223A226E6F6E65227D2C2263656C6C2D392D3131223A7B2261636365707473223A5B2274657874225D2C22666C6F77223A226E6F6E65227D2C2263656C6C2D31302D30223A7B2261636365707473223A5B2274657874225D2C22666C6F77223A226E6F6E65227D2C2263656C6C2D31302D31223A7B2261636365707473223A5B2274657874225D2C22666C6F77223A226E6F6E65227D2C2263656C6C2D31302D32223A7B2261636365707473223A5B2274657874225D2C22666C6F77223A226E6F6E65227D2C2263656C6C2D31302D33223A7B2261636365707473223A5B2274657874225D2C22666C6F77223A226E6F6E65227D2C2263656C6C2D31302D34223A7B2261636365707473223A5B2274657874225D2C22666C6F77223A226E6F6E65227D2C2263656C6C2D31302D35223A7B2261636365707473223A5B2274657874225D2C22666C6F77223A226E6F6E65227D2C2263656C6C2D31302D36223A7B2261636365707473223A5B2274657874225D2C22666C6F77223A226E6F6E65227D2C2263656C6C2D31302D37223A7B2261636365707473223A5B2274657874225D2C22666C6F77223A226E6F6E65227D2C2263656C6C2D31302D38223A7B2261636365707473223A5B2274657874225D2C22666C6F77223A226E6F6E65227D2C2263656C6C2D31302D39223A7B2261636365707473223A5B2274657874225D2C22666C6F77223A226E6F6E65227D2C2263656C6C2D31302D3130223A7B2261636365707473223A5B2274657874225D2C22666C6F77223A226E6F6E65227D2C2263656C6C2D31302D3131223A7B2261636365707473223A5B2274657874225D2C22666C6F77223A226E6F6E65227D2C2263656C6C2D31312D30223A7B2261636365707473223A5B2274657874225D2C22666C6F77223A226E6F6E65227D2C2263656C6C2D31312D31223A7B2261636365707473223A5B2274657874225D2C22666C6F77223A226E6F6E65227D2C2263656C6C2D31312D32223A7B2261636365707473223A5B2274657874225D2C22666C6F77223A226E6F6E65227D2C2263656C6C2D31312D33223A7B2261636365707473223A5B2274657874225D2C22666C6F77223A226E6F6E65227D2C2263656C6C2D31312D34223A7B2261636365707473223A5B2274657874225D2C22666C6F77223A226E6F6E65227D2C2263656C6C2D31312D35223A7B2261636365707473223A5B2274657874225D2C22666C6F77223A226E6F6E65227D2C2263656C6C2D31312D36223A7B2261636365707473223A5B2274657874225D2C22666C6F77223A226E6F6E65227D2C2263656C6C2D31312D37223A7B2261636365707473223A5B2274657874225D2C22666C6F77223A226E6F6E65227D2C2263656C6C2D31312D38223A7B2261636365707473223A5B2274657874225D2C22666C6F77223A226E6F6E65227D2C2263656C6C2D31312D39223A7B2261636365707473223A5B2274657874225D2C22666C6F77223A226E6F6E65227D2C2263656C6C2D31312D3130223A7B2261636365707473223A5B2274657874225D2C22666C6F77223A226E6F6E65227D2C2263656C6C2D31312D3131223A7B2261636365707473223A5B2274657874225D2C22666C6F77223A226E6F6E65227D7D7D7D7D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526F626F746F222C226561223A22526F626F746F222C226373223A22227D2C226D696E6F72223A7B226C6174696E223A22526F626F746F222C226561223A22526F626F746F222C226373223A22227D7D2C2273697A65223A7B226378223A223132313932303030222C226379223A2236383538303030227D7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2663666333039366334393362626537222C22726567696F6E73223A7B22353030223A226D65646961227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65616631313961613066653964626137222C22726567696F6E73223A7B7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33376533613636656135383131616363222C22726567696F6E73223A7B22333030223A226974656D73227D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62353035306331666461303166613734222C22726567696F6E73223A7B22313030223A226D657373616765227D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6663633653165613935613936353137222C22726567696F6E73223A7B22313030223A2264657461696C73227D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61313433376133383831313261363631222C22726567696F6E73223A7B22313030223A22626F6479227D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3373238653736303766346630386636222C22726567696F6E73223A7B22313030223A22626F6479227D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3666633663631313763326132343764222C22726567696F6E73223A7B22313030223A2271756F746573227D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65623139313765393432316330313865222C22726567696F6E73223A7B22313030223A226669727374222C22313031223A227365636F6E64227D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66303464386531623664626534343834222C22726567696F6E73223A7B22313030223A2270696C6C617273227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65643765653933613034653335336463222C22726567696F6E73223A7B22313030223A226669727374222C22313031223A227365636F6E64222C22333030223A2276657264696374227D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393366653234623638626663333932222C22726567696F6E73223A7B22313030223A227374657073227D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66383462366436373337613436363331222C22726567696F6E73223A7B22313030223A2274696D656C696E65222C22313031223A226E6F746573227D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8633163653865663935336262393335222C22726567696F6E73223A7B22313030223A227175657374696F6E73227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63643664373732303737363639663131222C22726567696F6E73223A7B22313030223A226D657472696373222C22333030223A226E6F7465227D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0366331383265343032303865666436222C22726567696F6E73223A7B22313030223A226361726473227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32613766393834613764613739653534222C22726567696F6E73223A7B22353030223A226D65646961227D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6623834346334613537636461336463222C22726567696F6E73223A7B22313030223A22626F6479222C22353030223A226D65646961227D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61643937326433643966653961353139222C22726567696F6E73223A7B22353030223A227069637475726573227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2343463303761323736396663346131222C22726567696F6E73223A7B22313030223A22636861727473222C22333030223A226E6F7465227D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9343663666562393866613130623536222C22726567696F6E73223A7B22313030223A226E6F746573222C22373030223A226368617274227D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1343836626161646261323165363132222C22726567696F6E73223A7B22333030223A226E6F7465222C22393030223A227461626C65227D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32633466376664656166306232376431222C22726567696F6E73223A7B22313030223A226E6F746573222C22393030223A227461626C65227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39376333663165376161393264313662222C22726567696F6E73223A7B22313030223A22636F6465222C22333030223A226E6F746573227D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62353331623663306233353635306364222C22726567696F6E73223A7B22313030223A226C656164222C22313031223A22737570706F7274222C22353030223A226D65646961227D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3323232623837333034666462646434222C22726567696F6E73223A7B22313030223A226B706973222C22313031223A22636861727473227D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5386532366332386139336135353539222C22726567696F6E73223A7B22313030223A2270656F706C65227D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2396562333531356333366639303739222C22726567696F6E73223A7B22313030223A226C6F676F73227D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D6178696D756D222C2267726F7570223A22637573746F6D222C227265666572656E6365223A226D6178696D756D222C2268617368223A2261663037613764663666323164646563222C22726567696F6E73223A7B22333030223A2263656C6C2D302D30222C22333031223A2263656C6C2D302D31222C22333032223A2263656C6C2D302D32222C22333033223A2263656C6C2D302D33222C22333034223A2263656C6C2D302D34222C22333035223A2263656C6C2D302D35222C22333036223A2263656C6C2D302D36222C22333037223A2263656C6C2D302D37222C22333038223A2263656C6C2D302D38222C22333039223A2263656C6C2D302D39222C22333130223A2263656C6C2D302D3130222C22333131223A2263656C6C2D302D3131222C22333132223A2263656C6C2D312D30222C22333133223A2263656C6C2D312D31222C22333134223A2263656C6C2D312D32222C22333135223A2263656C6C2D312D33222C22333136223A2263656C6C2D312D34222C22333137223A2263656C6C2D312D35222C22333138223A2263656C6C2D312D36222C22333139223A2263656C6C2D312D37222C22333230223A2263656C6C2D312D38222C22333231223A2263656C6C2D312D39222C22333232223A2263656C6C2D312D3130222C22333233223A2263656C6C2D312D3131222C22333234223A2263656C6C2D322D30222C22333235223A2263656C6C2D322D31222C22333236223A2263656C6C2D322D32222C22333237223A2263656C6C2D322D33222C22333238223A2263656C6C2D322D34222C22333239223A2263656C6C2D322D35222C22333330223A2263656C6C2D322D36222C22333331223A2263656C6C2D322D37222C22333332223A2263656C6C2D322D38222C22333333223A2263656C6C2D322D39222C22333334223A2263656C6C2D322D3130222C22333335223A2263656C6C2D322D3131222C22333336223A2263656C6C2D332D30222C22333337223A2263656C6C2D332D31222C22333338223A2263656C6C2D332D32222C22333339223A2263656C6C2D332D33222C22333430223A2263656C6C2D332D34222C22333431223A2263656C6C2D332D35222C22333432223A2263656C6C2D332D36222C22333433223A2263656C6C2D332D37222C22333434223A2263656C6C2D332D38222C22333435223A2263656C6C2D332D39222C22333436223A2263656C6C2D332D3130222C22333437223A2263656C6C2D332D3131222C22333438223A2263656C6C2D342D30222C22333439223A2263656C6C2D342D31222C22333530223A2263656C6C2D342D32222C22333531223A2263656C6C2D342D33222C22333532223A2263656C6C2D342D34222C22333533223A2263656C6C2D342D35222C22333534223A2263656C6C2D342D36222C22333535223A2263656C6C2D342D37222C22333536223A2263656C6C2D342D38222C22333537223A2263656C6C2D342D39222C22333538223A2263656C6C2D342D3130222C22333539223A2263656C6C2D342D3131222C22333630223A2263656C6C2D352D30222C22333631223A2263656C6C2D352D31222C22333632223A2263656C6C2D352D32222C22333633223A2263656C6C2D352D33222C22333634223A2263656C6C2D352D34222C22333635223A2263656C6C2D352D35222C22333636223A2263656C6C2D352D36222C22333637223A2263656C6C2D352D37222C22333638223A2263656C6C2D352D38222C22333639223A2263656C6C2D352D39222C22333730223A2263656C6C2D352D3130222C22333731223A2263656C6C2D352D3131222C22333732223A2263656C6C2D362D30222C22333733223A2263656C6C2D362D31222C22333734223A2263656C6C2D362D32222C22333735223A2263656C6C2D362D33222C22333736223A2263656C6C2D362D34222C22333737223A2263656C6C2D362D35222C22333738223A2263656C6C2D362D36222C22333739223A2263656C6C2D362D37222C22333830223A2263656C6C2D362D38222C22333831223A2263656C6C2D362D39222C22333832223A2263656C6C2D362D3130222C22333833223A2263656C6C2D362D3131222C22333834223A2263656C6C2D372D30222C22333835223A2263656C6C2D372D31222C22333836223A2263656C6C2D372D32222C22333837223A2263656C6C2D372D33222C22333838223A2263656C6C2D372D34222C22333839223A2263656C6C2D372D35222C22333930223A2263656C6C2D372D36222C22333931223A2263656C6C2D372D37222C22333932223A2263656C6C2D372D38222C22333933223A2263656C6C2D372D39222C22333934223A2263656C6C2D372D3130222C22333935223A2263656C6C2D372D3131222C22333936223A2263656C6C2D382D30222C22333937223A2263656C6C2D382D31222C22333938223A2263656C6C2D382D32222C22333939223A2263656C6C2D382D33222C22343030223A2263656C6C2D382D34222C22343031223A2263656C6C2D382D35222C22343032223A2263656C6C2D382D36222C22343033223A2263656C6C2D382D37222C22343034223A2263656C6C2D382D38222C22343035223A2263656C6C2D382D39222C22343036223A2263656C6C2D382D3130222C22343037223A2263656C6C2D382D3131222C22343038223A2263656C6C2D392D30222C22343039223A2263656C6C2D392D31222C22343130223A2263656C6C2D392D32222C22343131223A2263656C6C2D392D33222C22343132223A2263656C6C2D392D34222C22343133223A2263656C6C2D392D35222C22343134223A2263656C6C2D392D36222C22343135223A2263656C6C2D392D37222C22343136223A2263656C6C2D392D38222C22343137223A2263656C6C2D392D39222C22343138223A2263656C6C2D392D3130222C22343139223A2263656C6C2D392D3131222C22343230223A2263656C6C2D31302D30222C22343231223A2263656C6C2D31302D31222C22343232223A2263656C6C2D31302D32222C22343233223A2263656C6C2D31302D33222C22343234223A2263656C6C2D31302D34222C22343235223A2263656C6C2D31302D35222C22343236223A2263656C6C2D31302D36222C22343237223A2263656C6C2D31302D37222C22343238223A2263656C6C2D31302D38222C22343239223A2263656C6C2D31302D39222C22343330223A2263656C6C2D31302D3130222C22343331223A2263656C6C2D31302D3131222C22343332223A2263656C6C2D31312D30222C22343333223A2263656C6C2D31312D31222C22343334223A2263656C6C2D31312D32222C22343335223A2263656C6C2D31312D33222C22343336223A2263656C6C2D31312D34222C22343337223A2263656C6C2D31312D35222C22343338223A2263656C6C2D31312D36222C22343339223A2263656C6C2D31312D37222C22343430223A2263656C6C2D31312D38222C22343431223A2263656C6C2D31312D39222C22343432223A2263656C6C2D31312D3130222C22343433223A2263656C6C2D31312D3131227D2C227265636F7264223A7B226E616D65223A224D6178696D756D203132206279203132222C226172656173223A5B5B2263656C6C2D302D30222C2263656C6C2D302D31222C2263656C6C2D302D32222C2263656C6C2D302D33222C2263656C6C2D302D34222C2263656C6C2D302D35222C2263656C6C2D302D36222C2263656C6C2D302D37222C2263656C6C2D302D38222C2263656C6C2D302D39222C2263656C6C2D302D3130222C2263656C6C2D302D3131225D2C5B2263656C6C2D312D30222C2263656C6C2D312D31222C2263656C6C2D312D32222C2263656C6C2D312D33222C2263656C6C2D312D34222C2263656C6C2D312D35222C2263656C6C2D312D36222C2263656C6C2D312D37222C2263656C6C2D312D38222C2263656C6C2D312D39222C2263656C6C2D312D3130222C2263656C6C2D312D3131225D2C5B2263656C6C2D322D30222C2263656C6C2D322D31222C2263656C6C2D322D32222C2263656C6C2D322D33222C2263656C6C2D322D34222C2263656C6C2D322D35222C2263656C6C2D322D36222C2263656C6C2D322D37222C2263656C6C2D322D38222C2263656C6C2D322D39222C2263656C6C2D322D3130222C2263656C6C2D322D3131225D2C5B2263656C6C2D332D30222C2263656C6C2D332D31222C2263656C6C2D332D32222C2263656C6C2D332D33222C2263656C6C2D332D34222C2263656C6C2D332D35222C2263656C6C2D332D36222C2263656C6C2D332D37222C2263656C6C2D332D38222C2263656C6C2D332D39222C2263656C6C2D332D3130222C2263656C6C2D332D3131225D2C5B2263656C6C2D342D30222C2263656C6C2D342D31222C2263656C6C2D342D32222C2263656C6C2D342D33222C2263656C6C2D342D34222C2263656C6C2D342D35222C2263656C6C2D342D36222C2263656C6C2D342D37222C2263656C6C2D342D38222C2263656C6C2D342D39222C2263656C6C2D342D3130222C2263656C6C2D342D3131225D2C5B2263656C6C2D352D30222C2263656C6C2D352D31222C2263656C6C2D352D32222C2263656C6C2D352D33222C2263656C6C2D352D34222C2263656C6C2D352D35222C2263656C6C2D352D36222C2263656C6C2D352D37222C2263656C6C2D352D38222C2263656C6C2D352D39222C2263656C6C2D352D3130222C2263656C6C2D352D3131225D2C5B2263656C6C2D362D30222C2263656C6C2D362D31222C2263656C6C2D362D32222C2263656C6C2D362D33222C2263656C6C2D362D34222C2263656C6C2D362D35222C2263656C6C2D362D36222C2263656C6C2D362D37222C2263656C6C2D362D38222C2263656C6C2D362D39222C2263656C6C2D362D3130222C2263656C6C2D362D3131225D2C5B2263656C6C2D372D30222C2263656C6C2D372D31222C2263656C6C2D372D32222C2263656C6C2D372D33222C2263656C6C2D372D34222C2263656C6C2D372D35222C2263656C6C2D372D36222C2263656C6C2D372D37222C2263656C6C2D372D38222C2263656C6C2D372D39222C2263656C6C2D372D3130222C2263656C6C2D372D3131225D2C5B2263656C6C2D382D30222C2263656C6C2D382D31222C2263656C6C2D382D32222C2263656C6C2D382D33222C2263656C6C2D382D34222C2263656C6C2D382D35222C2263656C6C2D382D36222C2263656C6C2D382D37222C2263656C6C2D382D38222C2263656C6C2D382D39222C2263656C6C2D382D3130222C2263656C6C2D382D3131225D2C5B2263656C6C2D392D30222C2263656C6C2D392D31222C2263656C6C2D392D32222C2263656C6C2D392D33222C2263656C6C2D392D34222C2263656C6C2D392D35222C2263656C6C2D392D36222C2263656C6C2D392D37222C2263656C6C2D392D38222C2263656C6C2D392D39222C2263656C6C2D392D3130222C2263656C6C2D392D3131225D2C5B2263656C6C2D31302D30222C2263656C6C2D31302D31222C2263656C6C2D31302D32222C2263656C6C2D31302D33222C2263656C6C2D31302D34222C2263656C6C2D31302D35222C2263656C6C2D31302D36222C2263656C6C2D31302D37222C2263656C6C2D31302D38222C2263656C6C2D31302D39222C2263656C6C2D31302D3130222C2263656C6C2D31302D3131225D2C5B2263656C6C2D31312D30222C2263656C6C2D31312D31222C2263656C6C2D31312D32222C2263656C6C2D31312D33222C2263656C6C2D31312D34222C2263656C6C2D31312D35222C2263656C6C2D31312D36222C2263656C6C2D31312D37222C2263656C6C2D31312D38222C2263656C6C2D31312D39222C2263656C6C2D31312D3130222C2263656C6C2D31312D3131225D5D2C22726567696F6E73223A7B2263656C6C2D302D30223A7B2261636365707473223A5B2274657874225D2C22666C6F77223A226E6F6E65227D2C2263656C6C2D302D31223A7B2261636365707473223A5B2274657874225D2C22666C6F77223A226E6F6E65227D2C2263656C6C2D302D32223A7B2261636365707473223A5B2274657874225D2C22666C6F77223A226E6F6E65227D2C2263656C6C2D302D33223A7B2261636365707473223A5B2274657874225D2C22666C6F77223A226E6F6E65227D2C2263656C6C2D302D34223A7B2261636365707473223A5B2274657874225D2C22666C6F77223A226E6F6E65227D2C2263656C6C2D302D35223A7B2261636365707473223A5B2274657874225D2C22666C6F77223A226E6F6E65227D2C2263656C6C2D302D36223A7B2261636365707473223A5B2274657874225D2C22666C6F77223A226E6F6E65227D2C2263656C6C2D302D37223A7B2261636365707473223A5B2274657874225D2C22666C6F77223A226E6F6E65227D2C2263656C6C2D302D38223A7B2261636365707473223A5B2274657874225D2C22666C6F77223A226E6F6E65227D2C2263656C6C2D302D39223A7B2261636365707473223A5B2274657874225D2C22666C6F77223A226E6F6E65227D2C2263656C6C2D302D3130223A7B2261636365707473223A5B2274657874225D2C22666C6F77223A226E6F6E65227D2C2263656C6C2D302D3131223A7B2261636365707473223A5B2274657874225D2C22666C6F77223A226E6F6E65227D2C2263656C6C2D312D30223A7B2261636365707473223A5B2274657874225D2C22666C6F77223A226E6F6E65227D2C2263656C6C2D312D31223A7B2261636365707473223A5B2274657874225D2C22666C6F77223A226E6F6E65227D2C2263656C6C2D312D32223A7B2261636365707473223A5B2274657874225D2C22666C6F77223A226E6F6E65227D2C2263656C6C2D312D33223A7B2261636365707473223A5B2274657874225D2C22666C6F77223A226E6F6E65227D2C2263656C6C2D312D34223A7B2261636365707473223A5B2274657874225D2C22666C6F77223A226E6F6E65227D2C2263656C6C2D312D35223A7B2261636365707473223A5B2274657874225D2C22666C6F77223A226E6F6E65227D2C2263656C6C2D312D36223A7B2261636365707473223A5B2274657874225D2C22666C6F77223A226E6F6E65227D2C2263656C6C2D312D37223A7B2261636365707473223A5B2274657874225D2C22666C6F77223A226E6F6E65227D2C2263656C6C2D312D38223A7B2261636365707473223A5B2274657874225D2C22666C6F77223A226E6F6E65227D2C2263656C6C2D312D39223A7B2261636365707473223A5B2274657874225D2C22666C6F77223A226E6F6E65227D2C2263656C6C2D312D3130223A7B2261636365707473223A5B2274657874225D2C22666C6F77223A226E6F6E65227D2C2263656C6C2D312D3131223A7B2261636365707473223A5B2274657874225D2C22666C6F77223A226E6F6E65227D2C2263656C6C2D322D30223A7B2261636365707473223A5B2274657874225D2C22666C6F77223A226E6F6E65227D2C2263656C6C2D322D31223A7B2261636365707473223A5B2274657874225D2C22666C6F77223A226E6F6E65227D2C2263656C6C2D322D32223A7B2261636365707473223A5B2274657874225D2C22666C6F77223A226E6F6E65227D2C2263656C6C2D322D33223A7B2261636365707473223A5B2274657874225D2C22666C6F77223A226E6F6E65227D2C2263656C6C2D322D34223A7B2261636365707473223A5B2274657874225D2C22666C6F77223A226E6F6E65227D2C2263656C6C2D322D35223A7B2261636365707473223A5B2274657874225D2C22666C6F77223A226E6F6E65227D2C2263656C6C2D322D36223A7B2261636365707473223A5B2274657874225D2C22666C6F77223A226E6F6E65227D2C2263656C6C2D322D37223A7B2261636365707473223A5B2274657874225D2C22666C6F77223A226E6F6E65227D2C2263656C6C2D322D38223A7B2261636365707473223A5B2274657874225D2C22666C6F77223A226E6F6E65227D2C2263656C6C2D322D39223A7B2261636365707473223A5B2274657874225D2C22666C6F77223A226E6F6E65227D2C2263656C6C2D322D3130223A7B2261636365707473223A5B2274657874225D2C22666C6F77223A226E6F6E65227D2C2263656C6C2D322D3131223A7B2261636365707473223A5B2274657874225D2C22666C6F77223A226E6F6E65227D2C2263656C6C2D332D30223A7B2261636365707473223A5B2274657874225D2C22666C6F77223A226E6F6E65227D2C2263656C6C2D332D31223A7B2261636365707473223A5B2274657874225D2C22666C6F77223A226E6F6E65227D2C2263656C6C2D332D32223A7B2261636365707473223A5B2274657874225D2C22666C6F77223A226E6F6E65227D2C2263656C6C2D332D33223A7B2261636365707473223A5B2274657874225D2C22666C6F77223A226E6F6E65227D2C2263656C6C2D332D34223A7B2261636365707473223A5B2274657874225D2C22666C6F77223A226E6F6E65227D2C2263656C6C2D332D35223A7B2261636365707473223A5B2274657874225D2C22666C6F77223A226E6F6E65227D2C2263656C6C2D332D36223A7B2261636365707473223A5B2274657874225D2C22666C6F77223A226E6F6E65227D2C2263656C6C2D332D37223A7B2261636365707473223A5B2274657874225D2C22666C6F77223A226E6F6E65227D2C2263656C6C2D332D38223A7B2261636365707473223A5B2274657874225D2C22666C6F77223A226E6F6E65227D2C2263656C6C2D332D39223A7B2261636365707473223A5B2274657874225D2C22666C6F77223A226E6F6E65227D2C2263656C6C2D332D3130223A7B2261636365707473223A5B2274657874225D2C22666C6F77223A226E6F6E65227D2C2263656C6C2D332D3131223A7B2261636365707473223A5B2274657874225D2C22666C6F77223A226E6F6E65227D2C2263656C6C2D342D30223A7B2261636365707473223A5B2274657874225D2C22666C6F77223A226E6F6E65227D2C2263656C6C2D342D31223A7B2261636365707473223A5B2274657874225D2C22666C6F77223A226E6F6E65227D2C2263656C6C2D342D32223A7B2261636365707473223A5B2274657874225D2C22666C6F77223A226E6F6E65227D2C2263656C6C2D342D33223A7B2261636365707473223A5B2274657874225D2C22666C6F77223A226E6F6E65227D2C2263656C6C2D342D34223A7B2261636365707473223A5B2274657874225D2C22666C6F77223A226E6F6E65227D2C2263656C6C2D342D35223A7B2261636365707473223A5B2274657874225D2C22666C6F77223A226E6F6E65227D2C2263656C6C2D342D36223A7B2261636365707473223A5B2274657874225D2C22666C6F77223A226E6F6E65227D2C2263656C6C2D342D37223A7B2261636365707473223A5B2274657874225D2C22666C6F77223A226E6F6E65227D2C2263656C6C2D342D38223A7B2261636365707473223A5B2274657874225D2C22666C6F77223A226E6F6E65227D2C2263656C6C2D342D39223A7B2261636365707473223A5B2274657874225D2C22666C6F77223A226E6F6E65227D2C2263656C6C2D342D3130223A7B2261636365707473223A5B2274657874225D2C22666C6F77223A226E6F6E65227D2C2263656C6C2D342D3131223A7B2261636365707473223A5B2274657874225D2C22666C6F77223A226E6F6E65227D2C2263656C6C2D352D30223A7B2261636365707473223A5B2274657874225D2C22666C6F77223A226E6F6E65227D2C2263656C6C2D352D31223A7B2261636365707473223A5B2274657874225D2C22666C6F77223A226E6F6E65227D2C2263656C6C2D352D32223A7B2261636365707473223A5B2274657874225D2C22666C6F77223A226E6F6E65227D2C2263656C6C2D352D33223A7B2261636365707473223A5B2274657874225D2C22666C6F77223A226E6F6E65227D2C2263656C6C2D352D34223A7B2261636365707473223A5B2274657874225D2C22666C6F77223A226E6F6E65227D2C2263656C6C2D352D35223A7B2261636365707473223A5B2274657874225D2C22666C6F77223A226E6F6E65227D2C2263656C6C2D352D36223A7B2261636365707473223A5B2274657874225D2C22666C6F77223A226E6F6E65227D2C2263656C6C2D352D37223A7B2261636365707473223A5B2274657874225D2C22666C6F77223A226E6F6E65227D2C2263656C6C2D352D38223A7B2261636365707473223A5B2274657874225D2C22666C6F77223A226E6F6E65227D2C2263656C6C2D352D39223A7B2261636365707473223A5B2274657874225D2C22666C6F77223A226E6F6E65227D2C2263656C6C2D352D3130223A7B2261636365707473223A5B2274657874225D2C22666C6F77223A226E6F6E65227D2C2263656C6C2D352D3131223A7B2261636365707473223A5B2274657874225D2C22666C6F77223A226E6F6E65227D2C2263656C6C2D362D30223A7B2261636365707473223A5B2274657874225D2C22666C6F77223A226E6F6E65227D2C2263656C6C2D362D31223A7B2261636365707473223A5B2274657874225D2C22666C6F77223A226E6F6E65227D2C2263656C6C2D362D32223A7B2261636365707473223A5B2274657874225D2C22666C6F77223A226E6F6E65227D2C2263656C6C2D362D33223A7B2261636365707473223A5B2274657874225D2C22666C6F77223A226E6F6E65227D2C2263656C6C2D362D34223A7B2261636365707473223A5B2274657874225D2C22666C6F77223A226E6F6E65227D2C2263656C6C2D362D35223A7B2261636365707473223A5B2274657874225D2C22666C6F77223A226E6F6E65227D2C2263656C6C2D362D36223A7B2261636365707473223A5B2274657874225D2C22666C6F77223A226E6F6E65227D2C2263656C6C2D362D37223A7B2261636365707473223A5B2274657874225D2C22666C6F77223A226E6F6E65227D2C2263656C6C2D362D38223A7B2261636365707473223A5B2274657874225D2C22666C6F77223A226E6F6E65227D2C2263656C6C2D362D39223A7B2261636365707473223A5B2274657874225D2C22666C6F77223A226E6F6E65227D2C2263656C6C2D362D3130223A7B2261636365707473223A5B2274657874225D2C22666C6F77223A226E6F6E65227D2C2263656C6C2D362D3131223A7B2261636365707473223A5B2274657874225D2C22666C6F77223A226E6F6E65227D2C2263656C6C2D372D30223A7B2261636365707473223A5B2274657874225D2C22666C6F77223A226E6F6E65227D2C2263656C6C2D372D31223A7B2261636365707473223A5B2274657874225D2C22666C6F77223A226E6F6E65227D2C2263656C6C2D372D32223A7B2261636365707473223A5B2274657874225D2C22666C6F77223A226E6F6E65227D2C2263656C6C2D372D33223A7B2261636365707473223A5B2274657874225D2C22666C6F77223A226E6F6E65227D2C2263656C6C2D372D34223A7B2261636365707473223A5B2274657874225D2C22666C6F77223A226E6F6E65227D2C2263656C6C2D372D35223A7B2261636365707473223A5B2274657874225D2C22666C6F77223A226E6F6E65227D2C2263656C6C2D372D36223A7B2261636365707473223A5B2274657874225D2C22666C6F77223A226E6F6E65227D2C2263656C6C2D372D37223A7B2261636365707473223A5B2274657874225D2C22666C6F77223A226E6F6E65227D2C2263656C6C2D372D38223A7B2261636365707473223A5B2274657874225D2C22666C6F77223A226E6F6E65227D2C2263656C6C2D372D39223A7B2261636365707473223A5B2274657874225D2C22666C6F77223A226E6F6E65227D2C2263656C6C2D372D3130223A7B2261636365707473223A5B2274657874225D2C22666C6F77223A226E6F6E65227D2C2263656C6C2D372D3131223A7B2261636365707473223A5B2274657874225D2C22666C6F77223A226E6F6E65227D2C2263656C6C2D382D30223A7B2261636365707473223A5B2274657874225D2C22666C6F77223A226E6F6E65227D2C2263656C6C2D382D31223A7B2261636365707473223A5B2274657874225D2C22666C6F77223A226E6F6E65227D2C2263656C6C2D382D32223A7B2261636365707473223A5B2274657874225D2C22666C6F77223A226E6F6E65227D2C2263656C6C2D382D33223A7B2261636365707473223A5B2274657874225D2C22666C6F77223A226E6F6E65227D2C2263656C6C2D382D34223A7B2261636365707473223A5B2274657874225D2C22666C6F77223A226E6F6E65227D2C2263656C6C2D382D35223A7B2261636365707473223A5B2274657874225D2C22666C6F77223A226E6F6E65227D2C2263656C6C2D382D36223A7B2261636365707473223A5B2274657874225D2C22666C6F77223A226E6F6E65227D2C2263656C6C2D382D37223A7B2261636365707473223A5B2274657874225D2C22666C6F77223A226E6F6E65227D2C2263656C6C2D382D38223A7B2261636365707473223A5B2274657874225D2C22666C6F77223A226E6F6E65227D2C2263656C6C2D382D39223A7B2261636365707473223A5B2274657874225D2C22666C6F77223A226E6F6E65227D2C2263656C6C2D382D3130223A7B2261636365707473223A5B2274657874225D2C22666C6F77223A226E6F6E65227D2C2263656C6C2D382D3131223A7B2261636365707473223A5B2274657874225D2C22666C6F77223A226E6F6E65227D2C2263656C6C2D392D30223A7B2261636365707473223A5B2274657874225D2C22666C6F77223A226E6F6E65227D2C2263656C6C2D392D31223A7B2261636365707473223A5B2274657874225D2C22666C6F77223A226E6F6E65227D2C2263656C6C2D392D32223A7B2261636365707473223A5B2274657874225D2C22666C6F77223A226E6F6E65227D2C2263656C6C2D392D33223A7B2261636365707473223A5B2274657874225D2C22666C6F77223A226E6F6E65227D2C2263656C6C2D392D34223A7B2261636365707473223A5B2274657874225D2C22666C6F77223A226E6F6E65227D2C2263656C6C2D392D35223A7B2261636365707473223A5B2274657874225D2C22666C6F77223A226E6F6E65227D2C2263656C6C2D392D36223A7B2261636365707473223A5B2274657874225D2C22666C6F77223A226E6F6E65227D2C2263656C6C2D392D37223A7B2261636365707473223A5B2274657874225D2C22666C6F77223A226E6F6E65227D2C2263656C6C2D392D38223A7B2261636365707473223A5B2274657874225D2C22666C6F77223A226E6F6E65227D2C2263656C6C2D392D39223A7B2261636365707473223A5B2274657874225D2C22666C6F77223A226E6F6E65227D2C2263656C6C2D392D3130223A7B2261636365707473223A5B2274657874225D2C22666C6F77223A226E6F6E65227D2C2263656C6C2D392D3131223A7B2261636365707473223A5B2274657874225D2C22666C6F77223A226E6F6E65227D2C2263656C6C2D31302D30223A7B2261636365707473223A5B2274657874225D2C22666C6F77223A226E6F6E65227D2C2263656C6C2D31302D31223A7B2261636365707473223A5B2274657874225D2C22666C6F77223A226E6F6E65227D2C2263656C6C2D31302D32223A7B2261636365707473223A5B2274657874225D2C22666C6F77223A226E6F6E65227D2C2263656C6C2D31302D33223A7B2261636365707473223A5B2274657874225D2C22666C6F77223A226E6F6E65227D2C2263656C6C2D31302D34223A7B2261636365707473223A5B2274657874225D2C22666C6F77223A226E6F6E65227D2C2263656C6C2D31302D35223A7B2261636365707473223A5B2274657874225D2C22666C6F77223A226E6F6E65227D2C2263656C6C2D31302D36223A7B2261636365707473223A5B2274657874225D2C22666C6F77223A226E6F6E65227D2C2263656C6C2D31302D37223A7B2261636365707473223A5B2274657874225D2C22666C6F77223A226E6F6E65227D2C2263656C6C2D31302D38223A7B2261636365707473223A5B2274657874225D2C22666C6F77223A226E6F6E65227D2C2263656C6C2D31302D39223A7B2261636365707473223A5B2274657874225D2C22666C6F77223A226E6F6E65227D2C2263656C6C2D31302D3130223A7B2261636365707473223A5B2274657874225D2C22666C6F77223A226E6F6E65227D2C2263656C6C2D31302D3131223A7B2261636365707473223A5B2274657874225D2C22666C6F77223A226E6F6E65227D2C2263656C6C2D31312D30223A7B2261636365707473223A5B2274657874225D2C22666C6F77223A226E6F6E65227D2C2263656C6C2D31312D31223A7B2261636365707473223A5B2274657874225D2C22666C6F77223A226E6F6E65227D2C2263656C6C2D31312D32223A7B2261636365707473223A5B2274657874225D2C22666C6F77223A226E6F6E65227D2C2263656C6C2D31312D33223A7B2261636365707473223A5B2274657874225D2C22666C6F77223A226E6F6E65227D2C2263656C6C2D31312D34223A7B2261636365707473223A5B2274657874225D2C22666C6F77223A226E6F6E65227D2C2263656C6C2D31312D35223A7B2261636365707473223A5B2274657874225D2C22666C6F77223A226E6F6E65227D2C2263656C6C2D31312D36223A7B2261636365707473223A5B2274657874225D2C22666C6F77223A226E6F6E65227D2C2263656C6C2D31312D37223A7B2261636365707473223A5B2274657874225D2C22666C6F77223A226E6F6E65227D2C2263656C6C2D31312D38223A7B2261636365707473223A5B2274657874225D2C22666C6F77223A226E6F6E65227D2C2263656C6C2D31312D39223A7B2261636365707473223A5B2274657874225D2C22666C6F77223A226E6F6E65227D2C2263656C6C2D31312D3130223A7B2261636365707473223A5B2274657874225D2C22666C6F77223A226E6F6E65227D2C2263656C6C2D31312D3131223A7B2261636365707473223A5B2274657874225D2C22666C6F77223A226E6F6E65227D7D7D7D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E616D6564222C2267726F7570223A22637573746F6D222C227265666572656E6365223A226E616D6564222C2268617368223A2235626434656537626137356633653831222C22726567696F6E73223A7B22333030223A226669727374222C22353030223A227365636F6E64227D2C227265636F7264223A7B226E616D65223A224E616D656420726567696F6E73222C226172656173223A5B5B226669727374222C227365636F6E64225D2C5B226669727374222C227365636F6E64225D5D2C22726567696F6E73223A7B226669727374223A7B2261636365707473223A5B2274657874222C226C697374225D2C22666C6F77223A22636F6C756D6E227D2C227365636F6E64223A7B2261636365707473223A5B22696D616765225D2C22726F6C65223A226D65646961222C22666C6F77223A226E6F6E65227D7D7D7D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SLIDE_V1" val="7B2276223A312C22736C696465223A302C226C61796F7574223A2274776F2D636F6C756D6E222C226E6174697665223A7B22737472756374757265223A223139303230636332353734613031222C226261636B67726F756E64223A223131336637323562636232336536222C227374796C65223A223035326661666130643663633635227D7D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SLIDE_V1" val="7B2276223A312C22736C696465223A312C226C61796F7574223A22637573746F6D3A6E616D6564222C22636F6E74656E74223A7B22666F726D223A22626C6F636B73222C22626C6F636B73223A5B7B2274223A226C656166222C226B223A2274657874222C22696E223A226669727374222C22626F78223A5B35372E362C3134372E352C3537302E342C3531342E395D7D2C7B2274223A226C656166222C226B223A22696D616765222C22696E223A227365636F6E64222C22626F78223A5B3635322C3134372E352C3537302E342C3531342E395D7D5D7D2C226C61796F75745265636F7264223A7B2267726F7570223A22637573746F6D222C226964223A226E616D6564222C227265636F7264223A7B226E616D65223A224E616D656420726567696F6E73222C226172656173223A5B5B226669727374222C227365636F6E64225D2C5B226669727374222C227365636F6E64225D5D2C22726567696F6E73223A7B226669727374223A7B2261636365707473223A5B2274657874222C226C697374225D2C22666C6F77223A22636F6C756D6E227D2C227365636F6E64223A7B2261636365707473223A5B22696D616765225D2C22726F6C65223A226D65646961222C22666C6F77223A226E6F6E65227D7D7D7D2C226E6174697665223A7B22737472756374757265223A223065363062313162383130393432222C226261636B67726F756E64223A223131336637323562636232336536222C227374796C65223A223035326661666130643663633635227D7D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12E626C6F636B732E302E74657874222C226C696E65223A302C22636F756E74223A312C22626F756E64617279223A22656E64222C22736570617261746F72223A22227D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SLIDE_V1" val="7B2276223A312C22736C696465223A322C226C61796F7574223A22637573746F6D3A6D6178696D756D222C226C61796F75745265636F7264223A7B2267726F7570223A22637573746F6D222C226964223A226D6178696D756D222C227265636F7264223A7B226E616D65223A224D6178696D756D203132206279203132222C226172656173223A5B5B2263656C6C2D302D30222C2263656C6C2D302D31222C2263656C6C2D302D32222C2263656C6C2D302D33222C2263656C6C2D302D34222C2263656C6C2D302D35222C2263656C6C2D302D36222C2263656C6C2D302D37222C2263656C6C2D302D38222C2263656C6C2D302D39222C2263656C6C2D302D3130222C2263656C6C2D302D3131225D2C5B2263656C6C2D312D30222C2263656C6C2D312D31222C2263656C6C2D312D32222C2263656C6C2D312D33222C2263656C6C2D312D34222C2263656C6C2D312D35222C2263656C6C2D312D36222C2263656C6C2D312D37222C2263656C6C2D312D38222C2263656C6C2D312D39222C2263656C6C2D312D3130222C2263656C6C2D312D3131225D2C5B2263656C6C2D322D30222C2263656C6C2D322D31222C2263656C6C2D322D32222C2263656C6C2D322D33222C2263656C6C2D322D34222C2263656C6C2D322D35222C2263656C6C2D322D36222C2263656C6C2D322D37222C2263656C6C2D322D38222C2263656C6C2D322D39222C2263656C6C2D322D3130222C2263656C6C2D322D3131225D2C5B2263656C6C2D332D30222C2263656C6C2D332D31222C2263656C6C2D332D32222C2263656C6C2D332D33222C2263656C6C2D332D34222C2263656C6C2D332D35222C2263656C6C2D332D36222C2263656C6C2D332D37222C2263656C6C2D332D38222C2263656C6C2D332D39222C2263656C6C2D332D3130222C2263656C6C2D332D3131225D2C5B2263656C6C2D342D30222C2263656C6C2D342D31222C2263656C6C2D342D32222C2263656C6C2D342D33222C2263656C6C2D342D34222C2263656C6C2D342D35222C2263656C6C2D342D36222C2263656C6C2D342D37222C2263656C6C2D342D38222C2263656C6C2D342D39222C2263656C6C2D342D3130222C2263656C6C2D342D3131225D2C5B2263656C6C2D352D30222C2263656C6C2D352D31222C2263656C6C2D352D32222C2263656C6C2D352D33222C2263656C6C2D352D34222C2263656C6C2D352D35222C2263656C6C2D352D36222C2263656C6C2D352D37222C2263656C6C2D352D38222C2263656C6C2D352D39222C2263656C6C2D352D3130222C2263656C6C2D352D3131225D2C5B2263656C6C2D362D30222C2263656C6C2D362D31222C2263656C6C2D362D32222C2263656C6C2D362D33222C2263656C6C2D362D34222C2263656C6C2D362D35222C2263656C6C2D362D36222C2263656C6C2D362D37222C2263656C6C2D362D38222C2263656C6C2D362D39222C2263656C6C2D362D3130222C2263656C6C2D362D3131225D2C5B2263656C6C2D372D30222C2263656C6C2D372D31222C2263656C6C2D372D32222C2263656C6C2D372D33222C2263656C6C2D372D34222C2263656C6C2D372D35222C2263656C6C2D372D36222C2263656C6C2D372D37222C2263656C6C2D372D38222C2263656C6C2D372D39222C2263656C6C2D372D3130222C2263656C6C2D372D3131225D2C5B2263656C6C2D382D30222C2263656C6C2D382D31222C2263656C6C2D382D32222C2263656C6C2D382D33222C2263656C6C2D382D34222C2263656C6C2D382D35222C2263656C6C2D382D36222C2263656C6C2D382D37222C2263656C6C2D382D38222C2263656C6C2D382D39222C2263656C6C2D382D3130222C2263656C6C2D382D3131225D2C5B2263656C6C2D392D30222C2263656C6C2D392D31222C2263656C6C2D392D32222C2263656C6C2D392D33222C2263656C6C2D392D34222C2263656C6C2D392D35222C2263656C6C2D392D36222C2263656C6C2D392D37222C2263656C6C2D392D38222C2263656C6C2D392D39222C2263656C6C2D392D3130222C2263656C6C2D392D3131225D2C5B2263656C6C2D31302D30222C2263656C6C2D31302D31222C2263656C6C2D31302D32222C2263656C6C2D31302D33222C2263656C6C2D31302D34222C2263656C6C2D31302D35222C2263656C6C2D31302D36222C2263656C6C2D31302D37222C2263656C6C2D31302D38222C2263656C6C2D31302D39222C2263656C6C2D31302D3130222C2263656C6C2D31302D3131225D2C5B2263656C6C2D31312D30222C2263656C6C2D31312D31222C2263656C6C2D31312D32222C2263656C6C2D31312D33222C2263656C6C2D31312D34222C2263656C6C2D31312D35222C2263656C6C2D31312D36222C2263656C6C2D31312D37222C2263656C6C2D31312D38222C2263656C6C2D31312D39222C2263656C6C2D31312D3130222C2263656C6C2D31312D3131225D5D2C22726567696F6E73223A7B2263656C6C2D302D30223A7B2261636365707473223A5B2274657874225D2C22666C6F77223A226E6F6E65227D2C2263656C6C2D302D31223A7B2261636365707473223A5B2274657874225D2C22666C6F77223A226E6F6E65227D2C2263656C6C2D302D32223A7B2261636365707473223A5B2274657874225D2C22666C6F77223A226E6F6E65227D2C2263656C6C2D302D33223A7B2261636365707473223A5B2274657874225D2C22666C6F77223A226E6F6E65227D2C2263656C6C2D302D34223A7B2261636365707473223A5B2274657874225D2C22666C6F77223A226E6F6E65227D2C2263656C6C2D302D35223A7B2261636365707473223A5B2274657874225D2C22666C6F77223A226E6F6E65227D2C2263656C6C2D302D36223A7B2261636365707473223A5B2274657874225D2C22666C6F77223A226E6F6E65227D2C2263656C6C2D302D37223A7B2261636365707473223A5B2274657874225D2C22666C6F77223A226E6F6E65227D2C2263656C6C2D302D38223A7B2261636365707473223A5B2274657874225D2C22666C6F77223A226E6F6E65227D2C2263656C6C2D302D39223A7B2261636365707473223A5B2274657874225D2C22666C6F77223A226E6F6E65227D2C2263656C6C2D302D3130223A7B2261636365707473223A5B2274657874225D2C22666C6F77223A226E6F6E65227D2C2263656C6C2D302D3131223A7B2261636365707473223A5B2274657874225D2C22666C6F77223A226E6F6E65227D2C2263656C6C2D312D30223A7B2261636365707473223A5B2274657874225D2C22666C6F77223A226E6F6E65227D2C2263656C6C2D312D31223A7B2261636365707473223A5B2274657874225D2C22666C6F77223A226E6F6E65227D2C2263656C6C2D312D32223A7B2261636365707473223A5B2274657874225D2C22666C6F77223A226E6F6E65227D2C2263656C6C2D312D33223A7B2261636365707473223A5B2274657874225D2C22666C6F77223A226E6F6E65227D2C2263656C6C2D312D34223A7B2261636365707473223A5B2274657874225D2C22666C6F77223A226E6F6E65227D2C2263656C6C2D312D35223A7B2261636365707473223A5B2274657874225D2C22666C6F77223A226E6F6E65227D2C2263656C6C2D312D36223A7B2261636365707473223A5B2274657874225D2C22666C6F77223A226E6F6E65227D2C2263656C6C2D312D37223A7B2261636365707473223A5B2274657874225D2C22666C6F77223A226E6F6E65227D2C2263656C6C2D312D38223A7B2261636365707473223A5B2274657874225D2C22666C6F77223A226E6F6E65227D2C2263656C6C2D312D39223A7B2261636365707473223A5B2274657874225D2C22666C6F77223A226E6F6E65227D2C2263656C6C2D312D3130223A7B2261636365707473223A5B2274657874225D2C22666C6F77223A226E6F6E65227D2C2263656C6C2D312D3131223A7B2261636365707473223A5B2274657874225D2C22666C6F77223A226E6F6E65227D2C2263656C6C2D322D30223A7B2261636365707473223A5B2274657874225D2C22666C6F77223A226E6F6E65227D2C2263656C6C2D322D31223A7B2261636365707473223A5B2274657874225D2C22666C6F77223A226E6F6E65227D2C2263656C6C2D322D32223A7B2261636365707473223A5B2274657874225D2C22666C6F77223A226E6F6E65227D2C2263656C6C2D322D33223A7B2261636365707473223A5B2274657874225D2C22666C6F77223A226E6F6E65227D2C2263656C6C2D322D34223A7B2261636365707473223A5B2274657874225D2C22666C6F77223A226E6F6E65227D2C2263656C6C2D322D35223A7B2261636365707473223A5B2274657874225D2C22666C6F77223A226E6F6E65227D2C2263656C6C2D322D36223A7B2261636365707473223A5B2274657874225D2C22666C6F77223A226E6F6E65227D2C2263656C6C2D322D37223A7B2261636365707473223A5B2274657874225D2C22666C6F77223A226E6F6E65227D2C2263656C6C2D322D38223A7B2261636365707473223A5B2274657874225D2C22666C6F77223A226E6F6E65227D2C2263656C6C2D322D39223A7B2261636365707473223A5B2274657874225D2C22666C6F77223A226E6F6E65227D2C2263656C6C2D322D3130223A7B2261636365707473223A5B2274657874225D2C22666C6F77223A226E6F6E65227D2C2263656C6C2D322D3131223A7B2261636365707473223A5B2274657874225D2C22666C6F77223A226E6F6E65227D2C2263656C6C2D332D30223A7B2261636365707473223A5B2274657874225D2C22666C6F77223A226E6F6E65227D2C2263656C6C2D332D31223A7B2261636365707473223A5B2274657874225D2C22666C6F77223A226E6F6E65227D2C2263656C6C2D332D32223A7B2261636365707473223A5B2274657874225D2C22666C6F77223A226E6F6E65227D2C2263656C6C2D332D33223A7B2261636365707473223A5B2274657874225D2C22666C6F77223A226E6F6E65227D2C2263656C6C2D332D34223A7B2261636365707473223A5B2274657874225D2C22666C6F77223A226E6F6E65227D2C2263656C6C2D332D35223A7B2261636365707473223A5B2274657874225D2C22666C6F77223A226E6F6E65227D2C2263656C6C2D332D36223A7B2261636365707473223A5B2274657874225D2C22666C6F77223A226E6F6E65227D2C2263656C6C2D332D37223A7B2261636365707473223A5B2274657874225D2C22666C6F77223A226E6F6E65227D2C2263656C6C2D332D38223A7B2261636365707473223A5B2274657874225D2C22666C6F77223A226E6F6E65227D2C2263656C6C2D332D39223A7B2261636365707473223A5B2274657874225D2C22666C6F77223A226E6F6E65227D2C2263656C6C2D332D3130223A7B2261636365707473223A5B2274657874225D2C22666C6F77223A226E6F6E65227D2C2263656C6C2D332D3131223A7B2261636365707473223A5B2274657874225D2C22666C6F77223A226E6F6E65227D2C2263656C6C2D342D30223A7B2261636365707473223A5B2274657874225D2C22666C6F77223A226E6F6E65227D2C2263656C6C2D342D31223A7B2261636365707473223A5B2274657874225D2C22666C6F77223A226E6F6E65227D2C2263656C6C2D342D32223A7B2261636365707473223A5B2274657874225D2C22666C6F77223A226E6F6E65227D2C2263656C6C2D342D33223A7B2261636365707473223A5B2274657874225D2C22666C6F77223A226E6F6E65227D2C2263656C6C2D342D34223A7B2261636365707473223A5B2274657874225D2C22666C6F77223A226E6F6E65227D2C2263656C6C2D342D35223A7B2261636365707473223A5B2274657874225D2C22666C6F77223A226E6F6E65227D2C2263656C6C2D342D36223A7B2261636365707473223A5B2274657874225D2C22666C6F77223A226E6F6E65227D2C2263656C6C2D342D37223A7B2261636365707473223A5B2274657874225D2C22666C6F77223A226E6F6E65227D2C2263656C6C2D342D38223A7B2261636365707473223A5B2274657874225D2C22666C6F77223A226E6F6E65227D2C2263656C6C2D342D39223A7B2261636365707473223A5B2274657874225D2C22666C6F77223A226E6F6E65227D2C2263656C6C2D342D3130223A7B2261636365707473223A5B2274657874225D2C22666C6F77223A226E6F6E65227D2C2263656C6C2D342D3131223A7B2261636365707473223A5B2274657874225D2C22666C6F77223A226E6F6E65227D2C2263656C6C2D352D30223A7B2261636365707473223A5B2274657874225D2C22666C6F77223A226E6F6E65227D2C2263656C6C2D352D31223A7B2261636365707473223A5B2274657874225D2C22666C6F77223A226E6F6E65227D2C2263656C6C2D352D32223A7B2261636365707473223A5B2274657874225D2C22666C6F77223A226E6F6E65227D2C2263656C6C2D352D33223A7B2261636365707473223A5B2274657874225D2C22666C6F77223A226E6F6E65227D2C2263656C6C2D352D34223A7B2261636365707473223A5B2274657874225D2C22666C6F77223A226E6F6E65227D2C2263656C6C2D352D35223A7B2261636365707473223A5B2274657874225D2C22666C6F77223A226E6F6E65227D2C2263656C6C2D352D36223A7B2261636365707473223A5B2274657874225D2C22666C6F77223A226E6F6E65227D2C2263656C6C2D352D37223A7B2261636365707473223A5B2274657874225D2C22666C6F77223A226E6F6E65227D2C2263656C6C2D352D38223A7B2261636365707473223A5B2274657874225D2C22666C6F77223A226E6F6E65227D2C2263656C6C2D352D39223A7B2261636365707473223A5B2274657874225D2C22666C6F77223A226E6F6E65227D2C2263656C6C2D352D3130223A7B2261636365707473223A5B2274657874225D2C22666C6F77223A226E6F6E65227D2C2263656C6C2D352D3131223A7B2261636365707473223A5B2274657874225D2C22666C6F77223A226E6F6E65227D2C2263656C6C2D362D30223A7B2261636365707473223A5B2274657874225D2C22666C6F77223A226E6F6E65227D2C2263656C6C2D362D31223A7B2261636365707473223A5B2274657874225D2C22666C6F77223A226E6F6E65227D2C2263656C6C2D362D32223A7B2261636365707473223A5B2274657874225D2C22666C6F77223A226E6F6E65227D2C2263656C6C2D362D33223A7B2261636365707473223A5B2274657874225D2C22666C6F77223A226E6F6E65227D2C2263656C6C2D362D34223A7B2261636365707473223A5B2274657874225D2C22666C6F77223A226E6F6E65227D2C2263656C6C2D362D35223A7B2261636365707473223A5B2274657874225D2C22666C6F77223A226E6F6E65227D2C2263656C6C2D362D36223A7B2261636365707473223A5B2274657874225D2C22666C6F77223A226E6F6E65227D2C2263656C6C2D362D37223A7B2261636365707473223A5B2274657874225D2C22666C6F77223A226E6F6E65227D2C2263656C6C2D362D38223A7B2261636365707473223A5B2274657874225D2C22666C6F77223A226E6F6E65227D2C2263656C6C2D362D39223A7B2261636365707473223A5B2274657874225D2C22666C6F77223A226E6F6E65227D2C2263656C6C2D362D3130223A7B2261636365707473223A5B2274657874225D2C22666C6F77223A226E6F6E65227D2C2263656C6C2D362D3131223A7B2261636365707473223A5B2274657874225D2C22666C6F77223A226E6F6E65227D2C2263656C6C2D372D30223A7B2261636365707473223A5B2274657874225D2C22666C6F77223A226E6F6E65227D2C2263656C6C2D372D31223A7B2261636365707473223A5B2274657874225D2C22666C6F77223A226E6F6E65227D2C2263656C6C2D372D32223A7B2261636365707473223A5B2274657874225D2C22666C6F77223A226E6F6E65227D2C2263656C6C2D372D33223A7B2261636365707473223A5B2274657874225D2C22666C6F77223A226E6F6E65227D2C2263656C6C2D372D34223A7B2261636365707473223A5B2274657874225D2C22666C6F77223A226E6F6E65227D2C2263656C6C2D372D35223A7B2261636365707473223A5B2274657874225D2C22666C6F77223A226E6F6E65227D2C2263656C6C2D372D36223A7B2261636365707473223A5B2274657874225D2C22666C6F77223A226E6F6E65227D2C2263656C6C2D372D37223A7B2261636365707473223A5B2274657874225D2C22666C6F77223A226E6F6E65227D2C2263656C6C2D372D38223A7B2261636365707473223A5B2274657874225D2C22666C6F77223A226E6F6E65227D2C2263656C6C2D372D39223A7B2261636365707473223A5B2274657874225D2C22666C6F77223A226E6F6E65227D2C2263656C6C2D372D3130223A7B2261636365707473223A5B2274657874225D2C22666C6F77223A226E6F6E65227D2C2263656C6C2D372D3131223A7B2261636365707473223A5B2274657874225D2C22666C6F77223A226E6F6E65227D2C2263656C6C2D382D30223A7B2261636365707473223A5B2274657874225D2C22666C6F77223A226E6F6E65227D2C2263656C6C2D382D31223A7B2261636365707473223A5B2274657874225D2C22666C6F77223A226E6F6E65227D2C2263656C6C2D382D32223A7B2261636365707473223A5B2274657874225D2C22666C6F77223A226E6F6E65227D2C2263656C6C2D382D33223A7B2261636365707473223A5B2274657874225D2C22666C6F77223A226E6F6E65227D2C2263656C6C2D382D34223A7B2261636365707473223A5B2274657874225D2C22666C6F77223A226E6F6E65227D2C2263656C6C2D382D35223A7B2261636365707473223A5B2274657874225D2C22666C6F77223A226E6F6E65227D2C2263656C6C2D382D36223A7B2261636365707473223A5B2274657874225D2C22666C6F77223A226E6F6E65227D2C2263656C6C2D382D37223A7B2261636365707473223A5B2274657874225D2C22666C6F77223A226E6F6E65227D2C2263656C6C2D382D38223A7B2261636365707473223A5B2274657874225D2C22666C6F77223A226E6F6E65227D2C2263656C6C2D382D39223A7B2261636365707473223A5B2274657874225D2C22666C6F77223A226E6F6E65227D2C2263656C6C2D382D3130223A7B2261636365707473223A5B2274657874225D2C22666C6F77223A226E6F6E65227D2C2263656C6C2D382D3131223A7B2261636365707473223A5B2274657874225D2C22666C6F77223A226E6F6E65227D2C2263656C6C2D392D30223A7B2261636365707473223A5B2274657874225D2C22666C6F77223A226E6F6E65227D2C2263656C6C2D392D31223A7B2261636365707473223A5B2274657874225D2C22666C6F77223A226E6F6E65227D2C2263656C6C2D392D32223A7B2261636365707473223A5B2274657874225D2C22666C6F77223A226E6F6E65227D2C2263656C6C2D392D33223A7B2261636365707473223A5B2274657874225D2C22666C6F77223A226E6F6E65227D2C2263656C6C2D392D34223A7B2261636365707473223A5B2274657874225D2C22666C6F77223A226E6F6E65227D2C2263656C6C2D392D35223A7B2261636365707473223A5B2274657874225D2C22666C6F77223A226E6F6E65227D2C2263656C6C2D392D36223A7B2261636365707473223A5B2274657874225D2C22666C6F77223A226E6F6E65227D2C2263656C6C2D392D37223A7B2261636365707473223A5B2274657874225D2C22666C6F77223A226E6F6E65227D2C2263656C6C2D392D38223A7B2261636365707473223A5B2274657874225D2C22666C6F77223A226E6F6E65227D2C2263656C6C2D392D39223A7B2261636365707473223A5B2274657874225D2C22666C6F77223A226E6F6E65227D2C2263656C6C2D392D3130223A7B2261636365707473223A5B2274657874225D2C22666C6F77223A226E6F6E65227D2C2263656C6C2D392D3131223A7B2261636365707473223A5B2274657874225D2C22666C6F77223A226E6F6E65227D2C2263656C6C2D31302D30223A7B2261636365707473223A5B2274657874225D2C22666C6F77223A226E6F6E65227D2C2263656C6C2D31302D31223A7B2261636365707473223A5B2274657874225D2C22666C6F77223A226E6F6E65227D2C2263656C6C2D31302D32223A7B2261636365707473223A5B2274657874225D2C22666C6F77223A226E6F6E65227D2C2263656C6C2D31302D33223A7B2261636365707473223A5B2274657874225D2C22666C6F77223A226E6F6E65227D2C2263656C6C2D31302D34223A7B2261636365707473223A5B2274657874225D2C22666C6F77223A226E6F6E65227D2C2263656C6C2D31302D35223A7B2261636365707473223A5B2274657874225D2C22666C6F77223A226E6F6E65227D2C2263656C6C2D31302D36223A7B2261636365707473223A5B2274657874225D2C22666C6F77223A226E6F6E65227D2C2263656C6C2D31302D37223A7B2261636365707473223A5B2274657874225D2C22666C6F77223A226E6F6E65227D2C2263656C6C2D31302D38223A7B2261636365707473223A5B2274657874225D2C22666C6F77223A226E6F6E65227D2C2263656C6C2D31302D39223A7B2261636365707473223A5B2274657874225D2C22666C6F77223A226E6F6E65227D2C2263656C6C2D31302D3130223A7B2261636365707473223A5B2274657874225D2C22666C6F77223A226E6F6E65227D2C2263656C6C2D31302D3131223A7B2261636365707473223A5B2274657874225D2C22666C6F77223A226E6F6E65227D2C2263656C6C2D31312D30223A7B2261636365707473223A5B2274657874225D2C22666C6F77223A226E6F6E65227D2C2263656C6C2D31312D31223A7B2261636365707473223A5B2274657874225D2C22666C6F77223A226E6F6E65227D2C2263656C6C2D31312D32223A7B2261636365707473223A5B2274657874225D2C22666C6F77223A226E6F6E65227D2C2263656C6C2D31312D33223A7B2261636365707473223A5B2274657874225D2C22666C6F77223A226E6F6E65227D2C2263656C6C2D31312D34223A7B2261636365707473223A5B2274657874225D2C22666C6F77223A226E6F6E65227D2C2263656C6C2D31312D35223A7B2261636365707473223A5B2274657874225D2C22666C6F77223A226E6F6E65227D2C2263656C6C2D31312D36223A7B2261636365707473223A5B2274657874225D2C22666C6F77223A226E6F6E65227D2C2263656C6C2D31312D37223A7B2261636365707473223A5B2274657874225D2C22666C6F77223A226E6F6E65227D2C2263656C6C2D31312D38223A7B2261636365707473223A5B2274657874225D2C22666C6F77223A226E6F6E65227D2C2263656C6C2D31312D39223A7B2261636365707473223A5B2274657874225D2C22666C6F77223A226E6F6E65227D2C2263656C6C2D31312D3130223A7B2261636365707473223A5B2274657874225D2C22666C6F77223A226E6F6E65227D2C2263656C6C2D31312D3131223A7B2261636365707473223A5B2274657874225D2C22666C6F77223A226E6F6E65227D7D7D7D2C226E6174697665223A7B22737472756374757265223A223139303230636332353734613031222C226261636B67726F756E64223A223131336637323562636232336536222C227374796C65223A223035326661666130643663633635227D7D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22E7469746C65222C226669656C64223A227469746C65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22</Words>
  <Application>Microsoft Office PowerPoint</Application>
  <PresentationFormat>Widescreen</PresentationFormat>
  <Paragraphs>8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Roboto</vt:lpstr>
      <vt:lpstr>Office Theme</vt:lpstr>
      <vt:lpstr>Collapsed empty regions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2026-01-01T00:00:00Z</dcterms:created>
  <dcterms:modified xsi:type="dcterms:W3CDTF">2026-10-14T07:19:40Z</dcterms:modified>
</cp:coreProperties>
</file>