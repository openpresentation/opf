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heme/theme2.xml" ContentType="application/vnd.openxmlformats-officedocument.them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custDataLst>
    <p:tags r:id="rId6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48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03-4D25-ABA2-DC7A67FB08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12700" cap="flat">
              <a:solidFill>
                <a:srgbClr val="47556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chart" Target="../charts/chart1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Picture region</a:t>
            </a:r>
            <a:endParaRPr lang="en-US" sz="4050" dirty="0"/>
          </a:p>
        </p:txBody>
      </p:sp>
      <p:pic>
        <p:nvPicPr>
          <p:cNvPr id="3" name="OPF image 1"/>
          <p:cNvPicPr>
            <a:picLocks noGrp="1" noChangeAspect="1"/>
          </p:cNvPicPr>
          <p:nvPr>
            <p:ph type="pic" idx="500"/>
          </p:nvPr>
        </p:nvPicPr>
        <p:blipFill>
          <a:blip r:embed="rId6"/>
          <a:srcRect/>
          <a:stretch/>
        </p:blipFill>
        <p:spPr>
          <a:xfrm>
            <a:off x="548640" y="2498788"/>
            <a:ext cx="5433060" cy="2716530"/>
          </a:xfrm>
          <a:prstGeom prst="rect">
            <a:avLst/>
          </a:prstGeom>
        </p:spPr>
      </p:pic>
      <p:sp>
        <p:nvSpPr>
          <p:cNvPr id="4" name="OPF text slides.0.blocks.0.text line 0"/>
          <p:cNvSpPr/>
          <p:nvPr>
            <p:custDataLst>
              <p:tags r:id="rId3"/>
            </p:custDataLst>
          </p:nvPr>
        </p:nvSpPr>
        <p:spPr>
          <a:xfrm>
            <a:off x="6210300" y="3697510"/>
            <a:ext cx="543306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Native picture notes.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Chart region</a:t>
            </a:r>
            <a:endParaRPr lang="en-US" sz="4050" dirty="0"/>
          </a:p>
        </p:txBody>
      </p:sp>
      <p:graphicFrame>
        <p:nvGraphicFramePr>
          <p:cNvPr id="3" name="OPF chart 1"/>
          <p:cNvGraphicFramePr>
            <a:graphicFrameLocks noGrp="1"/>
          </p:cNvGraphicFramePr>
          <p:nvPr>
            <p:ph type="chart" idx="700"/>
          </p:nvPr>
        </p:nvGraphicFramePr>
        <p:xfrm>
          <a:off x="548640" y="1404747"/>
          <a:ext cx="6519672" cy="4904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" name="OPF text slides.1.blocks.1.text line 0"/>
          <p:cNvSpPr/>
          <p:nvPr>
            <p:custDataLst>
              <p:tags r:id="rId3"/>
            </p:custDataLst>
          </p:nvPr>
        </p:nvSpPr>
        <p:spPr>
          <a:xfrm>
            <a:off x="7296912" y="1404747"/>
            <a:ext cx="4346448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Native chart notes.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Table region</a:t>
            </a:r>
            <a:endParaRPr lang="en-US" sz="4050" dirty="0"/>
          </a:p>
        </p:txBody>
      </p:sp>
      <p:graphicFrame>
        <p:nvGraphicFramePr>
          <p:cNvPr id="3" name="OPF table 1"/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579011936"/>
              </p:ext>
            </p:extLst>
          </p:nvPr>
        </p:nvGraphicFramePr>
        <p:xfrm>
          <a:off x="548640" y="1404747"/>
          <a:ext cx="11094720" cy="1543050"/>
        </p:xfrm>
        <a:graphic>
          <a:graphicData uri="http://schemas.openxmlformats.org/drawingml/2006/table">
            <a:tbl>
              <a:tblPr firstRow="1"/>
              <a:tblGrid>
                <a:gridCol w="554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A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B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1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2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3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4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OCUMENT_V1" val="7B2276223A312C22736C69646573223A332C22616273656E74223A5B2224736368656D61222C226E616D65222C226C616E6775616765222C2264657369676E2E7468656D65222C2264657369676E2E636F6C6F72536368656D65225D2C2264657369676E223A7B22666F6E74536368656D65223A22726F626F746F222C2264696D656E73696F6E73223A7B227769647468496E63686573223A31332E3333333333332C22686569676874496E63686573223A372E35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2663666333039366334393362626537222C22726567696F6E73223A7B22353030223A226D65646961227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65616631313961613066653964626137222C22726567696F6E73223A7B7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33376533613636656135383131616363222C22726567696F6E73223A7B22333030223A226974656D73227D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62353035306331666461303166613734222C22726567696F6E73223A7B22313030223A226D657373616765227D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6663633653165613935613936353137222C22726567696F6E73223A7B22313030223A2264657461696C73227D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3373238653736303766346630386636222C22726567696F6E73223A7B22313030223A22626F6479227D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3666633663631313763326132343764222C22726567696F6E73223A7B22313030223A2271756F746573227D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66303464386531623664626534343834222C22726567696F6E73223A7B22313030223A2270696C6C617273227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65643765653933613034653335336463222C22726567696F6E73223A7B22313030223A226669727374222C22313031223A227365636F6E64222C22333030223A2276657264696374227D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393366653234623638626663333932222C22726567696F6E73223A7B22313030223A227374657073227D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66383462366436373337613436363331222C22726567696F6E73223A7B22313030223A2274696D656C696E65222C22313031223A226E6F746573227D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8633163653865663935336262393335222C22726567696F6E73223A7B22313030223A227175657374696F6E73227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63643664373732303737363639663131222C22726567696F6E73223A7B22313030223A226D657472696373222C22333030223A226E6F7465227D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0366331383265343032303865666436222C22726567696F6E73223A7B22313030223A226361726473227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32613766393834613764613739653534222C22726567696F6E73223A7B22353030223A226D65646961227D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6623834346334613537636461336463222C22726567696F6E73223A7B22313030223A22626F6479222C22353030223A226D65646961227D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61643937326433643966653961353139222C22726567696F6E73223A7B22353030223A227069637475726573227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2343463303761323736396663346131222C22726567696F6E73223A7B22313030223A22636861727473222C22333030223A226E6F7465227D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9343663666562393866613130623536222C22726567696F6E73223A7B22313030223A226E6F746573222C22373030223A226368617274227D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1343836626161646261323165363132222C22726567696F6E73223A7B22333030223A226E6F7465222C22393030223A227461626C65227D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32633466376664656166306232376431222C22726567696F6E73223A7B22313030223A226E6F746573222C22393030223A227461626C65227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39376333663165376161393264313662222C22726567696F6E73223A7B22313030223A22636F6465222C22333030223A226E6F746573227D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62353331623663306233353635306364222C22726567696F6E73223A7B22313030223A226C656164222C22313031223A22737570706F7274222C22353030223A226D65646961227D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3323232623837333034666462646434222C22726567696F6E73223A7B22313030223A226B706973222C22313031223A22636861727473227D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5386532366332386139336135353539222C22726567696F6E73223A7B22313030223A2270656F706C65227D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2396562333531356333366639303739222C22726567696F6E73223A7B22313030223A226C6F676F73227D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02C226C61796F7574223A22696D6167652D626573696465222C22636F6E74656E74223A7B22666F726D223A22626C6F636B73222C22626C6F636B73223A5B7B2274223A226C656166222C226B223A2274657874222C22696E223A22626F6479222C22626F78223A5B3635322C3338382E322C3537302E342C33332E355D7D2C7B2274223A226C656166222C226B223A22696D616765222C22696E223A226D65646961222C22626F78223A5B35372E362C3134372E352C3537302E342C3531342E395D7D5D7D2C226E6174697665223A7B22737472756374757265223A223139313936353332613564663730222C226261636B67726F756E64223A223131336637323562636232336536222C227374796C65223A223035326661666130643663633635227D7D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02E626C6F636B732E302E74657874222C226C696E65223A302C22636F756E74223A312C22626F756E64617279223A22656E64222C22736570617261746F72223A22227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12C226C61796F7574223A2263686172742D626573696465222C22636F6E74656E74223A7B22666F726D223A22626C6F636B73222C22626C6F636B73223A5B7B2274223A226C656166222C226B223A226368617274222C22696E223A226368617274222C22626F78223A5B35372E362C3134372E352C3638342E352C3531342E395D7D2C7B2274223A226C656166222C226B223A2274657874222C22696E223A226E6F746573222C22626F78223A5B3736362E312C3134372E352C3435362E332C3531342E395D7D5D7D2C226E6174697665223A7B22737472756374757265223A223061646161373334616634303636222C226261636B67726F756E64223A223131336637323562636232336536222C227374796C65223A223035326661666130643663633635227D7D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12E626C6F636B732E312E74657874222C226C696E65223A302C22636F756E74223A312C22626F756E64617279223A22656E64222C22736570617261746F72223A22227D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SLIDE_V1" val="7B2276223A312C22736C696465223A322C226C61796F7574223A227461626C65222C22636F6E74656E74223A7B22666F726D223A22726F6F74222C226669656C64223A227461626C65222C22626F78223A5B35372E362C3134372E352C313136342E382C3531342E395D7D2C226E6174697665223A7B22737472756374757265223A223039626232343962316335356365222C226261636B67726F756E64223A223131336637323562636232336536222C227374796C65223A223035353338393230346564656466227D7D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ATA_V1" val="7B2276223A312C226B696E64223A227461626C65222C2268656164657273223A5B5D2C2263656C6C73223A5B5B302C302C312C6E756C6C2C2231225D2C5B302C312C322C6E756C6C2C2232225D2C5B312C302C332C6E756C6C2C2233225D2C5B312C312C342C6E756C6C2C2234225D5D2C22617574686F726564223A7B22636F6C756D6E73223A5B2241222C2242225D2C22726F7773223A5B5B312C325D2C5B332C345D5D7D2C2265766964656E6365223A5B5B2265313535643337386138396361363366222C2266663731666563373730656131313737225D2C5B2235623233666366393030383161396137222C2265353039643631306230313230373434225D2C5B2266336335353066366161396234623037222C2266313533656530653835336566393037225D5D2C22656E7669726F6E6D656E74223A226362343561386265346162306431356322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</Words>
  <Application>Microsoft Office PowerPoint</Application>
  <PresentationFormat>Widescreen</PresentationFormat>
  <Paragraphs>14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Roboto</vt:lpstr>
      <vt:lpstr>Office Theme</vt:lpstr>
      <vt:lpstr>Picture region</vt:lpstr>
      <vt:lpstr>Chart region</vt:lpstr>
      <vt:lpstr>Table region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2026-01-01T00:00:00Z</dcterms:created>
  <dcterms:modified xsi:type="dcterms:W3CDTF">2026-10-14T07:31:48Z</dcterms:modified>
</cp:coreProperties>
</file>