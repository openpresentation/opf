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Q1</cx:pt>
          <cx:pt idx="1">Q2</cx:pt>
          <cx:pt idx="2">Q3</cx:pt>
        </cx:lvl>
      </cx:strDim>
      <cx:numDim type="val">
        <cx:f>Sheet1!$B$2:$B$4</cx:f>
        <cx:lvl ptCount="3" formatCode="General">
          <cx:pt idx="0">4</cx:pt>
          <cx:pt idx="1">5</cx:pt>
          <cx:pt idx="2">6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North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05F63654-CECA-490E-82C1-74FCE25C74FC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Roboto"/>
          <a:ea typeface="Roboto"/>
          <a:cs typeface="Roboto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Roboto"/>
      <a:ea typeface="Roboto"/>
      <a:cs typeface="Roboto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Roboto"/>
      <a:ea typeface="Roboto"/>
      <a:cs typeface="Roboto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Roboto"/>
      <a:ea typeface="Roboto"/>
      <a:cs typeface="Roboto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Roboto"/>
      <a:ea typeface="Roboto"/>
      <a:cs typeface="Roboto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35326661666130643663633635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