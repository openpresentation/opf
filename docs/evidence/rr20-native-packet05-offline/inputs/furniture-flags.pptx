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tags/opfHeading2.xml" ContentType="application/vnd.openxmlformats-officedocument.presentationml.tags+xml"/>
  <Override PartName="/ppt/tags/opfHeading3.xml" ContentType="application/vnd.openxmlformats-officedocument.presentationml.tags+xml"/>
  <Override PartName="/ppt/tags/opfText1.xml" ContentType="application/vnd.openxmlformats-officedocument.presentationml.tags+xml"/>
  <Override PartName="/ppt/tags/opfText2.xml" ContentType="application/vnd.openxmlformats-officedocument.presentationml.tags+xml"/>
  <Override PartName="/ppt/tags/opfText3.xml" ContentType="application/vnd.openxmlformats-officedocument.presentationml.tags+xml"/>
  <Override PartName="/ppt/tags/opfFurniture1.xml" ContentType="application/vnd.openxmlformats-officedocument.presentationml.tags+xml"/>
  <Override PartName="/ppt/tags/opfFurniture2.xml" ContentType="application/vnd.openxmlformats-officedocument.presentationml.tags+xml"/>
  <Override PartName="/ppt/tags/opfFurnitureSlide0.xml" ContentType="application/vnd.openxmlformats-officedocument.presentationml.tags+xml"/>
  <Override PartName="/ppt/tags/opfFurnitureSlide1.xml" ContentType="application/vnd.openxmlformats-officedocument.presentationml.tags+xml"/>
  <Override PartName="/ppt/tags/opfFurnitureSlide2.xml" ContentType="application/vnd.openxmlformats-officedocument.presentationml.tags+xml"/>
  <Override PartName="/ppt/theme/theme2.xml" ContentType="application/vnd.openxmlformats-officedocument.theme+xml"/>
  <Override PartName="/ppt/slideLayouts/slideLayout2.xml" ContentType="application/vnd.openxmlformats-officedocument.presentationml.slideLayout+xml"/>
  <Override PartName="/ppt/tags/opfLayout1.xml" ContentType="application/vnd.openxmlformats-officedocument.presentationml.tags+xml"/>
  <Override PartName="/ppt/slideLayouts/slideLayout3.xml" ContentType="application/vnd.openxmlformats-officedocument.presentationml.slideLayout+xml"/>
  <Override PartName="/ppt/tags/opfLayout2.xml" ContentType="application/vnd.openxmlformats-officedocument.presentationml.tags+xml"/>
  <Override PartName="/ppt/slideLayouts/slideLayout4.xml" ContentType="application/vnd.openxmlformats-officedocument.presentationml.slideLayout+xml"/>
  <Override PartName="/ppt/tags/opfLayout3.xml" ContentType="application/vnd.openxmlformats-officedocument.presentationml.tags+xml"/>
  <Override PartName="/ppt/slideLayouts/slideLayout5.xml" ContentType="application/vnd.openxmlformats-officedocument.presentationml.slideLayout+xml"/>
  <Override PartName="/ppt/tags/opfLayout4.xml" ContentType="application/vnd.openxmlformats-officedocument.presentationml.tags+xml"/>
  <Override PartName="/ppt/slideLayouts/slideLayout6.xml" ContentType="application/vnd.openxmlformats-officedocument.presentationml.slideLayout+xml"/>
  <Override PartName="/ppt/tags/opfLayout5.xml" ContentType="application/vnd.openxmlformats-officedocument.presentationml.tags+xml"/>
  <Override PartName="/ppt/slideLayouts/slideLayout7.xml" ContentType="application/vnd.openxmlformats-officedocument.presentationml.slideLayout+xml"/>
  <Override PartName="/ppt/tags/opfLayout6.xml" ContentType="application/vnd.openxmlformats-officedocument.presentationml.tags+xml"/>
  <Override PartName="/ppt/slideLayouts/slideLayout8.xml" ContentType="application/vnd.openxmlformats-officedocument.presentationml.slideLayout+xml"/>
  <Override PartName="/ppt/tags/opfLayout7.xml" ContentType="application/vnd.openxmlformats-officedocument.presentationml.tags+xml"/>
  <Override PartName="/ppt/slideLayouts/slideLayout9.xml" ContentType="application/vnd.openxmlformats-officedocument.presentationml.slideLayout+xml"/>
  <Override PartName="/ppt/tags/opfLayout8.xml" ContentType="application/vnd.openxmlformats-officedocument.presentationml.tags+xml"/>
  <Override PartName="/ppt/slideLayouts/slideLayout10.xml" ContentType="application/vnd.openxmlformats-officedocument.presentationml.slideLayout+xml"/>
  <Override PartName="/ppt/tags/opfLayout9.xml" ContentType="application/vnd.openxmlformats-officedocument.presentationml.tags+xml"/>
  <Override PartName="/ppt/slideLayouts/slideLayout11.xml" ContentType="application/vnd.openxmlformats-officedocument.presentationml.slideLayout+xml"/>
  <Override PartName="/ppt/tags/opfLayout10.xml" ContentType="application/vnd.openxmlformats-officedocument.presentationml.tags+xml"/>
  <Override PartName="/ppt/slideLayouts/slideLayout12.xml" ContentType="application/vnd.openxmlformats-officedocument.presentationml.slideLayout+xml"/>
  <Override PartName="/ppt/tags/opfLayout11.xml" ContentType="application/vnd.openxmlformats-officedocument.presentationml.tags+xml"/>
  <Override PartName="/ppt/slideLayouts/slideLayout13.xml" ContentType="application/vnd.openxmlformats-officedocument.presentationml.slideLayout+xml"/>
  <Override PartName="/ppt/tags/opfLayout12.xml" ContentType="application/vnd.openxmlformats-officedocument.presentationml.tags+xml"/>
  <Override PartName="/ppt/slideLayouts/slideLayout14.xml" ContentType="application/vnd.openxmlformats-officedocument.presentationml.slideLayout+xml"/>
  <Override PartName="/ppt/tags/opfLayout13.xml" ContentType="application/vnd.openxmlformats-officedocument.presentationml.tags+xml"/>
  <Override PartName="/ppt/slideLayouts/slideLayout15.xml" ContentType="application/vnd.openxmlformats-officedocument.presentationml.slideLayout+xml"/>
  <Override PartName="/ppt/tags/opfLayout14.xml" ContentType="application/vnd.openxmlformats-officedocument.presentationml.tags+xml"/>
  <Override PartName="/ppt/slideLayouts/slideLayout16.xml" ContentType="application/vnd.openxmlformats-officedocument.presentationml.slideLayout+xml"/>
  <Override PartName="/ppt/tags/opfLayout15.xml" ContentType="application/vnd.openxmlformats-officedocument.presentationml.tags+xml"/>
  <Override PartName="/ppt/slideLayouts/slideLayout17.xml" ContentType="application/vnd.openxmlformats-officedocument.presentationml.slideLayout+xml"/>
  <Override PartName="/ppt/tags/opfLayout16.xml" ContentType="application/vnd.openxmlformats-officedocument.presentationml.tags+xml"/>
  <Override PartName="/ppt/slideLayouts/slideLayout18.xml" ContentType="application/vnd.openxmlformats-officedocument.presentationml.slideLayout+xml"/>
  <Override PartName="/ppt/tags/opfLayout17.xml" ContentType="application/vnd.openxmlformats-officedocument.presentationml.tags+xml"/>
  <Override PartName="/ppt/slideLayouts/slideLayout19.xml" ContentType="application/vnd.openxmlformats-officedocument.presentationml.slideLayout+xml"/>
  <Override PartName="/ppt/tags/opfLayout18.xml" ContentType="application/vnd.openxmlformats-officedocument.presentationml.tags+xml"/>
  <Override PartName="/ppt/slideLayouts/slideLayout20.xml" ContentType="application/vnd.openxmlformats-officedocument.presentationml.slideLayout+xml"/>
  <Override PartName="/ppt/tags/opfLayout19.xml" ContentType="application/vnd.openxmlformats-officedocument.presentationml.tags+xml"/>
  <Override PartName="/ppt/slideLayouts/slideLayout21.xml" ContentType="application/vnd.openxmlformats-officedocument.presentationml.slideLayout+xml"/>
  <Override PartName="/ppt/tags/opfLayout20.xml" ContentType="application/vnd.openxmlformats-officedocument.presentationml.tags+xml"/>
  <Override PartName="/ppt/slideLayouts/slideLayout22.xml" ContentType="application/vnd.openxmlformats-officedocument.presentationml.slideLayout+xml"/>
  <Override PartName="/ppt/tags/opfLayout21.xml" ContentType="application/vnd.openxmlformats-officedocument.presentationml.tags+xml"/>
  <Override PartName="/ppt/slideLayouts/slideLayout23.xml" ContentType="application/vnd.openxmlformats-officedocument.presentationml.slideLayout+xml"/>
  <Override PartName="/ppt/tags/opfLayout22.xml" ContentType="application/vnd.openxmlformats-officedocument.presentationml.tags+xml"/>
  <Override PartName="/ppt/slideLayouts/slideLayout24.xml" ContentType="application/vnd.openxmlformats-officedocument.presentationml.slideLayout+xml"/>
  <Override PartName="/ppt/tags/opfLayout23.xml" ContentType="application/vnd.openxmlformats-officedocument.presentationml.tags+xml"/>
  <Override PartName="/ppt/slideLayouts/slideLayout25.xml" ContentType="application/vnd.openxmlformats-officedocument.presentationml.slideLayout+xml"/>
  <Override PartName="/ppt/tags/opfLayout24.xml" ContentType="application/vnd.openxmlformats-officedocument.presentationml.tags+xml"/>
  <Override PartName="/ppt/slideLayouts/slideLayout26.xml" ContentType="application/vnd.openxmlformats-officedocument.presentationml.slideLayout+xml"/>
  <Override PartName="/ppt/tags/opfLayout25.xml" ContentType="application/vnd.openxmlformats-officedocument.presentationml.tags+xml"/>
  <Override PartName="/ppt/slideLayouts/slideLayout27.xml" ContentType="application/vnd.openxmlformats-officedocument.presentationml.slideLayout+xml"/>
  <Override PartName="/ppt/tags/opfLayout26.xml" ContentType="application/vnd.openxmlformats-officedocument.presentationml.tags+xml"/>
  <Override PartName="/ppt/slideLayouts/slideLayout28.xml" ContentType="application/vnd.openxmlformats-officedocument.presentationml.slideLayout+xml"/>
  <Override PartName="/ppt/tags/opfLayout27.xml" ContentType="application/vnd.openxmlformats-officedocument.presentationml.tags+xml"/>
  <Override PartName="/ppt/slideLayouts/slideLayout29.xml" ContentType="application/vnd.openxmlformats-officedocument.presentationml.slideLayout+xml"/>
  <Override PartName="/ppt/tags/opfLayout28.xml" ContentType="application/vnd.openxmlformats-officedocument.presentationml.tags+xml"/>
  <Override PartName="/ppt/slideLayouts/slideLayout30.xml" ContentType="application/vnd.openxmlformats-officedocument.presentationml.slideLayout+xml"/>
  <Override PartName="/ppt/tags/opfLayout29.xml" ContentType="application/vnd.openxmlformats-officedocument.presentationml.tags+xml"/>
  <Override PartName="/ppt/tags/opfDocument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custDataLst>
    <p:tags r:id="rIdOpfDocument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OpfDocument" Type="http://schemas.openxmlformats.org/officeDocument/2006/relationships/tags" Target="tags/opfDocument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3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4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5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6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7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8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9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0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1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2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3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4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5.xml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6.xml"/></Relationships>
</file>

<file path=ppt/slideLayouts/_rels/slideLayout1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7.xml"/></Relationships>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8.xml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9.xml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0.xml"/></Relationships>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1.xml"/></Relationships>
</file>

<file path=ppt/slideLayouts/_rels/slideLayout2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2.xml"/></Relationships>
</file>

<file path=ppt/slideLayouts/_rels/slideLayout2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3.xml"/></Relationships>
</file>

<file path=ppt/slideLayouts/_rels/slideLayout2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4.xml"/></Relationships>
</file>

<file path=ppt/slideLayouts/_rels/slideLayout2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5.xml"/></Relationships>
</file>

<file path=ppt/slideLayouts/_rels/slideLayout2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6.xml"/></Relationships>
</file>

<file path=ppt/slideLayouts/_rels/slideLayout2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7.xml"/></Relationships>
</file>

<file path=ppt/slideLayouts/_rels/slideLayout2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8.xml"/></Relationships>
</file>

<file path=ppt/slideLayouts/_rels/slideLayout3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5433060" cy="2978753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41693"/>
            <a:ext cx="5433060" cy="2641759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0"/>
            <a:ext cx="5981700" cy="6858000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11094720" cy="2978753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41693"/>
            <a:ext cx="11094720" cy="2641759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items"/>
          <p:cNvSpPr>
            <a:spLocks noGrp="1"/>
          </p:cNvSpPr>
          <p:nvPr>
            <p:ph type="body" idx="300"/>
          </p:nvPr>
        </p:nvSpPr>
        <p:spPr>
          <a:xfrm>
            <a:off x="548640" y="1809560"/>
            <a:ext cx="11094720" cy="447389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ssag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73893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4925187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etails"/>
          <p:cNvSpPr>
            <a:spLocks noGrp="1"/>
          </p:cNvSpPr>
          <p:nvPr>
            <p:ph idx="100"/>
          </p:nvPr>
        </p:nvSpPr>
        <p:spPr>
          <a:xfrm>
            <a:off x="548640" y="5702427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7389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7389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ote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7389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447389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447389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Pill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llar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7389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3435668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3435668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" name="verdict"/>
          <p:cNvSpPr>
            <a:spLocks noGrp="1"/>
          </p:cNvSpPr>
          <p:nvPr>
            <p:ph type="body" idx="300"/>
          </p:nvPr>
        </p:nvSpPr>
        <p:spPr>
          <a:xfrm>
            <a:off x="548640" y="5473827"/>
            <a:ext cx="11094720" cy="8096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tep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7389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imelin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64268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idx="101"/>
          </p:nvPr>
        </p:nvSpPr>
        <p:spPr>
          <a:xfrm>
            <a:off x="548640" y="5702427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FA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estion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7389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Metr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tric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64268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02427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Score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ard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7389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0" y="1809560"/>
            <a:ext cx="12192000" cy="504844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 userDrawn="1">
  <p:cSld name="Imag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5433060" cy="447389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body"/>
          <p:cNvSpPr>
            <a:spLocks noGrp="1"/>
          </p:cNvSpPr>
          <p:nvPr>
            <p:ph idx="100"/>
          </p:nvPr>
        </p:nvSpPr>
        <p:spPr>
          <a:xfrm>
            <a:off x="6210300" y="1809560"/>
            <a:ext cx="5433060" cy="447389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s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11094720" cy="447389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64268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02427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hart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"/>
          <p:cNvSpPr>
            <a:spLocks noGrp="1"/>
          </p:cNvSpPr>
          <p:nvPr>
            <p:ph type="chart" idx="700"/>
          </p:nvPr>
        </p:nvSpPr>
        <p:spPr>
          <a:xfrm>
            <a:off x="548640" y="1809560"/>
            <a:ext cx="6519672" cy="447389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7389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11094720" cy="3664268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02427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abl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6519672" cy="447389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7389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de"/>
          <p:cNvSpPr>
            <a:spLocks noGrp="1"/>
          </p:cNvSpPr>
          <p:nvPr>
            <p:ph idx="100"/>
          </p:nvPr>
        </p:nvSpPr>
        <p:spPr>
          <a:xfrm>
            <a:off x="548640" y="1809560"/>
            <a:ext cx="6519672" cy="447389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type="body" idx="300"/>
          </p:nvPr>
        </p:nvSpPr>
        <p:spPr>
          <a:xfrm>
            <a:off x="7296912" y="1809560"/>
            <a:ext cx="4346448" cy="447389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ead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283019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1809560"/>
            <a:ext cx="5433060" cy="283019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" name="support"/>
          <p:cNvSpPr>
            <a:spLocks noGrp="1"/>
          </p:cNvSpPr>
          <p:nvPr>
            <p:ph idx="101"/>
          </p:nvPr>
        </p:nvSpPr>
        <p:spPr>
          <a:xfrm>
            <a:off x="548640" y="4868354"/>
            <a:ext cx="11094720" cy="1415098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Dashbo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kpi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169811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charts"/>
          <p:cNvSpPr>
            <a:spLocks noGrp="1"/>
          </p:cNvSpPr>
          <p:nvPr>
            <p:ph idx="101"/>
          </p:nvPr>
        </p:nvSpPr>
        <p:spPr>
          <a:xfrm>
            <a:off x="548640" y="3736277"/>
            <a:ext cx="11094720" cy="2547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eopl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7389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ogo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7389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 userDrawn="1">
  <p:cSld name="OPF a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627507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>
          <a:xfrm>
            <a:off x="8534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/>
            </a:lvl1pPr>
          </a:lstStyle>
          <a:p>
            <a:fld id="{0F0F2701-0001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110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1686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200"/>
            </a:lvl1pPr>
          </a:lstStyle>
          <a:p>
            <a:fld id="{0F0F2701-0001-4000-8000-000000000003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+mn-lt"/>
        <a:buChar char="•"/>
        <a:defRPr sz="3200" kern="1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+mn-lt"/>
        <a:buChar char="–"/>
        <a:defRPr sz="2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+mn-lt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+mn-lt"/>
        <a:buChar char="–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+mn-lt"/>
        <a:buChar char="»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OpfText1" Type="http://schemas.openxmlformats.org/officeDocument/2006/relationships/tags" Target="../tags/opfText1.xml"/><Relationship Id="rIdOpfFurnitureSlide" Type="http://schemas.openxmlformats.org/officeDocument/2006/relationships/tags" Target="../tags/opfFurnitureSlide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.xml"/><Relationship Id="rIdOpfHeading2" Type="http://schemas.openxmlformats.org/officeDocument/2006/relationships/tags" Target="../tags/opfHeading2.xml"/><Relationship Id="rIdOpfText2" Type="http://schemas.openxmlformats.org/officeDocument/2006/relationships/tags" Target="../tags/opfText2.xml"/><Relationship Id="rIdOpfFurnitureSlide" Type="http://schemas.openxmlformats.org/officeDocument/2006/relationships/tags" Target="../tags/opfFurnitureSl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3.xml"/><Relationship Id="rIdOpfHeading3" Type="http://schemas.openxmlformats.org/officeDocument/2006/relationships/tags" Target="../tags/opfHeading3.xml"/><Relationship Id="rIdOpfText3" Type="http://schemas.openxmlformats.org/officeDocument/2006/relationships/tags" Target="../tags/opfText3.xml"/><Relationship Id="rIdOpfFurniture1" Type="http://schemas.openxmlformats.org/officeDocument/2006/relationships/tags" Target="../tags/opfFurniture1.xml"/><Relationship Id="rIdOpfFurniture2" Type="http://schemas.openxmlformats.org/officeDocument/2006/relationships/tags" Target="../tags/opfFurniture2.xml"/><Relationship Id="rIdOpfFurnitureSlide" Type="http://schemas.openxmlformats.org/officeDocument/2006/relationships/tags" Target="../tags/opfFurniture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>
            <a:spLocks noGrp="1"/>
          </p:cNvSpPr>
          <p:nvPr>
            <p:ph type="title"/>
            <p:custDataLst>
              <p:tags r:id="rIdOpfHeading1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Roboto" pitchFamily="34" charset="0"/>
              </a:rPr>
              <a:t>False and empty</a:t>
            </a:r>
            <a:endParaRPr lang="en-US" sz="4050" dirty="0"/>
          </a:p>
        </p:txBody>
      </p:sp>
      <p:sp>
        <p:nvSpPr>
          <p:cNvPr id="3" name="OPF text slides.0.text line 0"/>
          <p:cNvSpPr/>
          <p:nvPr>
            <p:custDataLst>
              <p:tags r:id="rIdOpfText1"/>
            </p:custDataLst>
          </p:nvPr>
        </p:nvSpPr>
        <p:spPr>
          <a:xfrm>
            <a:off x="548640" y="1404747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chemeClr val="bg1"/>
                </a:solidFill>
                <a:latin typeface="Roboto" pitchFamily="34" charset="0"/>
              </a:rPr>
              <a:t>Scalar body false and empty.</a:t>
            </a:r>
            <a:endParaRPr lang="en-US" sz="1875" dirty="0"/>
          </a:p>
        </p:txBody>
      </p:sp>
    </p:spTree>
    <p:custDataLst>
      <p:tags r:id="rIdOpfFurnitureSlide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1.title line 0"/>
          <p:cNvSpPr>
            <a:spLocks noGrp="1"/>
          </p:cNvSpPr>
          <p:nvPr>
            <p:ph type="title"/>
            <p:custDataLst>
              <p:tags r:id="rIdOpfHeading2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Roboto" pitchFamily="34" charset="0"/>
              </a:rPr>
              <a:t>Empty and false</a:t>
            </a:r>
            <a:endParaRPr lang="en-US" sz="4050" dirty="0"/>
          </a:p>
        </p:txBody>
      </p:sp>
      <p:sp>
        <p:nvSpPr>
          <p:cNvPr id="3" name="OPF text slides.1.text line 0"/>
          <p:cNvSpPr/>
          <p:nvPr>
            <p:custDataLst>
              <p:tags r:id="rIdOpfText2"/>
            </p:custDataLst>
          </p:nvPr>
        </p:nvSpPr>
        <p:spPr>
          <a:xfrm>
            <a:off x="548640" y="1404747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chemeClr val="bg1"/>
                </a:solidFill>
                <a:latin typeface="Roboto" pitchFamily="34" charset="0"/>
              </a:rPr>
              <a:t>Scalar body empty and false.</a:t>
            </a:r>
            <a:endParaRPr lang="en-US" sz="1875" dirty="0"/>
          </a:p>
        </p:txBody>
      </p:sp>
    </p:spTree>
    <p:custDataLst>
      <p:tags r:id="rIdOpfFurnitureSlide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2.title line 0"/>
          <p:cNvSpPr>
            <a:spLocks noGrp="1"/>
          </p:cNvSpPr>
          <p:nvPr>
            <p:ph type="title"/>
            <p:custDataLst>
              <p:tags r:id="rIdOpfHeading3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Roboto" pitchFamily="34" charset="0"/>
              </a:rPr>
              <a:t>Inactive fields</a:t>
            </a:r>
            <a:endParaRPr lang="en-US" sz="4050" dirty="0"/>
          </a:p>
        </p:txBody>
      </p:sp>
      <p:sp>
        <p:nvSpPr>
          <p:cNvPr id="3" name="OPF text slides.2.text line 0"/>
          <p:cNvSpPr/>
          <p:nvPr>
            <p:custDataLst>
              <p:tags r:id="rIdOpfText3"/>
            </p:custDataLst>
          </p:nvPr>
        </p:nvSpPr>
        <p:spPr>
          <a:xfrm>
            <a:off x="548640" y="1404747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chemeClr val="bg1"/>
                </a:solidFill>
                <a:latin typeface="Roboto" pitchFamily="34" charset="0"/>
              </a:rPr>
              <a:t>Scalar body inactive fields.</a:t>
            </a:r>
            <a:endParaRPr lang="en-US" sz="1875" dirty="0"/>
          </a:p>
        </p:txBody>
      </p:sp>
      <p:sp>
        <p:nvSpPr>
          <p:cNvPr id="4" name="OPF furniture 2 part 0 line 0"/>
          <p:cNvSpPr/>
          <p:nvPr>
            <p:custDataLst>
              <p:tags r:id="rIdOpfFurniture1"/>
            </p:custDataLst>
          </p:nvPr>
        </p:nvSpPr>
        <p:spPr>
          <a:xfrm>
            <a:off x="8534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endParaRPr lang="en-US" sz="1200" dirty="0"/>
          </a:p>
        </p:txBody>
      </p:sp>
      <p:sp>
        <p:nvSpPr>
          <p:cNvPr id="5" name="OPF furniture 2 part 1 line 0"/>
          <p:cNvSpPr/>
          <p:nvPr>
            <p:custDataLst>
              <p:tags r:id="rIdOpfFurniture2"/>
            </p:custDataLst>
          </p:nvPr>
        </p:nvSpPr>
        <p:spPr>
          <a:xfrm>
            <a:off x="81686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endParaRPr lang="en-US" sz="1200" dirty="0"/>
          </a:p>
        </p:txBody>
      </p:sp>
    </p:spTree>
    <p:custDataLst>
      <p:tags r:id="rIdOpfFurnitureSlide"/>
    </p:custDataLst>
  </p:cSld>
  <p:clrMapOvr>
    <a:masterClrMapping/>
  </p:clrMapOvr>
</p:sld>
</file>

<file path=ppt/tags/opfDocument.xml><?xml version="1.0" encoding="utf-8"?>
<p:tagLst xmlns:p="http://schemas.openxmlformats.org/presentationml/2006/main">
  <p:tag name="OPF_DOCUMENT_V1" val="7B2276223A312C22736C69646573223A332C22616273656E74223A5B2224736368656D61222C226E616D65222C226C616E6775616765222C2264657369676E2E7468656D65222C2264657369676E2E636F6C6F72536368656D65225D2C2264657369676E223A7B22666F6E74536368656D65223A22726F626F746F222C2264696D656E73696F6E73223A7B227769647468496E63686573223A31332E3333333333332C22686569676874496E63686573223A372E357D7D2C226E6174697665223A7B22636F6C6F7273223A7B22646B31223A22737267623A303030303030222C226C7431223A22737267623A464646464646222C22646B32223A22737267623A303131383432222C226C7432223A22737267623A463046304630222C22616363656E7431223A22737267623A323837344136222C22616363656E7432223A22737267623A314234463732222C22616363656E7433223A22737267623A353439394337222C22616363656E7434223A22737267623A374244424232222C22616363656E7435223A22737267623A334143363741222C22616363656E7436223A22737267623A323441383945222C22686C696E6B223A22737267623A303030304545222C22666F6C486C696E6B223A22737267623A353531413842227D2C22666F6E7473223A7B226D616A6F72223A7B226C6174696E223A22526F626F746F222C226561223A22526F626F746F222C226373223A22227D2C226D696E6F72223A7B226C6174696E223A22526F626F746F222C226561223A22526F626F746F222C226373223A22227D7D2C2273697A65223A7B226378223A223132313932303030222C226379223A2236383538303030227D7D7D"/>
</p:tagLst>
</file>

<file path=ppt/tags/opfFurniture1.xml><?xml version="1.0" encoding="utf-8"?>
<p:tagLst xmlns:p="http://schemas.openxmlformats.org/presentationml/2006/main">
  <p:tag name="OPF_FURNITURE_V1" val="7B2276223A312C22726F6C65223A2274657874222C2267726F7570223A2232222C2270617274223A302C226C696E65223A302C22636F756E74223A312C22626F756E64617279223A22656E64222C22736570617261746F72223A22227D"/>
</p:tagLst>
</file>

<file path=ppt/tags/opfFurniture2.xml><?xml version="1.0" encoding="utf-8"?>
<p:tagLst xmlns:p="http://schemas.openxmlformats.org/presentationml/2006/main">
  <p:tag name="OPF_FURNITURE_V1" val="7B2276223A312C22726F6C65223A2274657874222C2267726F7570223A2232222C2270617274223A312C226C696E65223A302C22636F756E74223A312C22626F756E64617279223A22656E64222C22736570617261746F72223A22227D"/>
</p:tagLst>
</file>

<file path=ppt/tags/opfFurnitureSlide0.xml><?xml version="1.0" encoding="utf-8"?>
<p:tagLst xmlns:p="http://schemas.openxmlformats.org/presentationml/2006/main">
  <p:tag name="OPF_FURNITURE_V1" val="7B2276223A312C22726F6C65223A22736C696465222C2267726F7570223A2230222C22646566696E6974696F6E73223A7B22686561646572223A7B2273636F7065223A226C6F63616C222C2276616C7565223A66616C73657D2C22666F6F746572223A7B2273636F7065223A226C6F63616C222C2276616C7565223A7B7D7D7D2C227061727473223A5B5D7D"/>
  <p:tag name="OPF_SLIDE_V1" val="7B2276223A312C22736C696465223A302C22636F6E74656E74223A7B22666F726D223A22726F6F74222C226669656C64223A2274657874222C22626F78223A5B35372E362C3134372E352C313136342E382C3531342E395D7D2C226E6174697665223A7B22737472756374757265223A223030313861666163363130343566222C226261636B67726F756E64223A223131336637323562636232336536222C227374796C65223A223035326661666130643663633635227D7D"/>
</p:tagLst>
</file>

<file path=ppt/tags/opfFurnitureSlide1.xml><?xml version="1.0" encoding="utf-8"?>
<p:tagLst xmlns:p="http://schemas.openxmlformats.org/presentationml/2006/main">
  <p:tag name="OPF_FURNITURE_V1" val="7B2276223A312C22726F6C65223A22736C696465222C2267726F7570223A2231222C22646566696E6974696F6E73223A7B22686561646572223A7B2273636F7065223A226C6F63616C222C2276616C7565223A7B7D7D2C22666F6F746572223A7B2273636F7065223A226C6F63616C222C2276616C7565223A66616C73657D7D2C227061727473223A5B5D7D"/>
  <p:tag name="OPF_SLIDE_V1" val="7B2276223A312C22736C696465223A312C22636F6E74656E74223A7B22666F726D223A22726F6F74222C226669656C64223A2274657874222C22626F78223A5B35372E362C3134372E352C313136342E382C3531342E395D7D2C226E6174697665223A7B22737472756374757265223A223030313861666163363130343566222C226261636B67726F756E64223A223131336637323562636232336536222C227374796C65223A223035326661666130643663633635227D7D"/>
</p:tagLst>
</file>

<file path=ppt/tags/opfFurnitureSlide2.xml><?xml version="1.0" encoding="utf-8"?>
<p:tagLst xmlns:p="http://schemas.openxmlformats.org/presentationml/2006/main">
  <p:tag name="OPF_FURNITURE_V1" val="7B2276223A312C22726F6C65223A22736C696465222C2267726F7570223A2232222C22646566696E6974696F6E73223A7B22686561646572223A7B2273636F7065223A226C6F63616C222C2276616C7565223A7B226C656674223A7B2274657874223A226C69746572616C227D2C2263656E746572223A7B2264617465223A66616C73657D7D7D2C22666F6F746572223A7B2273636F7065223A226C6F63616C222C2276616C7565223A7B227269676874223A7B2274657874223A226C69746572616C227D7D7D7D2C227061727473223A5B7B226B696E64223A22686561646572222C227A6F6E65223A226C656674222C226669656C64223A2274657874222C2274797065223A2274657874222C22636F756E74223A317D2C7B226B696E64223A22666F6F746572222C227A6F6E65223A227269676874222C226669656C64223A2274657874222C2274797065223A2274657874222C22636F756E74223A317D5D7D"/>
  <p:tag name="OPF_SLIDE_V1" val="7B2276223A312C22736C696465223A322C22636F6E74656E74223A7B22666F726D223A22726F6F74222C226669656C64223A2274657874222C22626F78223A5B35372E362C3134372E352C313136342E382C3531322E325D7D2C226E6174697665223A7B22737472756374757265223A223135613962316431653134363235222C226261636B67726F756E64223A223131336637323562636232336536222C227374796C65223A223035326661666130643663633635227D7D"/>
</p:tagLst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Heading2.xml><?xml version="1.0" encoding="utf-8"?>
<p:tagLst xmlns:p="http://schemas.openxmlformats.org/presentationml/2006/main">
  <p:tag name="OPF_HEADING_V1" val="7B2276223A312C2267726F7570223A22736C696465732E312E7469746C65222C226669656C64223A227469746C65222C226C696E65223A302C22636F756E74223A312C22626F756E64617279223A22656E64222C22736570617261746F72223A22227D"/>
</p:tagLst>
</file>

<file path=ppt/tags/opfHeading3.xml><?xml version="1.0" encoding="utf-8"?>
<p:tagLst xmlns:p="http://schemas.openxmlformats.org/presentationml/2006/main">
  <p:tag name="OPF_HEADING_V1" val="7B2276223A312C2267726F7570223A22736C696465732E322E7469746C65222C226669656C64223A227469746C65222C226C696E65223A302C22636F756E74223A312C22626F756E64617279223A22656E64222C22736570617261746F72223A22227D"/>
</p:tagLst>
</file>

<file path=ppt/tags/opfLayout1.xml><?xml version="1.0" encoding="utf-8"?>
<p:tagLst xmlns:p="http://schemas.openxmlformats.org/presentationml/2006/main">
  <p:tag name="OPF_LAYOUT_V1" val="7B2276223A312C226964223A22636F766572222C2267726F7570223A2264656661756C74222C22736F75726365223A2268747470733A2F2F7777772E707074782E67616C6C657279222C227265666572656E6365223A22636F766572222C2268617368223A2261326437633139373031313731393064222C22726567696F6E73223A7B22353030223A226D65646961227D7D"/>
</p:tagLst>
</file>

<file path=ppt/tags/opfLayout2.xml><?xml version="1.0" encoding="utf-8"?>
<p:tagLst xmlns:p="http://schemas.openxmlformats.org/presentationml/2006/main">
  <p:tag name="OPF_LAYOUT_V1" val="7B2276223A312C226964223A2273656374696F6E222C2267726F7570223A2264656661756C74222C22736F75726365223A2268747470733A2F2F7777772E707074782E67616C6C657279222C227265666572656E6365223A2273656374696F6E222C2268617368223A2238623066623365393863373136303031222C22726567696F6E73223A7B7D7D"/>
</p:tagLst>
</file>

<file path=ppt/tags/opfLayout3.xml><?xml version="1.0" encoding="utf-8"?>
<p:tagLst xmlns:p="http://schemas.openxmlformats.org/presentationml/2006/main">
  <p:tag name="OPF_LAYOUT_V1" val="7B2276223A312C226964223A226167656E6461222C2267726F7570223A2264656661756C74222C22736F75726365223A2268747470733A2F2F7777772E707074782E67616C6C657279222C227265666572656E6365223A226167656E6461222C2268617368223A2266353536303264653335376563363730222C22726567696F6E73223A7B22333030223A226974656D73227D7D"/>
</p:tagLst>
</file>

<file path=ppt/tags/opfLayout4.xml><?xml version="1.0" encoding="utf-8"?>
<p:tagLst xmlns:p="http://schemas.openxmlformats.org/presentationml/2006/main">
  <p:tag name="OPF_LAYOUT_V1" val="7B2276223A312C226964223A2273746174656D656E74222C2267726F7570223A2264656661756C74222C22736F75726365223A2268747470733A2F2F7777772E707074782E67616C6C657279222C227265666572656E6365223A2273746174656D656E74222C2268617368223A2232383534333062653765633066616336222C22726567696F6E73223A7B22313030223A226D657373616765227D7D"/>
</p:tagLst>
</file>

<file path=ppt/tags/opfLayout5.xml><?xml version="1.0" encoding="utf-8"?>
<p:tagLst xmlns:p="http://schemas.openxmlformats.org/presentationml/2006/main">
  <p:tag name="OPF_LAYOUT_V1" val="7B2276223A312C226964223A22636C6F73696E67222C2267726F7570223A2264656661756C74222C22736F75726365223A2268747470733A2F2F7777772E707074782E67616C6C657279222C227265666572656E6365223A22636C6F73696E67222C2268617368223A2239383165353965626662323933396162222C22726567696F6E73223A7B22313030223A2264657461696C73227D7D"/>
</p:tagLst>
</file>

<file path=ppt/tags/opfLayout6.xml><?xml version="1.0" encoding="utf-8"?>
<p:tagLst xmlns:p="http://schemas.openxmlformats.org/presentationml/2006/main">
  <p:tag name="OPF_LAYOUT_V1" val="7B2276223A312C226964223A2274657874222C2267726F7570223A2264656661756C74222C22736F75726365223A2268747470733A2F2F7777772E707074782E67616C6C657279222C227265666572656E6365223A2274657874222C2268617368223A2235616130613832386238303936646562222C22726567696F6E73223A7B22313030223A22626F6479227D7D"/>
</p:tagLst>
</file>

<file path=ppt/tags/opfLayout7.xml><?xml version="1.0" encoding="utf-8"?>
<p:tagLst xmlns:p="http://schemas.openxmlformats.org/presentationml/2006/main">
  <p:tag name="OPF_LAYOUT_V1" val="7B2276223A312C226964223A226C697374222C2267726F7570223A2264656661756C74222C22736F75726365223A2268747470733A2F2F7777772E707074782E67616C6C657279222C227265666572656E6365223A226C697374222C2268617368223A2238306432303464653334633632633363222C22726567696F6E73223A7B22313030223A22626F6479227D7D"/>
</p:tagLst>
</file>

<file path=ppt/tags/opfLayout8.xml><?xml version="1.0" encoding="utf-8"?>
<p:tagLst xmlns:p="http://schemas.openxmlformats.org/presentationml/2006/main">
  <p:tag name="OPF_LAYOUT_V1" val="7B2276223A312C226964223A2271756F7465222C2267726F7570223A2264656661756C74222C22736F75726365223A2268747470733A2F2F7777772E707074782E67616C6C657279222C227265666572656E6365223A2271756F7465222C2268617368223A2261363062313365636131663736656539222C22726567696F6E73223A7B22313030223A2271756F746573227D7D"/>
</p:tagLst>
</file>

<file path=ppt/tags/opfLayout9.xml><?xml version="1.0" encoding="utf-8"?>
<p:tagLst xmlns:p="http://schemas.openxmlformats.org/presentationml/2006/main">
  <p:tag name="OPF_LAYOUT_V1" val="7B2276223A312C226964223A2274776F2D636F6C756D6E222C2267726F7570223A2264656661756C74222C22736F75726365223A2268747470733A2F2F7777772E707074782E67616C6C657279222C227265666572656E6365223A2274776F2D636F6C756D6E222C2268617368223A2233363266373161336333313965313934222C22726567696F6E73223A7B22313030223A226669727374222C22313031223A227365636F6E64227D7D"/>
</p:tagLst>
</file>

<file path=ppt/tags/opfLayout10.xml><?xml version="1.0" encoding="utf-8"?>
<p:tagLst xmlns:p="http://schemas.openxmlformats.org/presentationml/2006/main">
  <p:tag name="OPF_LAYOUT_V1" val="7B2276223A312C226964223A2270696C6C617273222C2267726F7570223A2264656661756C74222C22736F75726365223A2268747470733A2F2F7777772E707074782E67616C6C657279222C227265666572656E6365223A2270696C6C617273222C2268617368223A2235356331373765656530363038343035222C22726567696F6E73223A7B22313030223A2270696C6C617273227D7D"/>
</p:tagLst>
</file>

<file path=ppt/tags/opfLayout11.xml><?xml version="1.0" encoding="utf-8"?>
<p:tagLst xmlns:p="http://schemas.openxmlformats.org/presentationml/2006/main">
  <p:tag name="OPF_LAYOUT_V1" val="7B2276223A312C226964223A22636F6D70617269736F6E222C2267726F7570223A2264656661756C74222C22736F75726365223A2268747470733A2F2F7777772E707074782E67616C6C657279222C227265666572656E6365223A22636F6D70617269736F6E222C2268617368223A2234626566373262343036386564323362222C22726567696F6E73223A7B22313030223A226669727374222C22313031223A227365636F6E64222C22333030223A2276657264696374227D7D"/>
</p:tagLst>
</file>

<file path=ppt/tags/opfLayout12.xml><?xml version="1.0" encoding="utf-8"?>
<p:tagLst xmlns:p="http://schemas.openxmlformats.org/presentationml/2006/main">
  <p:tag name="OPF_LAYOUT_V1" val="7B2276223A312C226964223A2270726F63657373222C2267726F7570223A2264656661756C74222C22736F75726365223A2268747470733A2F2F7777772E707074782E67616C6C657279222C227265666572656E6365223A2270726F63657373222C2268617368223A2238626366613433306263626530326239222C22726567696F6E73223A7B22313030223A227374657073227D7D"/>
</p:tagLst>
</file>

<file path=ppt/tags/opfLayout13.xml><?xml version="1.0" encoding="utf-8"?>
<p:tagLst xmlns:p="http://schemas.openxmlformats.org/presentationml/2006/main">
  <p:tag name="OPF_LAYOUT_V1" val="7B2276223A312C226964223A2274696D656C696E65222C2267726F7570223A2264656661756C74222C22736F75726365223A2268747470733A2F2F7777772E707074782E67616C6C657279222C227265666572656E6365223A2274696D656C696E65222C2268617368223A2235653932356164313236633463383239222C22726567696F6E73223A7B22313030223A2274696D656C696E65222C22313031223A226E6F746573227D7D"/>
</p:tagLst>
</file>

<file path=ppt/tags/opfLayout14.xml><?xml version="1.0" encoding="utf-8"?>
<p:tagLst xmlns:p="http://schemas.openxmlformats.org/presentationml/2006/main">
  <p:tag name="OPF_LAYOUT_V1" val="7B2276223A312C226964223A22666171222C2267726F7570223A2264656661756C74222C22736F75726365223A2268747470733A2F2F7777772E707074782E67616C6C657279222C227265666572656E6365223A22666171222C2268617368223A2235326335363439613434303438626165222C22726567696F6E73223A7B22313030223A227175657374696F6E73227D7D"/>
</p:tagLst>
</file>

<file path=ppt/tags/opfLayout15.xml><?xml version="1.0" encoding="utf-8"?>
<p:tagLst xmlns:p="http://schemas.openxmlformats.org/presentationml/2006/main">
  <p:tag name="OPF_LAYOUT_V1" val="7B2276223A312C226964223A226D657472696373222C2267726F7570223A2264656661756C74222C22736F75726365223A2268747470733A2F2F7777772E707074782E67616C6C657279222C227265666572656E6365223A226D657472696373222C2268617368223A2232393966333331643061623236343462222C22726567696F6E73223A7B22313030223A226D657472696373222C22333030223A226E6F7465227D7D"/>
</p:tagLst>
</file>

<file path=ppt/tags/opfLayout16.xml><?xml version="1.0" encoding="utf-8"?>
<p:tagLst xmlns:p="http://schemas.openxmlformats.org/presentationml/2006/main">
  <p:tag name="OPF_LAYOUT_V1" val="7B2276223A312C226964223A2273636F726563617264222C2267726F7570223A2264656661756C74222C22736F75726365223A2268747470733A2F2F7777772E707074782E67616C6C657279222C227265666572656E6365223A2273636F726563617264222C2268617368223A2236633634666636353062343930646333222C22726567696F6E73223A7B22313030223A226361726473227D7D"/>
</p:tagLst>
</file>

<file path=ppt/tags/opfLayout17.xml><?xml version="1.0" encoding="utf-8"?>
<p:tagLst xmlns:p="http://schemas.openxmlformats.org/presentationml/2006/main">
  <p:tag name="OPF_LAYOUT_V1" val="7B2276223A312C226964223A22696D616765222C2267726F7570223A2264656661756C74222C22736F75726365223A2268747470733A2F2F7777772E707074782E67616C6C657279222C227265666572656E6365223A22696D616765222C2268617368223A2262643765653435333232393632373538222C22726567696F6E73223A7B22353030223A226D65646961227D7D"/>
</p:tagLst>
</file>

<file path=ppt/tags/opfLayout18.xml><?xml version="1.0" encoding="utf-8"?>
<p:tagLst xmlns:p="http://schemas.openxmlformats.org/presentationml/2006/main">
  <p:tag name="OPF_LAYOUT_V1" val="7B2276223A312C226964223A22696D6167652D626573696465222C2267726F7570223A2264656661756C74222C22736F75726365223A2268747470733A2F2F7777772E707074782E67616C6C657279222C227265666572656E6365223A22696D6167652D626573696465222C2268617368223A2265663035616530356633393337313165222C22726567696F6E73223A7B22313030223A22626F6479222C22353030223A226D65646961227D7D"/>
</p:tagLst>
</file>

<file path=ppt/tags/opfLayout19.xml><?xml version="1.0" encoding="utf-8"?>
<p:tagLst xmlns:p="http://schemas.openxmlformats.org/presentationml/2006/main">
  <p:tag name="OPF_LAYOUT_V1" val="7B2276223A312C226964223A2267616C6C657279222C2267726F7570223A2264656661756C74222C22736F75726365223A2268747470733A2F2F7777772E707074782E67616C6C657279222C227265666572656E6365223A2267616C6C657279222C2268617368223A2238353138373065396633396331393331222C22726567696F6E73223A7B22353030223A227069637475726573227D7D"/>
</p:tagLst>
</file>

<file path=ppt/tags/opfLayout20.xml><?xml version="1.0" encoding="utf-8"?>
<p:tagLst xmlns:p="http://schemas.openxmlformats.org/presentationml/2006/main">
  <p:tag name="OPF_LAYOUT_V1" val="7B2276223A312C226964223A226368617274222C2267726F7570223A2264656661756C74222C22736F75726365223A2268747470733A2F2F7777772E707074782E67616C6C657279222C227265666572656E6365223A226368617274222C2268617368223A2234643238353934343830323164343831222C22726567696F6E73223A7B22313030223A22636861727473222C22333030223A226E6F7465227D7D"/>
</p:tagLst>
</file>

<file path=ppt/tags/opfLayout21.xml><?xml version="1.0" encoding="utf-8"?>
<p:tagLst xmlns:p="http://schemas.openxmlformats.org/presentationml/2006/main">
  <p:tag name="OPF_LAYOUT_V1" val="7B2276223A312C226964223A2263686172742D626573696465222C2267726F7570223A2264656661756C74222C22736F75726365223A2268747470733A2F2F7777772E707074782E67616C6C657279222C227265666572656E6365223A2263686172742D626573696465222C2268617368223A2237393161646163356333326266623463222C22726567696F6E73223A7B22313030223A226E6F746573222C22373030223A226368617274227D7D"/>
</p:tagLst>
</file>

<file path=ppt/tags/opfLayout22.xml><?xml version="1.0" encoding="utf-8"?>
<p:tagLst xmlns:p="http://schemas.openxmlformats.org/presentationml/2006/main">
  <p:tag name="OPF_LAYOUT_V1" val="7B2276223A312C226964223A227461626C65222C2267726F7570223A2264656661756C74222C22736F75726365223A2268747470733A2F2F7777772E707074782E67616C6C657279222C227265666572656E6365223A227461626C65222C2268617368223A2262376561386531323137626332656236222C22726567696F6E73223A7B22333030223A226E6F7465222C22393030223A227461626C65227D7D"/>
</p:tagLst>
</file>

<file path=ppt/tags/opfLayout23.xml><?xml version="1.0" encoding="utf-8"?>
<p:tagLst xmlns:p="http://schemas.openxmlformats.org/presentationml/2006/main">
  <p:tag name="OPF_LAYOUT_V1" val="7B2276223A312C226964223A227461626C652D626573696465222C2267726F7570223A2264656661756C74222C22736F75726365223A2268747470733A2F2F7777772E707074782E67616C6C657279222C227265666572656E6365223A227461626C652D626573696465222C2268617368223A2261383861323566623561333034336137222C22726567696F6E73223A7B22313030223A226E6F746573222C22393030223A227461626C65227D7D"/>
</p:tagLst>
</file>

<file path=ppt/tags/opfLayout24.xml><?xml version="1.0" encoding="utf-8"?>
<p:tagLst xmlns:p="http://schemas.openxmlformats.org/presentationml/2006/main">
  <p:tag name="OPF_LAYOUT_V1" val="7B2276223A312C226964223A22636F6465222C2267726F7570223A2264656661756C74222C22736F75726365223A2268747470733A2F2F7777772E707074782E67616C6C657279222C227265666572656E6365223A22636F6465222C2268617368223A2262396263386537653238323736353564222C22726567696F6E73223A7B22313030223A22636F6465222C22333030223A226E6F746573227D7D"/>
</p:tagLst>
</file>

<file path=ppt/tags/opfLayout25.xml><?xml version="1.0" encoding="utf-8"?>
<p:tagLst xmlns:p="http://schemas.openxmlformats.org/presentationml/2006/main">
  <p:tag name="OPF_LAYOUT_V1" val="7B2276223A312C226964223A226865726F222C2267726F7570223A2264656661756C74222C22736F75726365223A2268747470733A2F2F7777772E707074782E67616C6C657279222C227265666572656E6365223A226865726F222C2268617368223A2231383331393063383732653634633531222C22726567696F6E73223A7B22313030223A226C656164222C22313031223A22737570706F7274222C22353030223A226D65646961227D7D"/>
</p:tagLst>
</file>

<file path=ppt/tags/opfLayout26.xml><?xml version="1.0" encoding="utf-8"?>
<p:tagLst xmlns:p="http://schemas.openxmlformats.org/presentationml/2006/main">
  <p:tag name="OPF_LAYOUT_V1" val="7B2276223A312C226964223A2264617368626F617264222C2267726F7570223A2264656661756C74222C22736F75726365223A2268747470733A2F2F7777772E707074782E67616C6C657279222C227265666572656E6365223A2264617368626F617264222C2268617368223A2237396339653933336237333330306264222C22726567696F6E73223A7B22313030223A226B706973222C22313031223A22636861727473227D7D"/>
</p:tagLst>
</file>

<file path=ppt/tags/opfLayout27.xml><?xml version="1.0" encoding="utf-8"?>
<p:tagLst xmlns:p="http://schemas.openxmlformats.org/presentationml/2006/main">
  <p:tag name="OPF_LAYOUT_V1" val="7B2276223A312C226964223A227465616D222C2267726F7570223A2264656661756C74222C22736F75726365223A2268747470733A2F2F7777772E707074782E67616C6C657279222C227265666572656E6365223A227465616D222C2268617368223A2230633364363232646561383636383431222C22726567696F6E73223A7B22313030223A2270656F706C65227D7D"/>
</p:tagLst>
</file>

<file path=ppt/tags/opfLayout28.xml><?xml version="1.0" encoding="utf-8"?>
<p:tagLst xmlns:p="http://schemas.openxmlformats.org/presentationml/2006/main">
  <p:tag name="OPF_LAYOUT_V1" val="7B2276223A312C226964223A226C6F676F73222C2267726F7570223A2264656661756C74222C22736F75726365223A2268747470733A2F2F7777772E707074782E67616C6C657279222C227265666572656E6365223A226C6F676F73222C2268617368223A2230326666626161623266313662353362222C22726567696F6E73223A7B22313030223A226C6F676F73227D7D"/>
</p:tagLst>
</file>

<file path=ppt/tags/opfLayout29.xml><?xml version="1.0" encoding="utf-8"?>
<p:tagLst xmlns:p="http://schemas.openxmlformats.org/presentationml/2006/main">
  <p:tag name="OPF_LAYOUT_V1" val="7B2276223A312C226964223A226175746F222C2267726F7570223A22637573746F6D222C227265666572656E6365223A226175746F222C2268617368223A2266643765363834343464356561666632222C22726567696F6E73223A7B7D7D"/>
</p:tagLst>
</file>

<file path=ppt/tags/opfText1.xml><?xml version="1.0" encoding="utf-8"?>
<p:tagLst xmlns:p="http://schemas.openxmlformats.org/presentationml/2006/main">
  <p:tag name="OPF_TEXT_V1" val="7B2276223A312C2267726F7570223A22736C696465732E302E74657874222C226C696E65223A302C22636F756E74223A312C22626F756E64617279223A22656E64222C22736570617261746F72223A22227D"/>
</p:tagLst>
</file>

<file path=ppt/tags/opfText2.xml><?xml version="1.0" encoding="utf-8"?>
<p:tagLst xmlns:p="http://schemas.openxmlformats.org/presentationml/2006/main">
  <p:tag name="OPF_TEXT_V1" val="7B2276223A312C2267726F7570223A22736C696465732E312E74657874222C226C696E65223A302C22636F756E74223A312C22626F756E64617279223A22656E64222C22736570617261746F72223A22227D"/>
</p:tagLst>
</file>

<file path=ppt/tags/opfText3.xml><?xml version="1.0" encoding="utf-8"?>
<p:tagLst xmlns:p="http://schemas.openxmlformats.org/presentationml/2006/main">
  <p:tag name="OPF_TEXT_V1" val="7B2276223A312C2267726F7570223A22736C696465732E322E74657874222C226C696E65223A302C22636F756E74223A312C22626F756E64617279223A22656E64222C22736570617261746F72223A22227D"/>
</p:tagLst>
</file>

<file path=ppt/theme/theme1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Roboto"/>
        <a:ea typeface="Roboto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Roboto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Roboto"/>
        <a:ea typeface="Roboto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Roboto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Roboto</vt:lpstr>
      <vt:lpstr>Office Theme</vt:lpstr>
      <vt:lpstr>Office Theme</vt:lpstr>
      <vt:lpstr>Slide 1</vt:lpstr>
      <vt:lpstr>Slide 2</vt:lpstr>
      <vt:lpstr>Slide 3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2026-01-01T00:00:00Z</dcterms:created>
  <dcterms:modified xsi:type="dcterms:W3CDTF">2026-01-01T00:00:00Z</dcterms:modified>
</cp:coreProperties>
</file>