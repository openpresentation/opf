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値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  <a:ea typeface="Meiryo"/>
                    <a:cs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日本</c:v>
                </c:pt>
                <c:pt idx="1">
                  <c:v>ドイツ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Calibri"/>
                  <a:ea typeface="Meiryo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  <a:ea typeface="Meiryo"/>
                <a:cs typeface="Calibri"/>
              </a:defRPr>
            </a:pPr>
            <a:endParaRPr lang="ja-JP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  <a:ea typeface="Meiryo"/>
                <a:cs typeface="Calibri"/>
              </a:defRPr>
            </a:pPr>
            <a:endParaRPr lang="ja-JP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ja-JP"/>
              <a:t>7/23/19</a:t>
            </a:fld>
            <a:endParaRPr lang="ja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/>
              <a:t>Click to edit Master text styles</a:t>
            </a:r>
          </a:p>
          <a:p>
            <a:pPr lvl="1"/>
            <a:r>
              <a:rPr lang="ja-JP"/>
              <a:t>Second level</a:t>
            </a:r>
          </a:p>
          <a:p>
            <a:pPr lvl="2"/>
            <a:r>
              <a:rPr lang="ja-JP"/>
              <a:t>Third level</a:t>
            </a:r>
          </a:p>
          <a:p>
            <a:pPr lvl="3"/>
            <a:r>
              <a:rPr lang="ja-JP"/>
              <a:t>Fourth level</a:t>
            </a:r>
          </a:p>
          <a:p>
            <a:pPr lvl="4"/>
            <a:r>
              <a:rPr lang="ja-JP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ja-JP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/>
              <a:t>1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10/10/2026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ja-JP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10/10/2026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10/10/2026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10/10/2026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10/10/2026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10/10/2026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10/10/2026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10/10/2026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10/10/2026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10/10/2026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10/10/2026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10/10/2026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10/10/2026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10/10/2026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10/10/2026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10/10/2026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10/10/2026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ja-JP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10/10/2026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ja-JP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10/10/2026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ja-JP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10/10/2026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10/10/2026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ja-JP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10/10/2026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ja-JP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10/10/2026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ja-JP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10/10/2026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10/10/2026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ja-JP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10/10/2026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10/10/2026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10/10/2026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10/10/2026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ja-JP"/>
              <a:t>10/10/2026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ja-JP"/>
              <a:t>‹#›</a:t>
            </a:fld>
            <a:endParaRPr 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1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ja-JP" sz="4050" b="1" dirty="0">
                <a:solidFill>
                  <a:schemeClr val="bg1"/>
                </a:solidFill>
                <a:latin typeface="Calibri" pitchFamily="34" charset="0"/>
              </a:rPr>
              <a:t>地図</a:t>
            </a:r>
            <a:endParaRPr lang="ja-JP" sz="4050" dirty="0"/>
          </a:p>
        </p:txBody>
      </p:sp>
      <p:graphicFrame>
        <p:nvGraphicFramePr>
          <p:cNvPr id="3" name="OPF chart 1"/>
          <p:cNvGraphicFramePr/>
          <p:nvPr/>
        </p:nvGraphicFramePr>
        <p:xfrm>
          <a:off x="548640" y="1404747"/>
          <a:ext cx="11094720" cy="43855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601884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ja-JP" sz="1875" dirty="0">
                <a:solidFill>
                  <a:schemeClr val="bg1"/>
                </a:solidFill>
                <a:latin typeface="Calibri" pitchFamily="34" charset="0"/>
              </a:rPr>
              <a:t>Body</a:t>
            </a:r>
            <a:endParaRPr lang="ja-JP" sz="1875" dirty="0"/>
          </a:p>
        </p:txBody>
      </p:sp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4657369676E2E7468656D65222C2264657369676E2E636F6C6F72536368656D65222C2264657369676E2E64696D656E73696F6E73225D2C2264657369676E223A7B22666F6E74536368656D65223A2263616C69627269222C22636F6E74656E74416C69676E6D656E74223A2263656E746572227D2C226D65746164617461223A7B226C616E6775616765223A226A612D4A5022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3616C69627269222C226561223A224D656972796F222C226373223A22227D2C226D696E6F72223A7B226C6174696E223A2243616C69627269222C226561223A224D656972796F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Slide1.xml><?xml version="1.0" encoding="utf-8"?>
<p:tagLst xmlns:p="http://schemas.openxmlformats.org/presentationml/2006/main">
  <p:tag name="OPF_SLIDE_V1" val="7B2276223A312C22736C696465223A302C226964223A2261222C226C61796F7574223A226368617274222C22636F6E74656E74223A7B22666F726D223A22726F6F74222C226669656C6473223A5B7B226669656C64223A2274657874222C22626F78223A5B35372E362C3633312E392C313136342E382C33302E355D7D2C7B226669656C64223A226368617274222C22626F78223A5B35372E362C3134372E352C313136342E382C3436302E345D7D5D7D2C226E6174697665223A7B22737472756374757265223A223066633132376236393431373961222C226261636B67726F756E64223A223131336637323562636232336536222C227374796C65223A223034386437613161373735663261227D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Calibri"/>
        <a:ea typeface="Meiryo"/>
        <a:cs typeface=""/>
        <a:font script="Jpan" typeface="Meiryo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Meiryo"/>
        <a:cs typeface=""/>
        <a:font script="Jpan" typeface="Meiryo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Calibri"/>
        <a:ea typeface="Meiryo"/>
        <a:cs typeface=""/>
        <a:font script="Jpan" typeface="Meiryo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Meiryo"/>
        <a:cs typeface=""/>
        <a:font script="Jpan" typeface="Meiryo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Meiryo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 deck</dc:title>
  <dc:subject/>
  <dc:creator>OpenPresentation</dc:creator>
  <cp:lastModifiedBy>OpenPresentation</cp:lastModifiedBy>
  <cp:revision>1</cp:revision>
  <dcterms:created xsi:type="dcterms:W3CDTF">2026-01-01T00:00:00Z</dcterms:created>
  <dcterms:modified xsi:type="dcterms:W3CDTF">2026-01-01T00:00:00Z</dcterms:modified>
</cp:coreProperties>
</file>