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5.5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Sheet1!$A$2:$A$7</cx:f>
        <cx:lvl ptCount="6">
          <cx:pt idx="0">1</cx:pt>
          <cx:pt idx="1">2</cx:pt>
          <cx:pt idx="2">3</cx:pt>
          <cx:pt idx="3">4</cx:pt>
          <cx:pt idx="4">5</cx:pt>
          <cx:pt idx="5">6</cx:pt>
        </cx:lvl>
      </cx:strDim>
      <cx:numDim type="val">
        <cx:f>Sheet1!$B$2:$B$7</cx:f>
        <cx:lvl ptCount="6" formatCode="General">
          <cx:pt idx="0">3</cx:pt>
          <cx:pt idx="1">5</cx:pt>
          <cx:pt idx="2">8</cx:pt>
          <cx:pt idx="3">13</cx:pt>
          <cx:pt idx="4">5.5</cx:pt>
          <cx:pt idx="5">9</cx:pt>
        </cx:lvl>
      </cx:numDim>
    </cx:data>
  </cx:chartData>
  <cx:chart>
    <cx:plotArea>
      <cx:plotAreaRegion>
        <cx:series layoutId="waterfall" uniqueId="{1017E78B-C56B-4AC5-81BD-9882FD4B9882}">
          <cx:tx>
            <cx:txData>
              <cx:f>Sheet1!$B$1</cx:f>
              <cx:v>Sample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2874A6"/>
              </a:solidFill>
            </cx:spPr>
          </cx:dataPt>
          <cx:dataPt idx="2">
            <cx:spPr>
              <a:solidFill>
                <a:srgbClr val="2874A6"/>
              </a:solidFill>
            </cx:spPr>
          </cx:dataPt>
          <cx:dataPt idx="3">
            <cx:spPr>
              <a:solidFill>
                <a:srgbClr val="2874A6"/>
              </a:solidFill>
            </cx:spPr>
          </cx:dataPt>
          <cx:dataPt idx="4">
            <cx:spPr>
              <a:solidFill>
                <a:srgbClr val="2874A6"/>
              </a:solidFill>
            </cx:spPr>
          </cx:dataPt>
          <cx:dataPt idx="5">
            <cx:spPr>
              <a:solidFill>
                <a:srgbClr val="2874A6"/>
              </a:solidFill>
            </cx:spPr>
          </cx:dataPt>
          <cx:dataId val="0"/>
          <cx:layoutPr>
            <cx:visibility connectorLines="1"/>
          </cx:layoutPr>
          <cx:axisId val="0"/>
          <cx:axisId val="1"/>
        </cx:series>
      </cx:plotAreaRegion>
      <cx:axis id="0">
        <cx:catScaling gapWidth="0.5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waterfall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