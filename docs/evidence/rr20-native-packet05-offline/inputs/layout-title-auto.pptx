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Slide" Type="http://schemas.openxmlformats.org/officeDocument/2006/relationships/tags" Target="../tags/opf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Implicit automatic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Untouched implicit body.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Explicit automatic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Untouched explicit body.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chemeClr val="bg1"/>
                </a:solidFill>
                <a:latin typeface="Roboto" pitchFamily="34" charset="0"/>
              </a:rPr>
              <a:t>Rich </a:t>
            </a: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title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Rich titles remain authored line shapes.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2C2262617365223A7B22626F6C64223A747275652C22636F6C6F72223A2223464646464646222C22666F6E7453697A65223A34302E352C22666F6E7446616D696C79223A22526F626F746F227D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175746F22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7465787422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