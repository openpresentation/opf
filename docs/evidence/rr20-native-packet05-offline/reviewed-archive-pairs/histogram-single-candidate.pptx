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3–5.5</c:v>
                </c:pt>
                <c:pt idx="1">
                  <c:v>5.5–8</c:v>
                </c:pt>
                <c:pt idx="2">
                  <c:v>8–10.5</c:v>
                </c:pt>
                <c:pt idx="3">
                  <c:v>10.5–13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