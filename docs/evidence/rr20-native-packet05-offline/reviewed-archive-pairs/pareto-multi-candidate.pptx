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e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ags/opfHeading1.xml" ContentType="application/vnd.openxmlformats-officedocument.presentationml.tags+xml"/>
  <Override PartName="/ppt/theme/theme2.xml" ContentType="application/vnd.openxmlformats-officedocument.theme+xml"/>
  <Override PartName="/ppt/slideLayouts/slideLayout2.xml" ContentType="application/vnd.openxmlformats-officedocument.presentationml.slideLayout+xml"/>
  <Override PartName="/ppt/tags/opfLayout1.xml" ContentType="application/vnd.openxmlformats-officedocument.presentationml.tags+xml"/>
  <Override PartName="/ppt/slideLayouts/slideLayout3.xml" ContentType="application/vnd.openxmlformats-officedocument.presentationml.slideLayout+xml"/>
  <Override PartName="/ppt/tags/opfLayout2.xml" ContentType="application/vnd.openxmlformats-officedocument.presentationml.tags+xml"/>
  <Override PartName="/ppt/slideLayouts/slideLayout4.xml" ContentType="application/vnd.openxmlformats-officedocument.presentationml.slideLayout+xml"/>
  <Override PartName="/ppt/tags/opfLayout3.xml" ContentType="application/vnd.openxmlformats-officedocument.presentationml.tags+xml"/>
  <Override PartName="/ppt/slideLayouts/slideLayout5.xml" ContentType="application/vnd.openxmlformats-officedocument.presentationml.slideLayout+xml"/>
  <Override PartName="/ppt/tags/opfLayout4.xml" ContentType="application/vnd.openxmlformats-officedocument.presentationml.tags+xml"/>
  <Override PartName="/ppt/slideLayouts/slideLayout6.xml" ContentType="application/vnd.openxmlformats-officedocument.presentationml.slideLayout+xml"/>
  <Override PartName="/ppt/tags/opfLayout5.xml" ContentType="application/vnd.openxmlformats-officedocument.presentationml.tags+xml"/>
  <Override PartName="/ppt/slideLayouts/slideLayout7.xml" ContentType="application/vnd.openxmlformats-officedocument.presentationml.slideLayout+xml"/>
  <Override PartName="/ppt/tags/opfLayout6.xml" ContentType="application/vnd.openxmlformats-officedocument.presentationml.tags+xml"/>
  <Override PartName="/ppt/slideLayouts/slideLayout8.xml" ContentType="application/vnd.openxmlformats-officedocument.presentationml.slideLayout+xml"/>
  <Override PartName="/ppt/tags/opfLayout7.xml" ContentType="application/vnd.openxmlformats-officedocument.presentationml.tags+xml"/>
  <Override PartName="/ppt/slideLayouts/slideLayout9.xml" ContentType="application/vnd.openxmlformats-officedocument.presentationml.slideLayout+xml"/>
  <Override PartName="/ppt/tags/opfLayout8.xml" ContentType="application/vnd.openxmlformats-officedocument.presentationml.tags+xml"/>
  <Override PartName="/ppt/slideLayouts/slideLayout10.xml" ContentType="application/vnd.openxmlformats-officedocument.presentationml.slideLayout+xml"/>
  <Override PartName="/ppt/tags/opfLayout9.xml" ContentType="application/vnd.openxmlformats-officedocument.presentationml.tags+xml"/>
  <Override PartName="/ppt/slideLayouts/slideLayout11.xml" ContentType="application/vnd.openxmlformats-officedocument.presentationml.slideLayout+xml"/>
  <Override PartName="/ppt/tags/opfLayout10.xml" ContentType="application/vnd.openxmlformats-officedocument.presentationml.tags+xml"/>
  <Override PartName="/ppt/slideLayouts/slideLayout12.xml" ContentType="application/vnd.openxmlformats-officedocument.presentationml.slideLayout+xml"/>
  <Override PartName="/ppt/tags/opfLayout11.xml" ContentType="application/vnd.openxmlformats-officedocument.presentationml.tags+xml"/>
  <Override PartName="/ppt/slideLayouts/slideLayout13.xml" ContentType="application/vnd.openxmlformats-officedocument.presentationml.slideLayout+xml"/>
  <Override PartName="/ppt/tags/opfLayout12.xml" ContentType="application/vnd.openxmlformats-officedocument.presentationml.tags+xml"/>
  <Override PartName="/ppt/slideLayouts/slideLayout14.xml" ContentType="application/vnd.openxmlformats-officedocument.presentationml.slideLayout+xml"/>
  <Override PartName="/ppt/tags/opfLayout13.xml" ContentType="application/vnd.openxmlformats-officedocument.presentationml.tags+xml"/>
  <Override PartName="/ppt/slideLayouts/slideLayout15.xml" ContentType="application/vnd.openxmlformats-officedocument.presentationml.slideLayout+xml"/>
  <Override PartName="/ppt/tags/opfLayout14.xml" ContentType="application/vnd.openxmlformats-officedocument.presentationml.tags+xml"/>
  <Override PartName="/ppt/slideLayouts/slideLayout16.xml" ContentType="application/vnd.openxmlformats-officedocument.presentationml.slideLayout+xml"/>
  <Override PartName="/ppt/tags/opfLayout15.xml" ContentType="application/vnd.openxmlformats-officedocument.presentationml.tags+xml"/>
  <Override PartName="/ppt/slideLayouts/slideLayout17.xml" ContentType="application/vnd.openxmlformats-officedocument.presentationml.slideLayout+xml"/>
  <Override PartName="/ppt/tags/opfLayout16.xml" ContentType="application/vnd.openxmlformats-officedocument.presentationml.tags+xml"/>
  <Override PartName="/ppt/slideLayouts/slideLayout18.xml" ContentType="application/vnd.openxmlformats-officedocument.presentationml.slideLayout+xml"/>
  <Override PartName="/ppt/tags/opfLayout17.xml" ContentType="application/vnd.openxmlformats-officedocument.presentationml.tags+xml"/>
  <Override PartName="/ppt/slideLayouts/slideLayout19.xml" ContentType="application/vnd.openxmlformats-officedocument.presentationml.slideLayout+xml"/>
  <Override PartName="/ppt/tags/opfLayout18.xml" ContentType="application/vnd.openxmlformats-officedocument.presentationml.tags+xml"/>
  <Override PartName="/ppt/slideLayouts/slideLayout20.xml" ContentType="application/vnd.openxmlformats-officedocument.presentationml.slideLayout+xml"/>
  <Override PartName="/ppt/tags/opfLayout19.xml" ContentType="application/vnd.openxmlformats-officedocument.presentationml.tags+xml"/>
  <Override PartName="/ppt/slideLayouts/slideLayout21.xml" ContentType="application/vnd.openxmlformats-officedocument.presentationml.slideLayout+xml"/>
  <Override PartName="/ppt/tags/opfLayout20.xml" ContentType="application/vnd.openxmlformats-officedocument.presentationml.tags+xml"/>
  <Override PartName="/ppt/slideLayouts/slideLayout22.xml" ContentType="application/vnd.openxmlformats-officedocument.presentationml.slideLayout+xml"/>
  <Override PartName="/ppt/tags/opfLayout21.xml" ContentType="application/vnd.openxmlformats-officedocument.presentationml.tags+xml"/>
  <Override PartName="/ppt/slideLayouts/slideLayout23.xml" ContentType="application/vnd.openxmlformats-officedocument.presentationml.slideLayout+xml"/>
  <Override PartName="/ppt/tags/opfLayout22.xml" ContentType="application/vnd.openxmlformats-officedocument.presentationml.tags+xml"/>
  <Override PartName="/ppt/slideLayouts/slideLayout24.xml" ContentType="application/vnd.openxmlformats-officedocument.presentationml.slideLayout+xml"/>
  <Override PartName="/ppt/tags/opfLayout23.xml" ContentType="application/vnd.openxmlformats-officedocument.presentationml.tags+xml"/>
  <Override PartName="/ppt/slideLayouts/slideLayout25.xml" ContentType="application/vnd.openxmlformats-officedocument.presentationml.slideLayout+xml"/>
  <Override PartName="/ppt/tags/opfLayout24.xml" ContentType="application/vnd.openxmlformats-officedocument.presentationml.tags+xml"/>
  <Override PartName="/ppt/slideLayouts/slideLayout26.xml" ContentType="application/vnd.openxmlformats-officedocument.presentationml.slideLayout+xml"/>
  <Override PartName="/ppt/tags/opfLayout25.xml" ContentType="application/vnd.openxmlformats-officedocument.presentationml.tags+xml"/>
  <Override PartName="/ppt/slideLayouts/slideLayout27.xml" ContentType="application/vnd.openxmlformats-officedocument.presentationml.slideLayout+xml"/>
  <Override PartName="/ppt/tags/opfLayout26.xml" ContentType="application/vnd.openxmlformats-officedocument.presentationml.tags+xml"/>
  <Override PartName="/ppt/slideLayouts/slideLayout28.xml" ContentType="application/vnd.openxmlformats-officedocument.presentationml.slideLayout+xml"/>
  <Override PartName="/ppt/tags/opfLayout27.xml" ContentType="application/vnd.openxmlformats-officedocument.presentationml.tags+xml"/>
  <Override PartName="/ppt/slideLayouts/slideLayout29.xml" ContentType="application/vnd.openxmlformats-officedocument.presentationml.slideLayout+xml"/>
  <Override PartName="/ppt/tags/opfLayout28.xml" ContentType="application/vnd.openxmlformats-officedocument.presentationml.tags+xml"/>
  <Override PartName="/ppt/slideLayouts/slideLayout30.xml" ContentType="application/vnd.openxmlformats-officedocument.presentationml.slideLayout+xml"/>
  <Override PartName="/ppt/tags/opfLayout29.xml" ContentType="application/vnd.openxmlformats-officedocument.presentationml.tags+xml"/>
  <Override PartName="/ppt/tags/opfDocument.xml" ContentType="application/vnd.openxmlformats-officedocument.presentationml.tags+xml"/>
  <Override PartName="/ppt/tags/opfSlide1.xml" ContentType="application/vnd.openxmlformats-officedocument.presentationml.tag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1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12192000"/>
  <p:custDataLst>
    <p:tags r:id="rIdOpfDocument"/>
  </p:custData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OpfDocument" Type="http://schemas.openxmlformats.org/officeDocument/2006/relationships/tags" Target="tags/opfDocument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North</c:v>
                </c:pt>
              </c:strCache>
            </c:strRef>
          </c:tx>
          <c:spPr>
            <a:solidFill>
              <a:srgbClr val="2874A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Aptos"/>
                    <a:ea typeface="Aptos"/>
                    <a:cs typeface="Aptos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Q1</c:v>
                </c:pt>
                <c:pt idx="1">
                  <c:v>Q2</c:v>
                </c:pt>
                <c:pt idx="2">
                  <c:v>Q3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</c:v>
                </c:pt>
                <c:pt idx="1">
                  <c:v>5</c:v>
                </c:pt>
                <c:pt idx="2">
                  <c:v>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South</c:v>
                </c:pt>
              </c:strCache>
            </c:strRef>
          </c:tx>
          <c:spPr>
            <a:solidFill>
              <a:srgbClr val="89B4D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Aptos"/>
                    <a:ea typeface="Aptos"/>
                    <a:cs typeface="Aptos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Q1</c:v>
                </c:pt>
                <c:pt idx="1">
                  <c:v>Q2</c:v>
                </c:pt>
                <c:pt idx="2">
                  <c:v>Q3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3</c:v>
                </c:pt>
                <c:pt idx="1">
                  <c:v>2</c:v>
                </c:pt>
                <c:pt idx="2">
                  <c:v>4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West</c:v>
                </c:pt>
              </c:strCache>
            </c:strRef>
          </c:tx>
          <c:spPr>
            <a:solidFill>
              <a:srgbClr val="5499C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Aptos"/>
                    <a:ea typeface="Aptos"/>
                    <a:cs typeface="Aptos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Q1</c:v>
                </c:pt>
                <c:pt idx="1">
                  <c:v>Q2</c:v>
                </c:pt>
                <c:pt idx="2">
                  <c:v>Q3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2</c:v>
                </c:pt>
                <c:pt idx="1">
                  <c:v>3</c:v>
                </c:pt>
                <c:pt idx="2">
                  <c:v>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FFFFFF"/>
                  </a:solidFill>
                  <a:latin typeface="Aptos"/>
                  <a:ea typeface="Aptos"/>
                  <a:cs typeface="Aptos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3AC67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200">
              <a:solidFill>
                <a:srgbClr val="FFFFFF"/>
              </a:solidFill>
              <a:latin typeface="Aptos"/>
              <a:ea typeface="Aptos"/>
              <a:cs typeface="Aptos"/>
            </a:defRPr>
          </a:pPr>
          <a:endParaRPr lang="en-US"/>
        </a:p>
      </c:txPr>
    </c:legend>
    <c:plotVisOnly val="1"/>
    <c:dispBlanksAs val="span"/>
  </c:chart>
  <c:spPr>
    <a:solidFill>
      <a:srgbClr val="011842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2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.xml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3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4.xml"/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5.xml"/></Relationships>
</file>

<file path=ppt/slideLayouts/_rels/slideLayout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6.xml"/></Relationships>
</file>

<file path=ppt/slideLayouts/_rels/slideLayout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7.xml"/></Relationships>
</file>

<file path=ppt/slideLayouts/_rels/slideLayout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8.xml"/></Relationships>
</file>

<file path=ppt/slideLayouts/_rels/slideLayout1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9.xml"/></Relationships>
</file>

<file path=ppt/slideLayouts/_rels/slideLayout1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0.xml"/></Relationships>
</file>

<file path=ppt/slideLayouts/_rels/slideLayout1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1.xml"/></Relationships>
</file>

<file path=ppt/slideLayouts/_rels/slideLayout1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2.xml"/></Relationships>
</file>

<file path=ppt/slideLayouts/_rels/slideLayout1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3.xml"/></Relationships>
</file>

<file path=ppt/slideLayouts/_rels/slideLayout1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4.xml"/></Relationships>
</file>

<file path=ppt/slideLayouts/_rels/slideLayout1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5.xml"/></Relationships>
</file>

<file path=ppt/slideLayouts/_rels/slideLayout1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6.xml"/></Relationships>
</file>

<file path=ppt/slideLayouts/_rels/slideLayout1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7.xml"/></Relationships>
</file>

<file path=ppt/slideLayouts/_rels/slideLayout1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8.xml"/></Relationships>
</file>

<file path=ppt/slideLayouts/_rels/slideLayout2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9.xml"/></Relationships>
</file>

<file path=ppt/slideLayouts/_rels/slideLayout2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0.xml"/></Relationships>
</file>

<file path=ppt/slideLayouts/_rels/slideLayout2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1.xml"/></Relationships>
</file>

<file path=ppt/slideLayouts/_rels/slideLayout2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2.xml"/></Relationships>
</file>

<file path=ppt/slideLayouts/_rels/slideLayout2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3.xml"/></Relationships>
</file>

<file path=ppt/slideLayouts/_rels/slideLayout2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4.xml"/></Relationships>
</file>

<file path=ppt/slideLayouts/_rels/slideLayout2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5.xml"/></Relationships>
</file>

<file path=ppt/slideLayouts/_rels/slideLayout2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6.xml"/></Relationships>
</file>

<file path=ppt/slideLayouts/_rels/slideLayout2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7.xml"/></Relationships>
</file>

<file path=ppt/slideLayouts/_rels/slideLayout2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8.xml"/></Relationships>
</file>

<file path=ppt/slideLayouts/_rels/slideLayout3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9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" userDrawn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ctrTitle"/>
          </p:nvPr>
        </p:nvSpPr>
        <p:spPr>
          <a:xfrm>
            <a:off x="548640" y="548640"/>
            <a:ext cx="5433060" cy="2991707"/>
          </a:xfrm>
        </p:spPr>
        <p:txBody>
          <a:bodyPr anchor="b"/>
          <a:lstStyle>
            <a:lvl1pPr algn="ctr">
              <a:defRPr sz="4050" b="1">
                <a:latin typeface="+mj-lt"/>
                <a:ea typeface="+mj-ea"/>
                <a:cs typeface="+mj-cs"/>
              </a:defRPr>
            </a:lvl1pPr>
            <a:lvl2pPr algn="ctr">
              <a:defRPr sz="4050" b="1">
                <a:latin typeface="+mj-lt"/>
                <a:ea typeface="+mj-ea"/>
                <a:cs typeface="+mj-cs"/>
              </a:defRPr>
            </a:lvl2pPr>
            <a:lvl3pPr algn="ctr">
              <a:defRPr sz="4050" b="1">
                <a:latin typeface="+mj-lt"/>
                <a:ea typeface="+mj-ea"/>
                <a:cs typeface="+mj-cs"/>
              </a:defRPr>
            </a:lvl3pPr>
            <a:lvl4pPr algn="ctr">
              <a:defRPr sz="4050" b="1">
                <a:latin typeface="+mj-lt"/>
                <a:ea typeface="+mj-ea"/>
                <a:cs typeface="+mj-cs"/>
              </a:defRPr>
            </a:lvl4pPr>
            <a:lvl5pPr algn="ctr">
              <a:defRPr sz="4050" b="1">
                <a:latin typeface="+mj-lt"/>
                <a:ea typeface="+mj-ea"/>
                <a:cs typeface="+mj-cs"/>
              </a:defRPr>
            </a:lvl5pPr>
            <a:lvl6pPr algn="ctr">
              <a:defRPr sz="4050" b="1">
                <a:latin typeface="+mj-lt"/>
                <a:ea typeface="+mj-ea"/>
                <a:cs typeface="+mj-cs"/>
              </a:defRPr>
            </a:lvl6pPr>
            <a:lvl7pPr algn="ctr">
              <a:defRPr sz="4050" b="1">
                <a:latin typeface="+mj-lt"/>
                <a:ea typeface="+mj-ea"/>
                <a:cs typeface="+mj-cs"/>
              </a:defRPr>
            </a:lvl7pPr>
            <a:lvl8pPr algn="ctr">
              <a:defRPr sz="4050" b="1">
                <a:latin typeface="+mj-lt"/>
                <a:ea typeface="+mj-ea"/>
                <a:cs typeface="+mj-cs"/>
              </a:defRPr>
            </a:lvl8pPr>
            <a:lvl9pPr algn="ctr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Subtitle"/>
          <p:cNvSpPr>
            <a:spLocks noGrp="1"/>
          </p:cNvSpPr>
          <p:nvPr>
            <p:ph type="subTitle" idx="1"/>
          </p:nvPr>
        </p:nvSpPr>
        <p:spPr>
          <a:xfrm>
            <a:off x="548640" y="3654647"/>
            <a:ext cx="5433060" cy="2654713"/>
          </a:xfrm>
        </p:spPr>
        <p:txBody>
          <a:bodyPr anchor="t"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7" name="media"/>
          <p:cNvSpPr>
            <a:spLocks noGrp="1"/>
          </p:cNvSpPr>
          <p:nvPr>
            <p:ph type="pic" idx="500"/>
          </p:nvPr>
        </p:nvSpPr>
        <p:spPr>
          <a:xfrm>
            <a:off x="6210300" y="0"/>
            <a:ext cx="5981700" cy="6858000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secHead" userDrawn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ctrTitle"/>
          </p:nvPr>
        </p:nvSpPr>
        <p:spPr>
          <a:xfrm>
            <a:off x="548640" y="548640"/>
            <a:ext cx="11094720" cy="2991707"/>
          </a:xfrm>
        </p:spPr>
        <p:txBody>
          <a:bodyPr anchor="b"/>
          <a:lstStyle>
            <a:lvl1pPr algn="ctr">
              <a:defRPr sz="4050" b="1">
                <a:latin typeface="+mj-lt"/>
                <a:ea typeface="+mj-ea"/>
                <a:cs typeface="+mj-cs"/>
              </a:defRPr>
            </a:lvl1pPr>
            <a:lvl2pPr algn="ctr">
              <a:defRPr sz="4050" b="1">
                <a:latin typeface="+mj-lt"/>
                <a:ea typeface="+mj-ea"/>
                <a:cs typeface="+mj-cs"/>
              </a:defRPr>
            </a:lvl2pPr>
            <a:lvl3pPr algn="ctr">
              <a:defRPr sz="4050" b="1">
                <a:latin typeface="+mj-lt"/>
                <a:ea typeface="+mj-ea"/>
                <a:cs typeface="+mj-cs"/>
              </a:defRPr>
            </a:lvl3pPr>
            <a:lvl4pPr algn="ctr">
              <a:defRPr sz="4050" b="1">
                <a:latin typeface="+mj-lt"/>
                <a:ea typeface="+mj-ea"/>
                <a:cs typeface="+mj-cs"/>
              </a:defRPr>
            </a:lvl4pPr>
            <a:lvl5pPr algn="ctr">
              <a:defRPr sz="4050" b="1">
                <a:latin typeface="+mj-lt"/>
                <a:ea typeface="+mj-ea"/>
                <a:cs typeface="+mj-cs"/>
              </a:defRPr>
            </a:lvl5pPr>
            <a:lvl6pPr algn="ctr">
              <a:defRPr sz="4050" b="1">
                <a:latin typeface="+mj-lt"/>
                <a:ea typeface="+mj-ea"/>
                <a:cs typeface="+mj-cs"/>
              </a:defRPr>
            </a:lvl6pPr>
            <a:lvl7pPr algn="ctr">
              <a:defRPr sz="4050" b="1">
                <a:latin typeface="+mj-lt"/>
                <a:ea typeface="+mj-ea"/>
                <a:cs typeface="+mj-cs"/>
              </a:defRPr>
            </a:lvl7pPr>
            <a:lvl8pPr algn="ctr">
              <a:defRPr sz="4050" b="1">
                <a:latin typeface="+mj-lt"/>
                <a:ea typeface="+mj-ea"/>
                <a:cs typeface="+mj-cs"/>
              </a:defRPr>
            </a:lvl8pPr>
            <a:lvl9pPr algn="ctr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Subtitle"/>
          <p:cNvSpPr>
            <a:spLocks noGrp="1"/>
          </p:cNvSpPr>
          <p:nvPr>
            <p:ph type="subTitle" idx="1"/>
          </p:nvPr>
        </p:nvSpPr>
        <p:spPr>
          <a:xfrm>
            <a:off x="548640" y="3654647"/>
            <a:ext cx="11094720" cy="2654713"/>
          </a:xfrm>
        </p:spPr>
        <p:txBody>
          <a:bodyPr anchor="t"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items"/>
          <p:cNvSpPr>
            <a:spLocks noGrp="1"/>
          </p:cNvSpPr>
          <p:nvPr>
            <p:ph type="body" idx="3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ctr">
              <a:defRPr sz="4050" b="1">
                <a:latin typeface="+mj-lt"/>
                <a:ea typeface="+mj-ea"/>
                <a:cs typeface="+mj-cs"/>
              </a:defRPr>
            </a:lvl1pPr>
            <a:lvl2pPr algn="ctr">
              <a:defRPr sz="4050" b="1">
                <a:latin typeface="+mj-lt"/>
                <a:ea typeface="+mj-ea"/>
                <a:cs typeface="+mj-cs"/>
              </a:defRPr>
            </a:lvl2pPr>
            <a:lvl3pPr algn="ctr">
              <a:defRPr sz="4050" b="1">
                <a:latin typeface="+mj-lt"/>
                <a:ea typeface="+mj-ea"/>
                <a:cs typeface="+mj-cs"/>
              </a:defRPr>
            </a:lvl3pPr>
            <a:lvl4pPr algn="ctr">
              <a:defRPr sz="4050" b="1">
                <a:latin typeface="+mj-lt"/>
                <a:ea typeface="+mj-ea"/>
                <a:cs typeface="+mj-cs"/>
              </a:defRPr>
            </a:lvl4pPr>
            <a:lvl5pPr algn="ctr">
              <a:defRPr sz="4050" b="1">
                <a:latin typeface="+mj-lt"/>
                <a:ea typeface="+mj-ea"/>
                <a:cs typeface="+mj-cs"/>
              </a:defRPr>
            </a:lvl5pPr>
            <a:lvl6pPr algn="ctr">
              <a:defRPr sz="4050" b="1">
                <a:latin typeface="+mj-lt"/>
                <a:ea typeface="+mj-ea"/>
                <a:cs typeface="+mj-cs"/>
              </a:defRPr>
            </a:lvl6pPr>
            <a:lvl7pPr algn="ctr">
              <a:defRPr sz="4050" b="1">
                <a:latin typeface="+mj-lt"/>
                <a:ea typeface="+mj-ea"/>
                <a:cs typeface="+mj-cs"/>
              </a:defRPr>
            </a:lvl7pPr>
            <a:lvl8pPr algn="ctr">
              <a:defRPr sz="4050" b="1">
                <a:latin typeface="+mj-lt"/>
                <a:ea typeface="+mj-ea"/>
                <a:cs typeface="+mj-cs"/>
              </a:defRPr>
            </a:lvl8pPr>
            <a:lvl9pPr algn="ctr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message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4951095"/>
          </a:xfrm>
        </p:spPr>
        <p:txBody>
          <a:bodyPr/>
          <a:lstStyle>
            <a:lvl1pPr algn="ctr">
              <a:defRPr sz="4050" b="1">
                <a:latin typeface="+mj-lt"/>
                <a:ea typeface="+mj-ea"/>
                <a:cs typeface="+mj-cs"/>
              </a:defRPr>
            </a:lvl1pPr>
            <a:lvl2pPr algn="ctr">
              <a:defRPr sz="4050" b="1">
                <a:latin typeface="+mj-lt"/>
                <a:ea typeface="+mj-ea"/>
                <a:cs typeface="+mj-cs"/>
              </a:defRPr>
            </a:lvl2pPr>
            <a:lvl3pPr algn="ctr">
              <a:defRPr sz="4050" b="1">
                <a:latin typeface="+mj-lt"/>
                <a:ea typeface="+mj-ea"/>
                <a:cs typeface="+mj-cs"/>
              </a:defRPr>
            </a:lvl3pPr>
            <a:lvl4pPr algn="ctr">
              <a:defRPr sz="4050" b="1">
                <a:latin typeface="+mj-lt"/>
                <a:ea typeface="+mj-ea"/>
                <a:cs typeface="+mj-cs"/>
              </a:defRPr>
            </a:lvl4pPr>
            <a:lvl5pPr algn="ctr">
              <a:defRPr sz="4050" b="1">
                <a:latin typeface="+mj-lt"/>
                <a:ea typeface="+mj-ea"/>
                <a:cs typeface="+mj-cs"/>
              </a:defRPr>
            </a:lvl5pPr>
            <a:lvl6pPr algn="ctr">
              <a:defRPr sz="4050" b="1">
                <a:latin typeface="+mj-lt"/>
                <a:ea typeface="+mj-ea"/>
                <a:cs typeface="+mj-cs"/>
              </a:defRPr>
            </a:lvl6pPr>
            <a:lvl7pPr algn="ctr">
              <a:defRPr sz="4050" b="1">
                <a:latin typeface="+mj-lt"/>
                <a:ea typeface="+mj-ea"/>
                <a:cs typeface="+mj-cs"/>
              </a:defRPr>
            </a:lvl7pPr>
            <a:lvl8pPr algn="ctr">
              <a:defRPr sz="4050" b="1">
                <a:latin typeface="+mj-lt"/>
                <a:ea typeface="+mj-ea"/>
                <a:cs typeface="+mj-cs"/>
              </a:defRPr>
            </a:lvl8pPr>
            <a:lvl9pPr algn="ctr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details"/>
          <p:cNvSpPr>
            <a:spLocks noGrp="1"/>
          </p:cNvSpPr>
          <p:nvPr>
            <p:ph idx="100"/>
          </p:nvPr>
        </p:nvSpPr>
        <p:spPr>
          <a:xfrm>
            <a:off x="548640" y="5728335"/>
            <a:ext cx="11094720" cy="581025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userDrawn="1">
  <p:cSld name="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body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userDrawn="1">
  <p:cSld name="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body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quote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Obj" userDrawn="1">
  <p:cSld name="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irst"/>
          <p:cNvSpPr>
            <a:spLocks noGrp="1"/>
          </p:cNvSpPr>
          <p:nvPr>
            <p:ph idx="100"/>
          </p:nvPr>
        </p:nvSpPr>
        <p:spPr>
          <a:xfrm>
            <a:off x="548640" y="1809560"/>
            <a:ext cx="543306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second"/>
          <p:cNvSpPr>
            <a:spLocks noGrp="1"/>
          </p:cNvSpPr>
          <p:nvPr>
            <p:ph idx="101"/>
          </p:nvPr>
        </p:nvSpPr>
        <p:spPr>
          <a:xfrm>
            <a:off x="6210300" y="1809560"/>
            <a:ext cx="543306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Pilla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pillar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Obj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irst"/>
          <p:cNvSpPr>
            <a:spLocks noGrp="1"/>
          </p:cNvSpPr>
          <p:nvPr>
            <p:ph idx="100"/>
          </p:nvPr>
        </p:nvSpPr>
        <p:spPr>
          <a:xfrm>
            <a:off x="548640" y="1809560"/>
            <a:ext cx="5433060" cy="3461576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second"/>
          <p:cNvSpPr>
            <a:spLocks noGrp="1"/>
          </p:cNvSpPr>
          <p:nvPr>
            <p:ph idx="101"/>
          </p:nvPr>
        </p:nvSpPr>
        <p:spPr>
          <a:xfrm>
            <a:off x="6210300" y="1809560"/>
            <a:ext cx="5433060" cy="3461576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8" name="verdict"/>
          <p:cNvSpPr>
            <a:spLocks noGrp="1"/>
          </p:cNvSpPr>
          <p:nvPr>
            <p:ph type="body" idx="300"/>
          </p:nvPr>
        </p:nvSpPr>
        <p:spPr>
          <a:xfrm>
            <a:off x="548640" y="5499735"/>
            <a:ext cx="11094720" cy="809625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Proces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step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imeline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3690176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notes"/>
          <p:cNvSpPr>
            <a:spLocks noGrp="1"/>
          </p:cNvSpPr>
          <p:nvPr>
            <p:ph idx="101"/>
          </p:nvPr>
        </p:nvSpPr>
        <p:spPr>
          <a:xfrm>
            <a:off x="548640" y="5728335"/>
            <a:ext cx="11094720" cy="581025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userDrawn="1">
  <p:cSld name="FAQ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question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Metric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metric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3690176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note"/>
          <p:cNvSpPr>
            <a:spLocks noGrp="1"/>
          </p:cNvSpPr>
          <p:nvPr>
            <p:ph type="body" idx="300"/>
          </p:nvPr>
        </p:nvSpPr>
        <p:spPr>
          <a:xfrm>
            <a:off x="548640" y="5728335"/>
            <a:ext cx="11094720" cy="581025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Score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ard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media"/>
          <p:cNvSpPr>
            <a:spLocks noGrp="1"/>
          </p:cNvSpPr>
          <p:nvPr>
            <p:ph type="pic" idx="500"/>
          </p:nvPr>
        </p:nvSpPr>
        <p:spPr>
          <a:xfrm>
            <a:off x="0" y="1809560"/>
            <a:ext cx="12192000" cy="504844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picTx" userDrawn="1">
  <p:cSld name="Image be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media"/>
          <p:cNvSpPr>
            <a:spLocks noGrp="1"/>
          </p:cNvSpPr>
          <p:nvPr>
            <p:ph type="pic" idx="500"/>
          </p:nvPr>
        </p:nvSpPr>
        <p:spPr>
          <a:xfrm>
            <a:off x="548640" y="1809560"/>
            <a:ext cx="543306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7" name="body"/>
          <p:cNvSpPr>
            <a:spLocks noGrp="1"/>
          </p:cNvSpPr>
          <p:nvPr>
            <p:ph idx="100"/>
          </p:nvPr>
        </p:nvSpPr>
        <p:spPr>
          <a:xfrm>
            <a:off x="6210300" y="1809560"/>
            <a:ext cx="543306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Galle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pictures"/>
          <p:cNvSpPr>
            <a:spLocks noGrp="1"/>
          </p:cNvSpPr>
          <p:nvPr>
            <p:ph type="pic" idx="5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hart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3690176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note"/>
          <p:cNvSpPr>
            <a:spLocks noGrp="1"/>
          </p:cNvSpPr>
          <p:nvPr>
            <p:ph type="body" idx="300"/>
          </p:nvPr>
        </p:nvSpPr>
        <p:spPr>
          <a:xfrm>
            <a:off x="548640" y="5728335"/>
            <a:ext cx="11094720" cy="581025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Chart be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hart"/>
          <p:cNvSpPr>
            <a:spLocks noGrp="1"/>
          </p:cNvSpPr>
          <p:nvPr>
            <p:ph type="chart" idx="700"/>
          </p:nvPr>
        </p:nvSpPr>
        <p:spPr>
          <a:xfrm>
            <a:off x="548640" y="1809560"/>
            <a:ext cx="6519672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7" name="notes"/>
          <p:cNvSpPr>
            <a:spLocks noGrp="1"/>
          </p:cNvSpPr>
          <p:nvPr>
            <p:ph idx="100"/>
          </p:nvPr>
        </p:nvSpPr>
        <p:spPr>
          <a:xfrm>
            <a:off x="7296912" y="1809560"/>
            <a:ext cx="4346448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able"/>
          <p:cNvSpPr>
            <a:spLocks noGrp="1"/>
          </p:cNvSpPr>
          <p:nvPr>
            <p:ph type="tbl" idx="900"/>
          </p:nvPr>
        </p:nvSpPr>
        <p:spPr>
          <a:xfrm>
            <a:off x="548640" y="1809560"/>
            <a:ext cx="11094720" cy="3690176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7" name="note"/>
          <p:cNvSpPr>
            <a:spLocks noGrp="1"/>
          </p:cNvSpPr>
          <p:nvPr>
            <p:ph type="body" idx="300"/>
          </p:nvPr>
        </p:nvSpPr>
        <p:spPr>
          <a:xfrm>
            <a:off x="548640" y="5728335"/>
            <a:ext cx="11094720" cy="581025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Table be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able"/>
          <p:cNvSpPr>
            <a:spLocks noGrp="1"/>
          </p:cNvSpPr>
          <p:nvPr>
            <p:ph type="tbl" idx="900"/>
          </p:nvPr>
        </p:nvSpPr>
        <p:spPr>
          <a:xfrm>
            <a:off x="548640" y="1809560"/>
            <a:ext cx="6519672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7" name="notes"/>
          <p:cNvSpPr>
            <a:spLocks noGrp="1"/>
          </p:cNvSpPr>
          <p:nvPr>
            <p:ph idx="100"/>
          </p:nvPr>
        </p:nvSpPr>
        <p:spPr>
          <a:xfrm>
            <a:off x="7296912" y="1809560"/>
            <a:ext cx="4346448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C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ode"/>
          <p:cNvSpPr>
            <a:spLocks noGrp="1"/>
          </p:cNvSpPr>
          <p:nvPr>
            <p:ph idx="100"/>
          </p:nvPr>
        </p:nvSpPr>
        <p:spPr>
          <a:xfrm>
            <a:off x="548640" y="1809560"/>
            <a:ext cx="6519672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notes"/>
          <p:cNvSpPr>
            <a:spLocks noGrp="1"/>
          </p:cNvSpPr>
          <p:nvPr>
            <p:ph type="body" idx="300"/>
          </p:nvPr>
        </p:nvSpPr>
        <p:spPr>
          <a:xfrm>
            <a:off x="7296912" y="1809560"/>
            <a:ext cx="4346448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He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lead"/>
          <p:cNvSpPr>
            <a:spLocks noGrp="1"/>
          </p:cNvSpPr>
          <p:nvPr>
            <p:ph idx="100"/>
          </p:nvPr>
        </p:nvSpPr>
        <p:spPr>
          <a:xfrm>
            <a:off x="548640" y="1809560"/>
            <a:ext cx="5433060" cy="2847467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media"/>
          <p:cNvSpPr>
            <a:spLocks noGrp="1"/>
          </p:cNvSpPr>
          <p:nvPr>
            <p:ph type="pic" idx="500"/>
          </p:nvPr>
        </p:nvSpPr>
        <p:spPr>
          <a:xfrm>
            <a:off x="6210300" y="1809560"/>
            <a:ext cx="5433060" cy="2847467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8" name="support"/>
          <p:cNvSpPr>
            <a:spLocks noGrp="1"/>
          </p:cNvSpPr>
          <p:nvPr>
            <p:ph idx="101"/>
          </p:nvPr>
        </p:nvSpPr>
        <p:spPr>
          <a:xfrm>
            <a:off x="548640" y="4885627"/>
            <a:ext cx="11094720" cy="1423733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Dashbo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kpi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1708480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charts"/>
          <p:cNvSpPr>
            <a:spLocks noGrp="1"/>
          </p:cNvSpPr>
          <p:nvPr>
            <p:ph idx="101"/>
          </p:nvPr>
        </p:nvSpPr>
        <p:spPr>
          <a:xfrm>
            <a:off x="548640" y="3746640"/>
            <a:ext cx="11094720" cy="2562720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people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Log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logo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Only" userDrawn="1">
  <p:cSld name="OPF a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627507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18.xml"/><Relationship Id="rId20" Type="http://schemas.openxmlformats.org/officeDocument/2006/relationships/slideLayout" Target="../slideLayouts/slideLayout19.xml"/><Relationship Id="rId21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1.xml"/><Relationship Id="rId23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23.xml"/><Relationship Id="rId25" Type="http://schemas.openxmlformats.org/officeDocument/2006/relationships/slideLayout" Target="../slideLayouts/slideLayout24.xml"/><Relationship Id="rId26" Type="http://schemas.openxmlformats.org/officeDocument/2006/relationships/slideLayout" Target="../slideLayouts/slideLayout25.xml"/><Relationship Id="rId27" Type="http://schemas.openxmlformats.org/officeDocument/2006/relationships/slideLayout" Target="../slideLayouts/slideLayout26.xml"/><Relationship Id="rId28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8.xml"/><Relationship Id="rId30" Type="http://schemas.openxmlformats.org/officeDocument/2006/relationships/slideLayout" Target="../slideLayouts/slideLayout29.xml"/><Relationship Id="rId31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2"/>
          </p:nvPr>
        </p:nvSpPr>
        <p:spPr>
          <a:xfrm>
            <a:off x="853440" y="6397752"/>
            <a:ext cx="3169920" cy="185928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l">
              <a:defRPr sz="1200"/>
            </a:lvl1pPr>
          </a:lstStyle>
          <a:p>
            <a:fld id="{0F0F2701-0001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4511040" y="6397752"/>
            <a:ext cx="3169920" cy="185928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ctr">
              <a:defRPr sz="1200"/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8168640" y="6397752"/>
            <a:ext cx="3169920" cy="185928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r">
              <a:defRPr sz="1200"/>
            </a:lvl1pPr>
          </a:lstStyle>
          <a:p>
            <a:fld id="{0F0F2701-0001-4000-8000-000000000003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+mn-lt"/>
        <a:buChar char="•"/>
        <a:defRPr sz="3200" kern="1200">
          <a:solidFill>
            <a:schemeClr val="bg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+mn-lt"/>
        <a:buChar char="–"/>
        <a:defRPr sz="28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+mn-lt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+mn-lt"/>
        <a:buChar char="–"/>
        <a:defRPr sz="20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+mn-lt"/>
        <a:buChar char="»"/>
        <a:defRPr sz="20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+mn-lt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+mn-lt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+mn-lt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+mn-lt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30.xml"/><Relationship Id="rId3" Type="http://schemas.openxmlformats.org/officeDocument/2006/relationships/notesSlide" Target="../notesSlides/notesSlide1.xml"/><Relationship Id="rIdOpfHeading1" Type="http://schemas.openxmlformats.org/officeDocument/2006/relationships/tags" Target="../tags/opfHeading1.xml"/><Relationship Id="rIdOpfSlide" Type="http://schemas.openxmlformats.org/officeDocument/2006/relationships/tags" Target="../tags/opf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xmlns:mc="http://schemas.openxmlformats.org/markup-compatibility/2006" mc:Ignorable="a14">
  <p:cSld name="Slide 1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heading slides.0.title line 0"/>
          <p:cNvSpPr>
            <a:spLocks noGrp="1"/>
          </p:cNvSpPr>
          <p:nvPr>
            <p:ph type="title"/>
            <p:custDataLst>
              <p:tags r:id="rIdOpfHeading1"/>
            </p:custDataLst>
          </p:nvPr>
        </p:nvSpPr>
        <p:spPr>
          <a:xfrm>
            <a:off x="548640" y="548640"/>
            <a:ext cx="11094720" cy="627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4050" b="1" dirty="0">
                <a:solidFill>
                  <a:schemeClr val="bg1"/>
                </a:solidFill>
                <a:latin typeface="Aptos Display" pitchFamily="34" charset="0"/>
              </a:rPr>
              <a:t>pareto</a:t>
            </a:r>
            <a:endParaRPr lang="en-US" sz="4050" dirty="0"/>
          </a:p>
        </p:txBody>
      </p:sp>
      <p:graphicFrame>
        <p:nvGraphicFramePr>
          <p:cNvPr id="3" name="OPF chart 1"/>
          <p:cNvGraphicFramePr/>
          <p:nvPr/>
        </p:nvGraphicFramePr>
        <p:xfrm>
          <a:off x="548640" y="1404747"/>
          <a:ext cx="11094720" cy="4904613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  <p:custDataLst>
      <p:tags r:id="rIdOpfSlide"/>
    </p:custDataLst>
  </p:cSld>
  <p:clrMapOvr>
    <a:masterClrMapping/>
  </p:clrMapOvr>
</p:sld>
</file>

<file path=ppt/tags/opfDocument.xml><?xml version="1.0" encoding="utf-8"?>
<p:tagLst xmlns:p="http://schemas.openxmlformats.org/presentationml/2006/main">
  <p:tag name="OPF_DOCUMENT_V1" val="7B2276223A312C22736C69646573223A312C22616273656E74223A5B2224736368656D61222C226E616D65222C226C616E6775616765222C2264657369676E2E7468656D65222C2264657369676E2E636F6C6F72536368656D65222C2264657369676E2E666F6E74536368656D65222C2264657369676E2E64696D656E73696F6E73225D2C226E6174697665223A7B22636F6C6F7273223A7B22646B31223A22737267623A303030303030222C226C7431223A22737267623A464646464646222C22646B32223A22737267623A303131383432222C226C7432223A22737267623A463046304630222C22616363656E7431223A22737267623A323837344136222C22616363656E7432223A22737267623A314234463732222C22616363656E7433223A22737267623A353439394337222C22616363656E7434223A22737267623A374244424232222C22616363656E7435223A22737267623A334143363741222C22616363656E7436223A22737267623A323441383945222C22686C696E6B223A22737267623A303030304545222C22666F6C486C696E6B223A22737267623A353531413842227D2C22666F6E7473223A7B226D616A6F72223A7B226C6174696E223A224170746F7320446973706C6179222C226561223A224170746F7320446973706C6179222C226373223A22227D2C226D696E6F72223A7B226C6174696E223A224170746F73222C226561223A224170746F73222C226373223A22227D7D2C2273697A65223A7B226378223A223132313932303030222C226379223A2236383538303030227D7D7D"/>
</p:tagLst>
</file>

<file path=ppt/tags/opfHeading1.xml><?xml version="1.0" encoding="utf-8"?>
<p:tagLst xmlns:p="http://schemas.openxmlformats.org/presentationml/2006/main">
  <p:tag name="OPF_HEADING_V1" val="7B2276223A312C2267726F7570223A22736C696465732E302E7469746C65222C226669656C64223A227469746C65222C226C696E65223A302C22636F756E74223A312C22626F756E64617279223A22656E64222C22736570617261746F72223A22227D"/>
</p:tagLst>
</file>

<file path=ppt/tags/opfLayout1.xml><?xml version="1.0" encoding="utf-8"?>
<p:tagLst xmlns:p="http://schemas.openxmlformats.org/presentationml/2006/main">
  <p:tag name="OPF_LAYOUT_V1" val="7B2276223A312C226964223A22636F766572222C2267726F7570223A2264656661756C74222C22736F75726365223A2268747470733A2F2F7777772E707074782E67616C6C657279222C227265666572656E6365223A22636F766572222C2268617368223A2261326437633139373031313731393064222C22726567696F6E73223A7B22353030223A226D65646961227D7D"/>
</p:tagLst>
</file>

<file path=ppt/tags/opfLayout2.xml><?xml version="1.0" encoding="utf-8"?>
<p:tagLst xmlns:p="http://schemas.openxmlformats.org/presentationml/2006/main">
  <p:tag name="OPF_LAYOUT_V1" val="7B2276223A312C226964223A2273656374696F6E222C2267726F7570223A2264656661756C74222C22736F75726365223A2268747470733A2F2F7777772E707074782E67616C6C657279222C227265666572656E6365223A2273656374696F6E222C2268617368223A2238623066623365393863373136303031222C22726567696F6E73223A7B7D7D"/>
</p:tagLst>
</file>

<file path=ppt/tags/opfLayout3.xml><?xml version="1.0" encoding="utf-8"?>
<p:tagLst xmlns:p="http://schemas.openxmlformats.org/presentationml/2006/main">
  <p:tag name="OPF_LAYOUT_V1" val="7B2276223A312C226964223A226167656E6461222C2267726F7570223A2264656661756C74222C22736F75726365223A2268747470733A2F2F7777772E707074782E67616C6C657279222C227265666572656E6365223A226167656E6461222C2268617368223A2266353536303264653335376563363730222C22726567696F6E73223A7B22333030223A226974656D73227D7D"/>
</p:tagLst>
</file>

<file path=ppt/tags/opfLayout4.xml><?xml version="1.0" encoding="utf-8"?>
<p:tagLst xmlns:p="http://schemas.openxmlformats.org/presentationml/2006/main">
  <p:tag name="OPF_LAYOUT_V1" val="7B2276223A312C226964223A2273746174656D656E74222C2267726F7570223A2264656661756C74222C22736F75726365223A2268747470733A2F2F7777772E707074782E67616C6C657279222C227265666572656E6365223A2273746174656D656E74222C2268617368223A2232383534333062653765633066616336222C22726567696F6E73223A7B22313030223A226D657373616765227D7D"/>
</p:tagLst>
</file>

<file path=ppt/tags/opfLayout5.xml><?xml version="1.0" encoding="utf-8"?>
<p:tagLst xmlns:p="http://schemas.openxmlformats.org/presentationml/2006/main">
  <p:tag name="OPF_LAYOUT_V1" val="7B2276223A312C226964223A22636C6F73696E67222C2267726F7570223A2264656661756C74222C22736F75726365223A2268747470733A2F2F7777772E707074782E67616C6C657279222C227265666572656E6365223A22636C6F73696E67222C2268617368223A2239383165353965626662323933396162222C22726567696F6E73223A7B22313030223A2264657461696C73227D7D"/>
</p:tagLst>
</file>

<file path=ppt/tags/opfLayout6.xml><?xml version="1.0" encoding="utf-8"?>
<p:tagLst xmlns:p="http://schemas.openxmlformats.org/presentationml/2006/main">
  <p:tag name="OPF_LAYOUT_V1" val="7B2276223A312C226964223A2274657874222C2267726F7570223A2264656661756C74222C22736F75726365223A2268747470733A2F2F7777772E707074782E67616C6C657279222C227265666572656E6365223A2274657874222C2268617368223A2235616130613832386238303936646562222C22726567696F6E73223A7B22313030223A22626F6479227D7D"/>
</p:tagLst>
</file>

<file path=ppt/tags/opfLayout7.xml><?xml version="1.0" encoding="utf-8"?>
<p:tagLst xmlns:p="http://schemas.openxmlformats.org/presentationml/2006/main">
  <p:tag name="OPF_LAYOUT_V1" val="7B2276223A312C226964223A226C697374222C2267726F7570223A2264656661756C74222C22736F75726365223A2268747470733A2F2F7777772E707074782E67616C6C657279222C227265666572656E6365223A226C697374222C2268617368223A2238306432303464653334633632633363222C22726567696F6E73223A7B22313030223A22626F6479227D7D"/>
</p:tagLst>
</file>

<file path=ppt/tags/opfLayout8.xml><?xml version="1.0" encoding="utf-8"?>
<p:tagLst xmlns:p="http://schemas.openxmlformats.org/presentationml/2006/main">
  <p:tag name="OPF_LAYOUT_V1" val="7B2276223A312C226964223A2271756F7465222C2267726F7570223A2264656661756C74222C22736F75726365223A2268747470733A2F2F7777772E707074782E67616C6C657279222C227265666572656E6365223A2271756F7465222C2268617368223A2261363062313365636131663736656539222C22726567696F6E73223A7B22313030223A2271756F746573227D7D"/>
</p:tagLst>
</file>

<file path=ppt/tags/opfLayout9.xml><?xml version="1.0" encoding="utf-8"?>
<p:tagLst xmlns:p="http://schemas.openxmlformats.org/presentationml/2006/main">
  <p:tag name="OPF_LAYOUT_V1" val="7B2276223A312C226964223A2274776F2D636F6C756D6E222C2267726F7570223A2264656661756C74222C22736F75726365223A2268747470733A2F2F7777772E707074782E67616C6C657279222C227265666572656E6365223A2274776F2D636F6C756D6E222C2268617368223A2233363266373161336333313965313934222C22726567696F6E73223A7B22313030223A226669727374222C22313031223A227365636F6E64227D7D"/>
</p:tagLst>
</file>

<file path=ppt/tags/opfLayout10.xml><?xml version="1.0" encoding="utf-8"?>
<p:tagLst xmlns:p="http://schemas.openxmlformats.org/presentationml/2006/main">
  <p:tag name="OPF_LAYOUT_V1" val="7B2276223A312C226964223A2270696C6C617273222C2267726F7570223A2264656661756C74222C22736F75726365223A2268747470733A2F2F7777772E707074782E67616C6C657279222C227265666572656E6365223A2270696C6C617273222C2268617368223A2235356331373765656530363038343035222C22726567696F6E73223A7B22313030223A2270696C6C617273227D7D"/>
</p:tagLst>
</file>

<file path=ppt/tags/opfLayout11.xml><?xml version="1.0" encoding="utf-8"?>
<p:tagLst xmlns:p="http://schemas.openxmlformats.org/presentationml/2006/main">
  <p:tag name="OPF_LAYOUT_V1" val="7B2276223A312C226964223A22636F6D70617269736F6E222C2267726F7570223A2264656661756C74222C22736F75726365223A2268747470733A2F2F7777772E707074782E67616C6C657279222C227265666572656E6365223A22636F6D70617269736F6E222C2268617368223A2234626566373262343036386564323362222C22726567696F6E73223A7B22313030223A226669727374222C22313031223A227365636F6E64222C22333030223A2276657264696374227D7D"/>
</p:tagLst>
</file>

<file path=ppt/tags/opfLayout12.xml><?xml version="1.0" encoding="utf-8"?>
<p:tagLst xmlns:p="http://schemas.openxmlformats.org/presentationml/2006/main">
  <p:tag name="OPF_LAYOUT_V1" val="7B2276223A312C226964223A2270726F63657373222C2267726F7570223A2264656661756C74222C22736F75726365223A2268747470733A2F2F7777772E707074782E67616C6C657279222C227265666572656E6365223A2270726F63657373222C2268617368223A2238626366613433306263626530326239222C22726567696F6E73223A7B22313030223A227374657073227D7D"/>
</p:tagLst>
</file>

<file path=ppt/tags/opfLayout13.xml><?xml version="1.0" encoding="utf-8"?>
<p:tagLst xmlns:p="http://schemas.openxmlformats.org/presentationml/2006/main">
  <p:tag name="OPF_LAYOUT_V1" val="7B2276223A312C226964223A2274696D656C696E65222C2267726F7570223A2264656661756C74222C22736F75726365223A2268747470733A2F2F7777772E707074782E67616C6C657279222C227265666572656E6365223A2274696D656C696E65222C2268617368223A2235653932356164313236633463383239222C22726567696F6E73223A7B22313030223A2274696D656C696E65222C22313031223A226E6F746573227D7D"/>
</p:tagLst>
</file>

<file path=ppt/tags/opfLayout14.xml><?xml version="1.0" encoding="utf-8"?>
<p:tagLst xmlns:p="http://schemas.openxmlformats.org/presentationml/2006/main">
  <p:tag name="OPF_LAYOUT_V1" val="7B2276223A312C226964223A22666171222C2267726F7570223A2264656661756C74222C22736F75726365223A2268747470733A2F2F7777772E707074782E67616C6C657279222C227265666572656E6365223A22666171222C2268617368223A2235326335363439613434303438626165222C22726567696F6E73223A7B22313030223A227175657374696F6E73227D7D"/>
</p:tagLst>
</file>

<file path=ppt/tags/opfLayout15.xml><?xml version="1.0" encoding="utf-8"?>
<p:tagLst xmlns:p="http://schemas.openxmlformats.org/presentationml/2006/main">
  <p:tag name="OPF_LAYOUT_V1" val="7B2276223A312C226964223A226D657472696373222C2267726F7570223A2264656661756C74222C22736F75726365223A2268747470733A2F2F7777772E707074782E67616C6C657279222C227265666572656E6365223A226D657472696373222C2268617368223A2232393966333331643061623236343462222C22726567696F6E73223A7B22313030223A226D657472696373222C22333030223A226E6F7465227D7D"/>
</p:tagLst>
</file>

<file path=ppt/tags/opfLayout16.xml><?xml version="1.0" encoding="utf-8"?>
<p:tagLst xmlns:p="http://schemas.openxmlformats.org/presentationml/2006/main">
  <p:tag name="OPF_LAYOUT_V1" val="7B2276223A312C226964223A2273636F726563617264222C2267726F7570223A2264656661756C74222C22736F75726365223A2268747470733A2F2F7777772E707074782E67616C6C657279222C227265666572656E6365223A2273636F726563617264222C2268617368223A2236633634666636353062343930646333222C22726567696F6E73223A7B22313030223A226361726473227D7D"/>
</p:tagLst>
</file>

<file path=ppt/tags/opfLayout17.xml><?xml version="1.0" encoding="utf-8"?>
<p:tagLst xmlns:p="http://schemas.openxmlformats.org/presentationml/2006/main">
  <p:tag name="OPF_LAYOUT_V1" val="7B2276223A312C226964223A22696D616765222C2267726F7570223A2264656661756C74222C22736F75726365223A2268747470733A2F2F7777772E707074782E67616C6C657279222C227265666572656E6365223A22696D616765222C2268617368223A2262643765653435333232393632373538222C22726567696F6E73223A7B22353030223A226D65646961227D7D"/>
</p:tagLst>
</file>

<file path=ppt/tags/opfLayout18.xml><?xml version="1.0" encoding="utf-8"?>
<p:tagLst xmlns:p="http://schemas.openxmlformats.org/presentationml/2006/main">
  <p:tag name="OPF_LAYOUT_V1" val="7B2276223A312C226964223A22696D6167652D626573696465222C2267726F7570223A2264656661756C74222C22736F75726365223A2268747470733A2F2F7777772E707074782E67616C6C657279222C227265666572656E6365223A22696D6167652D626573696465222C2268617368223A2265663035616530356633393337313165222C22726567696F6E73223A7B22313030223A22626F6479222C22353030223A226D65646961227D7D"/>
</p:tagLst>
</file>

<file path=ppt/tags/opfLayout19.xml><?xml version="1.0" encoding="utf-8"?>
<p:tagLst xmlns:p="http://schemas.openxmlformats.org/presentationml/2006/main">
  <p:tag name="OPF_LAYOUT_V1" val="7B2276223A312C226964223A2267616C6C657279222C2267726F7570223A2264656661756C74222C22736F75726365223A2268747470733A2F2F7777772E707074782E67616C6C657279222C227265666572656E6365223A2267616C6C657279222C2268617368223A2238353138373065396633396331393331222C22726567696F6E73223A7B22353030223A227069637475726573227D7D"/>
</p:tagLst>
</file>

<file path=ppt/tags/opfLayout20.xml><?xml version="1.0" encoding="utf-8"?>
<p:tagLst xmlns:p="http://schemas.openxmlformats.org/presentationml/2006/main">
  <p:tag name="OPF_LAYOUT_V1" val="7B2276223A312C226964223A226368617274222C2267726F7570223A2264656661756C74222C22736F75726365223A2268747470733A2F2F7777772E707074782E67616C6C657279222C227265666572656E6365223A226368617274222C2268617368223A2234643238353934343830323164343831222C22726567696F6E73223A7B22313030223A22636861727473222C22333030223A226E6F7465227D7D"/>
</p:tagLst>
</file>

<file path=ppt/tags/opfLayout21.xml><?xml version="1.0" encoding="utf-8"?>
<p:tagLst xmlns:p="http://schemas.openxmlformats.org/presentationml/2006/main">
  <p:tag name="OPF_LAYOUT_V1" val="7B2276223A312C226964223A2263686172742D626573696465222C2267726F7570223A2264656661756C74222C22736F75726365223A2268747470733A2F2F7777772E707074782E67616C6C657279222C227265666572656E6365223A2263686172742D626573696465222C2268617368223A2237393161646163356333326266623463222C22726567696F6E73223A7B22313030223A226E6F746573222C22373030223A226368617274227D7D"/>
</p:tagLst>
</file>

<file path=ppt/tags/opfLayout22.xml><?xml version="1.0" encoding="utf-8"?>
<p:tagLst xmlns:p="http://schemas.openxmlformats.org/presentationml/2006/main">
  <p:tag name="OPF_LAYOUT_V1" val="7B2276223A312C226964223A227461626C65222C2267726F7570223A2264656661756C74222C22736F75726365223A2268747470733A2F2F7777772E707074782E67616C6C657279222C227265666572656E6365223A227461626C65222C2268617368223A2262376561386531323137626332656236222C22726567696F6E73223A7B22333030223A226E6F7465222C22393030223A227461626C65227D7D"/>
</p:tagLst>
</file>

<file path=ppt/tags/opfLayout23.xml><?xml version="1.0" encoding="utf-8"?>
<p:tagLst xmlns:p="http://schemas.openxmlformats.org/presentationml/2006/main">
  <p:tag name="OPF_LAYOUT_V1" val="7B2276223A312C226964223A227461626C652D626573696465222C2267726F7570223A2264656661756C74222C22736F75726365223A2268747470733A2F2F7777772E707074782E67616C6C657279222C227265666572656E6365223A227461626C652D626573696465222C2268617368223A2261383861323566623561333034336137222C22726567696F6E73223A7B22313030223A226E6F746573222C22393030223A227461626C65227D7D"/>
</p:tagLst>
</file>

<file path=ppt/tags/opfLayout24.xml><?xml version="1.0" encoding="utf-8"?>
<p:tagLst xmlns:p="http://schemas.openxmlformats.org/presentationml/2006/main">
  <p:tag name="OPF_LAYOUT_V1" val="7B2276223A312C226964223A22636F6465222C2267726F7570223A2264656661756C74222C22736F75726365223A2268747470733A2F2F7777772E707074782E67616C6C657279222C227265666572656E6365223A22636F6465222C2268617368223A2262396263386537653238323736353564222C22726567696F6E73223A7B22313030223A22636F6465222C22333030223A226E6F746573227D7D"/>
</p:tagLst>
</file>

<file path=ppt/tags/opfLayout25.xml><?xml version="1.0" encoding="utf-8"?>
<p:tagLst xmlns:p="http://schemas.openxmlformats.org/presentationml/2006/main">
  <p:tag name="OPF_LAYOUT_V1" val="7B2276223A312C226964223A226865726F222C2267726F7570223A2264656661756C74222C22736F75726365223A2268747470733A2F2F7777772E707074782E67616C6C657279222C227265666572656E6365223A226865726F222C2268617368223A2231383331393063383732653634633531222C22726567696F6E73223A7B22313030223A226C656164222C22313031223A22737570706F7274222C22353030223A226D65646961227D7D"/>
</p:tagLst>
</file>

<file path=ppt/tags/opfLayout26.xml><?xml version="1.0" encoding="utf-8"?>
<p:tagLst xmlns:p="http://schemas.openxmlformats.org/presentationml/2006/main">
  <p:tag name="OPF_LAYOUT_V1" val="7B2276223A312C226964223A2264617368626F617264222C2267726F7570223A2264656661756C74222C22736F75726365223A2268747470733A2F2F7777772E707074782E67616C6C657279222C227265666572656E6365223A2264617368626F617264222C2268617368223A2237396339653933336237333330306264222C22726567696F6E73223A7B22313030223A226B706973222C22313031223A22636861727473227D7D"/>
</p:tagLst>
</file>

<file path=ppt/tags/opfLayout27.xml><?xml version="1.0" encoding="utf-8"?>
<p:tagLst xmlns:p="http://schemas.openxmlformats.org/presentationml/2006/main">
  <p:tag name="OPF_LAYOUT_V1" val="7B2276223A312C226964223A227465616D222C2267726F7570223A2264656661756C74222C22736F75726365223A2268747470733A2F2F7777772E707074782E67616C6C657279222C227265666572656E6365223A227465616D222C2268617368223A2230633364363232646561383636383431222C22726567696F6E73223A7B22313030223A2270656F706C65227D7D"/>
</p:tagLst>
</file>

<file path=ppt/tags/opfLayout28.xml><?xml version="1.0" encoding="utf-8"?>
<p:tagLst xmlns:p="http://schemas.openxmlformats.org/presentationml/2006/main">
  <p:tag name="OPF_LAYOUT_V1" val="7B2276223A312C226964223A226C6F676F73222C2267726F7570223A2264656661756C74222C22736F75726365223A2268747470733A2F2F7777772E707074782E67616C6C657279222C227265666572656E6365223A226C6F676F73222C2268617368223A2230326666626161623266313662353362222C22726567696F6E73223A7B22313030223A226C6F676F73227D7D"/>
</p:tagLst>
</file>

<file path=ppt/tags/opfLayout29.xml><?xml version="1.0" encoding="utf-8"?>
<p:tagLst xmlns:p="http://schemas.openxmlformats.org/presentationml/2006/main">
  <p:tag name="OPF_LAYOUT_V1" val="7B2276223A312C226964223A226175746F222C2267726F7570223A22637573746F6D222C227265666572656E6365223A226175746F222C2268617368223A2266643765363834343464356561666632222C22726567696F6E73223A7B7D7D"/>
</p:tagLst>
</file>

<file path=ppt/tags/opfSlide1.xml><?xml version="1.0" encoding="utf-8"?>
<p:tagLst xmlns:p="http://schemas.openxmlformats.org/presentationml/2006/main">
  <p:tag name="OPF_SLIDE_V1" val="7B2276223A312C22736C696465223A302C22636F6E74656E74223A7B22666F726D223A22726F6F74222C226669656C64223A226368617274222C22626F78223A5B35372E362C3134372E352C313136342E382C3531342E395D7D2C226E6174697665223A7B22737472756374757265223A223039626232343962316335356365222C226261636B67726F756E64223A223131336637323562636232336536222C227374796C65223A223065353963323236313665353334227D7D"/>
</p:tagLst>
</file>

<file path=ppt/theme/theme1.xml><?xml version="1.0" encoding="utf-8"?>
<a:theme xmlns:a="http://schemas.openxmlformats.org/drawingml/2006/main" name="Office Theme">
  <a:themeElements>
    <a:clrScheme name="OpenPresentation">
      <a:dk1>
        <a:srgbClr val="000000"/>
      </a:dk1>
      <a:lt1>
        <a:srgbClr val="FFFFFF"/>
      </a:lt1>
      <a:dk2>
        <a:srgbClr val="011842"/>
      </a:dk2>
      <a:lt2>
        <a:srgbClr val="F0F0F0"/>
      </a:lt2>
      <a:accent1>
        <a:srgbClr val="2874A6"/>
      </a:accent1>
      <a:accent2>
        <a:srgbClr val="1B4F72"/>
      </a:accent2>
      <a:accent3>
        <a:srgbClr val="5499C7"/>
      </a:accent3>
      <a:accent4>
        <a:srgbClr val="7BDBB2"/>
      </a:accent4>
      <a:accent5>
        <a:srgbClr val="3AC67A"/>
      </a:accent5>
      <a:accent6>
        <a:srgbClr val="24A89E"/>
      </a:accent6>
      <a:hlink>
        <a:srgbClr val="0000EE"/>
      </a:hlink>
      <a:folHlink>
        <a:srgbClr val="551A8B"/>
      </a:folHlink>
    </a:clrScheme>
    <a:fontScheme name="Office">
      <a:majorFont>
        <a:latin typeface="Aptos Display"/>
        <a:ea typeface="Aptos Display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Aptos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penPresentation">
      <a:dk1>
        <a:srgbClr val="000000"/>
      </a:dk1>
      <a:lt1>
        <a:srgbClr val="FFFFFF"/>
      </a:lt1>
      <a:dk2>
        <a:srgbClr val="011842"/>
      </a:dk2>
      <a:lt2>
        <a:srgbClr val="F0F0F0"/>
      </a:lt2>
      <a:accent1>
        <a:srgbClr val="2874A6"/>
      </a:accent1>
      <a:accent2>
        <a:srgbClr val="1B4F72"/>
      </a:accent2>
      <a:accent3>
        <a:srgbClr val="5499C7"/>
      </a:accent3>
      <a:accent4>
        <a:srgbClr val="7BDBB2"/>
      </a:accent4>
      <a:accent5>
        <a:srgbClr val="3AC67A"/>
      </a:accent5>
      <a:accent6>
        <a:srgbClr val="24A89E"/>
      </a:accent6>
      <a:hlink>
        <a:srgbClr val="0000EE"/>
      </a:hlink>
      <a:folHlink>
        <a:srgbClr val="551A8B"/>
      </a:folHlink>
    </a:clrScheme>
    <a:fontScheme name="Office">
      <a:majorFont>
        <a:latin typeface="Aptos Display"/>
        <a:ea typeface="Aptos Display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Aptos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Office Theme</vt:lpstr>
      <vt:lpstr>Office Theme</vt:lpstr>
      <vt:lpstr>Slide 1</vt:lpstr>
    </vt:vector>
  </TitlesOfParts>
  <Company>OpenPresentation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OPF Presentation</dc:title>
  <dc:subject/>
  <dc:creator>OpenPresentation</dc:creator>
  <cp:lastModifiedBy>OpenPresentation</cp:lastModifiedBy>
  <cp:revision>1</cp:revision>
  <dcterms:created xsi:type="dcterms:W3CDTF">1980-01-01T00:00:00Z</dcterms:created>
  <dcterms:modified xsi:type="dcterms:W3CDTF">1980-01-01T00:00:00Z</dcterms:modified>
</cp:coreProperties>
</file>