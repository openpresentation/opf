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Sheet1!$B$2:$B$4</cx:f>
        <cx:lvl ptCount="3" formatCode="General">
          <cx:pt idx="0">4</cx:pt>
          <cx:pt idx="1">5</cx:pt>
          <cx:pt idx="2">6</cx:pt>
        </cx:lvl>
      </cx:numDim>
    </cx:data>
    <cx:data id="1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Sheet1!$C$2:$C$4</cx:f>
        <cx:lvl ptCount="3" formatCode="General">
          <cx:pt idx="0">3</cx:pt>
          <cx:pt idx="1">2</cx:pt>
          <cx:pt idx="2">4</cx:pt>
        </cx:lvl>
      </cx:numDim>
    </cx:data>
    <cx:data id="2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Sheet1!$D$2:$D$4</cx:f>
        <cx:lvl ptCount="3" formatCode="General">
          <cx:pt idx="0">2</cx:pt>
          <cx:pt idx="1">3</cx:pt>
          <cx:pt idx="2">1</cx:pt>
        </cx:lvl>
      </cx:numDim>
    </cx:data>
  </cx:chartData>
  <cx:chart>
    <cx:plotArea>
      <cx:plotAreaRegion>
        <cx:series layoutId="boxWhisker" uniqueId="{1017E78B-C56B-4AC5-81BD-9882FD4B9882}">
          <cx:tx>
            <cx:txData>
              <cx:f>Sheet1!$B$1</cx:f>
              <cx:v>North</cx:v>
            </cx:txData>
          </cx:tx>
          <cx:spPr>
            <a:solidFill>
              <a:srgbClr val="2874A6"/>
            </a:solidFill>
            <a:ln w="9525">
              <a:solidFill>
                <a:srgbClr val="FFFFFF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  <cx:series layoutId="boxWhisker" uniqueId="{05F63654-CECA-490E-82C1-74FCE25C74FC}">
          <cx:tx>
            <cx:txData>
              <cx:f>Sheet1!$C$1</cx:f>
              <cx:v>South</cx:v>
            </cx:txData>
          </cx:tx>
          <cx:spPr>
            <a:solidFill>
              <a:srgbClr val="89B4DC"/>
            </a:solidFill>
            <a:ln w="9525">
              <a:solidFill>
                <a:srgbClr val="FFFFFF"/>
              </a:solidFill>
            </a:ln>
          </cx:spPr>
          <cx:dataId val="1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  <cx:series layoutId="boxWhisker" uniqueId="{2B1ADDC9-EB1E-4F57-870F-3220E6193220}">
          <cx:tx>
            <cx:txData>
              <cx:f>Sheet1!$D$1</cx:f>
              <cx:v>West</cx:v>
            </cx:txData>
          </cx:tx>
          <cx:spPr>
            <a:solidFill>
              <a:srgbClr val="5499C7"/>
            </a:solidFill>
            <a:ln w="9525">
              <a:solidFill>
                <a:srgbClr val="FFFFFF"/>
              </a:solidFill>
            </a:ln>
          </cx:spPr>
          <cx:dataId val="2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</cx:plotAreaRegion>
      <cx:axis id="0">
        <cx:catScaling gapWidth="1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  <cx:legend pos="r" align="ctr" overlay="0">
      <cx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x:txPr>
    </cx:legend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