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Ex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5</c:v>
                </c:pt>
                <c:pt idx="2">
                  <c:v>8</c:v>
                </c:pt>
                <c:pt idx="3">
                  <c:v>13</c:v>
                </c:pt>
                <c:pt idx="4">
                  <c:v>5.5</c:v>
                </c:pt>
                <c:pt idx="5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Sheet1!$B$2:$B$7</cx:f>
        <cx:lvl ptCount="6" formatCode="General">
          <cx:pt idx="0">3</cx:pt>
          <cx:pt idx="1">5</cx:pt>
          <cx:pt idx="2">8</cx:pt>
          <cx:pt idx="3">13</cx:pt>
          <cx:pt idx="4">5.5</cx:pt>
          <cx:pt idx="5">9</cx:pt>
        </cx:lvl>
      </cx:numDim>
    </cx:data>
  </cx:chartData>
  <cx:chart>
    <cx:plotArea>
      <cx:plotAreaRegion>
        <cx:series layoutId="clusteredColumn" uniqueId="{1017E78B-C56B-4AC5-81BD-9882FD4B9882}">
          <cx:tx>
            <cx:txData>
              <cx:f>Sheet1!$B$1</cx:f>
              <cx:v>Sample</cx:v>
            </cx:txData>
          </cx:tx>
          <cx:spPr>
            <a:solidFill>
              <a:srgbClr val="2874A6"/>
            </a:solidFill>
          </cx:spPr>
          <cx:dataId val="0"/>
          <cx:layoutPr>
            <cx:binning intervalClosed="r" underflow="auto" overflow="auto">
              <cx:binCount val="2"/>
            </cx:binning>
          </cx:layoutPr>
          <cx:axisId val="0"/>
          <cx:axisId val="1"/>
        </cx:series>
      </cx:plotAreaRegion>
      <cx:axis id="0">
        <cx:catScaling gapWidth="0.06"/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x:txPr>
      </cx:axis>
      <cx:axis id="1">
        <cx:valScaling/>
        <cx:majorGridlines>
          <cx:spPr>
            <a:ln w="9525">
              <a:solidFill>
                <a:srgbClr val="3AC67A">
                  <a:alpha val="70000"/>
                </a:srgbClr>
              </a:solidFill>
            </a:ln>
          </cx:spPr>
        </cx:majorGridlines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x:txPr>
      </cx:axis>
    </cx:plotArea>
  </cx:chart>
  <cx:spPr>
    <a:solidFill>
      <a:srgbClr val="011842"/>
    </a:solidFill>
    <a:ln>
      <a:noFill/>
    </a:ln>
  </cx:spPr>
  <cx:txPr>
    <a:bodyPr/>
    <a:lstStyle/>
    <a:p>
      <a:pPr>
        <a:defRPr sz="1200">
          <a:solidFill>
            <a:srgbClr val="FFFFFF"/>
          </a:solidFill>
          <a:latin typeface="Aptos"/>
          <a:ea typeface="Aptos"/>
          <a:cs typeface="Aptos"/>
        </a:defRPr>
      </a:pPr>
      <a:endParaRPr lang="en-US"/>
    </a:p>
  </cx:tx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rgbClr val="FFFFFF"/>
    </cs:fontRef>
    <cs:defRPr sz="1000" kern="1200">
      <a:solidFill>
        <a:srgbClr val="FFFFFF"/>
      </a:solidFill>
      <a:latin typeface="Aptos"/>
      <a:ea typeface="Aptos"/>
      <a:cs typeface="Aptos"/>
    </cs:defRPr>
  </cs:axisTitle>
  <cs:category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categoryAxis>
  <cs:chartArea mods="allowNoFillOverride allowNoLineOverride">
    <cs:lnRef idx="0"/>
    <cs:fillRef idx="0"/>
    <cs:effectRef idx="0"/>
    <cs:fontRef idx="minor">
      <a:srgbClr val="FFFFFF"/>
    </cs:fontRef>
    <cs:spPr>
      <a:solidFill>
        <a:schemeClr val="bg1"/>
      </a:solidFill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chartArea>
  <cs:data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Label>
  <cs:dataLabelCallout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LabelCallout>
  <cs:dataPoint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3D>
  <cs:dataPoint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Marker>
  <cs:dataPointMarkerLayout symbol="circle" size="5"/>
  <cs:dataPointWireframe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Wireframe>
  <cs:dataTable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Table>
  <cs:downBar>
    <cs:lnRef idx="0"/>
    <cs:fillRef idx="1"/>
    <cs:effectRef idx="0"/>
    <cs:fontRef idx="minor">
      <a:srgbClr val="FFFFFF"/>
    </cs:fontRef>
    <cs:spPr>
      <a:solidFill>
        <a:schemeClr val="dk1">
          <a:lumMod val="65000"/>
          <a:lumOff val="35000"/>
        </a:schemeClr>
      </a:solidFill>
    </cs:spPr>
  </cs:downBar>
  <cs:drop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ropLine>
  <cs:errorBa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errorBar>
  <cs:floo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floor>
  <cs:gridlineMaj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ajor>
  <cs:gridlineMin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inor>
  <cs:hiLo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hiLoLine>
  <cs:leader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leaderLine>
  <cs:legend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legend>
  <cs:plotArea>
    <cs:lnRef idx="0"/>
    <cs:fillRef idx="0"/>
    <cs:effectRef idx="0"/>
    <cs:fontRef idx="minor">
      <a:srgbClr val="FFFFFF"/>
    </cs:fontRef>
  </cs:plotArea>
  <cs:plotArea3D>
    <cs:lnRef idx="0"/>
    <cs:fillRef idx="0"/>
    <cs:effectRef idx="0"/>
    <cs:fontRef idx="minor">
      <a:srgbClr val="FFFFFF"/>
    </cs:fontRef>
  </cs:plotArea3D>
  <cs:series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seriesAxis>
  <cs:series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seriesLine>
  <cs:title>
    <cs:lnRef idx="0"/>
    <cs:fillRef idx="0"/>
    <cs:effectRef idx="0"/>
    <cs:fontRef idx="minor">
      <a:srgbClr val="FFFFFF"/>
    </cs:fontRef>
    <cs:defRPr sz="1400" kern="1200">
      <a:solidFill>
        <a:srgbClr val="FFFFFF"/>
      </a:solidFill>
      <a:latin typeface="Aptos"/>
      <a:ea typeface="Aptos"/>
      <a:cs typeface="Aptos"/>
    </cs:defRPr>
  </cs:title>
  <cs:trend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trendlineLabel>
  <cs:upBa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upBar>
  <cs:value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valueAxis>
  <cs:wall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wall>
</cs:chartStyl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4" Type="http://schemas.microsoft.com/office/2014/relationships/chartEx" Target="../charts/chartEx1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histogram</a:t>
            </a:r>
            <a:endParaRPr lang="en-US" sz="4050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3" name="OPF chart 1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graphicFrame>
            <p:nvGraphicFramePr>
              <p:cNvPr id="4" name="OPF chart 1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openxmlformats.org/drawingml/2006/chart">
                <c:chart xmlns:c="http://schemas.openxmlformats.org/drawingml/2006/chart" r:id="rId1"/>
              </a:graphicData>
            </a:graphic>
          </p:graphicFrame>
        </mc:Fallback>
      </mc:AlternateContent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24736368656D61222C226E616D65222C226C616E6775616765222C2264657369676E2E7468656D65222C2264657369676E2E636F6C6F72536368656D65222C2264657369676E2E666F6E74536368656D65222C2264657369676E2E64696D656E73696F6E73225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4170746F7320446973706C6179222C226561223A224170746F7320446973706C6179222C226373223A22227D2C226D696E6F72223A7B226C6174696E223A224170746F73222C226561223A224170746F73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1326437633139373031313731393064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38623066623365393863373136303031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66353536303264653335376563363730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32383534333062653765633066616336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9383165353965626662323933396162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35616130613832386238303936646562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8306432303464653334633632633363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1363062313365636131663736656539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33363266373161336333313965313934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35356331373765656530363038343035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34626566373262343036386564323362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626366613433306263626530326239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35653932356164313236633463383239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532633536343961343430343862616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32393966333331643061623236343462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6633634666636353062343930646333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62643765653435333232393632373538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5663035616530356633393337313165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38353138373065396633396331393331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46432383539343438303231643438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7393161646163356333326266623463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2376561386531323137626332656236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61383861323566623561333034336137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62396263386537653238323736353564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31383331393063383732653634633531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739633965393333623733333030626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0633364363232646561383636383431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0326666626161623266313662353362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6368617274222C22626F78223A5B35372E362C3134372E352C313136342E382C3531342E395D7D2C226E6174697665223A7B22737472756374757265223A223062303630373430666164616330222C226261636B67726F756E64223A223131336637323562636232336536222C227374796C65223A223065353963323236313665353334227D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Office Theme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