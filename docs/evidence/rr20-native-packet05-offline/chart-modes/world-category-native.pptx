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  <a:ea typeface="Meiryo"/>
                    <a:cs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日本</c:v>
                </c:pt>
                <c:pt idx="1">
                  <c:v>ドイツ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  <a:ea typeface="Meiryo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  <a:ea typeface="Meiryo"/>
                <a:cs typeface="Calibri"/>
              </a:defRPr>
            </a:pPr>
            <a:endParaRPr lang="ja-JP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  <a:ea typeface="Meiryo"/>
                <a:cs typeface="Calibri"/>
              </a:defRPr>
            </a:pPr>
            <a:endParaRPr lang="ja-JP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Sheet1!$A$2:$A$3</cx:f>
        <cx:lvl ptCount="2">
          <cx:pt idx="0">日本</cx:pt>
          <cx:pt idx="1">ドイツ</cx:pt>
        </cx:lvl>
      </cx:strDim>
      <cx:numDim type="colorVal">
        <cx:f>Sheet1!$B$2:$B$3</cx:f>
        <cx:lvl ptCount="2" formatCode="General">
          <cx:pt idx="0">4</cx:pt>
          <cx:pt idx="1">3</cx:pt>
        </cx:lvl>
      </cx:numDim>
    </cx:data>
  </cx:chartData>
  <cx:chart>
    <cx:plotArea>
      <cx:plotAreaRegion>
        <cx:series layoutId="regionMap" uniqueId="{1017E78B-C56B-4AC5-81BD-9882FD4B9882}">
          <cx:tx>
            <cx:txData>
              <cx:f>Sheet1!$B$1</cx:f>
              <cx:v>値</cx:v>
            </cx:txData>
          </cx:tx>
          <cx:spPr>
            <a:solidFill>
              <a:srgbClr val="2874A6"/>
            </a:solidFill>
          </cx:spPr>
          <cx:dataId val="0"/>
          <cx:layoutPr>
            <cx:geography cultureLanguage="en-US" cultureRegion="US" attribution="Powered by Bing"/>
          </cx:layoutPr>
        </cx:series>
      </cx:plotAreaRegion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Calibri"/>
          <a:ea typeface="Meiryo"/>
          <a:cs typeface="Calibri"/>
        </a:defRPr>
      </a:pPr>
      <a:endParaRPr lang="ja-JP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Calibri"/>
      <a:ea typeface="Calibri"/>
      <a:cs typeface="Calibri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Calibri"/>
      <a:ea typeface="Calibri"/>
      <a:cs typeface="Calibri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Calibri"/>
      <a:ea typeface="Calibri"/>
      <a:cs typeface="Calibri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Calibri"/>
      <a:ea typeface="Calibri"/>
      <a:cs typeface="Calibri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Calibri"/>
      <a:ea typeface="Calibri"/>
      <a:cs typeface="Calibri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Calibri"/>
      <a:ea typeface="Calibri"/>
      <a:cs typeface="Calibri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Calibri"/>
      <a:ea typeface="Calibri"/>
      <a:cs typeface="Calibri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Calibri"/>
      <a:ea typeface="Calibri"/>
      <a:cs typeface="Calibri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Calibri"/>
      <a:ea typeface="Calibri"/>
      <a:cs typeface="Calibri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Calibri"/>
      <a:ea typeface="Calibri"/>
      <a:cs typeface="Calibri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Calibri"/>
      <a:ea typeface="Calibri"/>
      <a:cs typeface="Calibri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ja-JP"/>
              <a:t>7/23/19</a:t>
            </a:fld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/>
              <a:t>Click to edit Master text styles</a:t>
            </a:r>
          </a:p>
          <a:p>
            <a:pPr lvl="1"/>
            <a:r>
              <a:rPr lang="ja-JP"/>
              <a:t>Second level</a:t>
            </a:r>
          </a:p>
          <a:p>
            <a:pPr lvl="2"/>
            <a:r>
              <a:rPr lang="ja-JP"/>
              <a:t>Third level</a:t>
            </a:r>
          </a:p>
          <a:p>
            <a:pPr lvl="3"/>
            <a:r>
              <a:rPr lang="ja-JP"/>
              <a:t>Fourth level</a:t>
            </a:r>
          </a:p>
          <a:p>
            <a:pPr lvl="4"/>
            <a:r>
              <a:rPr lang="ja-JP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ja-JP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/>
              <a:t>1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ja-JP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ja-JP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ja-JP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ja-JP"/>
              <a:t>‹#›</a:t>
            </a:fld>
            <a:endParaRPr lang="ja-JP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ja-JP"/>
              <a:t>1/1/2026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ja-JP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ja-JP" sz="4050" b="1" dirty="0">
                <a:solidFill>
                  <a:schemeClr val="bg1"/>
                </a:solidFill>
                <a:latin typeface="Calibri" pitchFamily="34" charset="0"/>
              </a:rPr>
              <a:t>地図</a:t>
            </a:r>
            <a:endParaRPr lang="ja-JP" sz="4050" dirty="0"/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385501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5" name="OPF chart 1"/>
              <p:cNvGraphicFramePr/>
              <p:nvPr/>
            </p:nvGraphicFramePr>
            <p:xfrm>
              <a:off x="548640" y="1404747"/>
              <a:ext cx="11094720" cy="4385501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  <p:sp>
        <p:nvSpPr>
          <p:cNvPr id="4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601884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ja-JP" sz="1875" dirty="0">
                <a:solidFill>
                  <a:schemeClr val="bg1"/>
                </a:solidFill>
                <a:latin typeface="Calibri" pitchFamily="34" charset="0"/>
              </a:rPr>
              <a:t>Body</a:t>
            </a:r>
            <a:endParaRPr lang="ja-JP" sz="1875" dirty="0"/>
          </a:p>
        </p:txBody>
      </p:sp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4657369676E2E7468656D65222C2264657369676E2E636F6C6F72536368656D65222C2264657369676E2E64696D656E73696F6E73225D2C2264657369676E223A7B22666F6E74536368656D65223A2263616C69627269222C22636F6E74656E74416C69676E6D656E74223A2263656E746572227D2C226D65746164617461223A7B226C616E6775616765223A226A612D4A50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3616C69627269222C226561223A224D656972796F222C226373223A22227D2C226D696E6F72223A7B226C6174696E223A2243616C69627269222C226561223A224D65697279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Slide1.xml><?xml version="1.0" encoding="utf-8"?>
<p:tagLst xmlns:p="http://schemas.openxmlformats.org/presentationml/2006/main">
  <p:tag name="OPF_SLIDE_V1" val="7B2276223A312C22736C696465223A302C226964223A2261222C226C61796F7574223A226368617274222C22636F6E74656E74223A7B22666F726D223A22726F6F74222C226669656C6473223A5B7B226669656C64223A2274657874222C22626F78223A5B35372E362C3633312E392C313136342E382C33302E355D7D2C7B226669656C64223A226368617274222C22626F78223A5B35372E362C3134372E352C313136342E382C3436302E345D7D5D7D2C226E6174697665223A7B22737472756374757265223A223036656538656139363464616636222C226261636B67726F756E64223A223131336637323562636232336536222C227374796C65223A223034386437613161373735663261227D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Calibri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Calibri"/>
        <a:ea typeface="Meiryo"/>
        <a:cs typeface=""/>
        <a:font script="Jpan" typeface="Meiryo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eiryo"/>
        <a:cs typeface=""/>
        <a:font script="Jpan" typeface="Meiryo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Meiryo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deck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