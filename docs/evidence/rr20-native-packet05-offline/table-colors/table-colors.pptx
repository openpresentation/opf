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  <Override PartName="/ppt/tags/opfSlide2.xml" ContentType="application/vnd.openxmlformats-officedocument.presentationml.tags+xml"/>
  <Override PartName="/ppt/tags/opfSlide3.xml" ContentType="application/vnd.openxmlformats-officedocument.presentationml.tags+xml"/>
  <Override PartName="/ppt/tags/opfSlide4.xml" ContentType="application/vnd.openxmlformats-officedocument.presentationml.tags+xml"/>
  <Override PartName="/ppt/tags/opfSlide5.xml" ContentType="application/vnd.openxmlformats-officedocument.presentationml.tags+xml"/>
  <Override PartName="/ppt/tags/opfSlide6.xml" ContentType="application/vnd.openxmlformats-officedocument.presentationml.tags+xml"/>
  <Override PartName="/ppt/tags/opfData1.xml" ContentType="application/vnd.openxmlformats-officedocument.presentationml.tags+xml"/>
  <Override PartName="/ppt/tags/opfData2.xml" ContentType="application/vnd.openxmlformats-officedocument.presentationml.tags+xml"/>
  <Override PartName="/ppt/tags/opfData3.xml" ContentType="application/vnd.openxmlformats-officedocument.presentationml.tags+xml"/>
  <Override PartName="/ppt/tags/opfData4.xml" ContentType="application/vnd.openxmlformats-officedocument.presentationml.tags+xml"/>
  <Override PartName="/ppt/tags/opfData5.xml" ContentType="application/vnd.openxmlformats-officedocument.presentationml.tags+xml"/>
  <Override PartName="/ppt/tags/opfData6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3115247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OpfSlide" Type="http://schemas.openxmlformats.org/officeDocument/2006/relationships/tags" Target="../tags/opfSlide1.xml"/><Relationship Id="rIdOpfData1" Type="http://schemas.openxmlformats.org/officeDocument/2006/relationships/tags" Target="../tags/opfData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OpfSlide" Type="http://schemas.openxmlformats.org/officeDocument/2006/relationships/tags" Target="../tags/opfSlide2.xml"/><Relationship Id="rIdOpfData2" Type="http://schemas.openxmlformats.org/officeDocument/2006/relationships/tags" Target="../tags/opfData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OpfSlide" Type="http://schemas.openxmlformats.org/officeDocument/2006/relationships/tags" Target="../tags/opfSlide3.xml"/><Relationship Id="rIdOpfData3" Type="http://schemas.openxmlformats.org/officeDocument/2006/relationships/tags" Target="../tags/opfData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OpfSlide" Type="http://schemas.openxmlformats.org/officeDocument/2006/relationships/tags" Target="../tags/opfSlide4.xml"/><Relationship Id="rIdOpfData4" Type="http://schemas.openxmlformats.org/officeDocument/2006/relationships/tags" Target="../tags/opfData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OpfSlide" Type="http://schemas.openxmlformats.org/officeDocument/2006/relationships/tags" Target="../tags/opfSlide5.xml"/><Relationship Id="rIdOpfData5" Type="http://schemas.openxmlformats.org/officeDocument/2006/relationships/tags" Target="../tags/opfData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OpfSlide" Type="http://schemas.openxmlformats.org/officeDocument/2006/relationships/tags" Target="../tags/opfSlide6.xml"/><Relationship Id="rIdOpfData6" Type="http://schemas.openxmlformats.org/officeDocument/2006/relationships/tags" Target="../tags/opfData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1"/>
          <p:cNvGraphicFramePr>
            <a:graphicFrameLocks noGrp="1"/>
          </p:cNvGraphicFramePr>
          <p:nvPr>
            <p:custDataLst>
              <p:tags r:id="rIdOpfData1"/>
            </p:custDataLst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Header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Inherited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BodyInherited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BodyExplicit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2"/>
          <p:cNvGraphicFramePr>
            <a:graphicFrameLocks noGrp="1"/>
          </p:cNvGraphicFramePr>
          <p:nvPr>
            <p:custDataLst>
              <p:tags r:id="rIdOpfData2"/>
            </p:custDataLst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Header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Inherited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Body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BodyInherited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BodyExplicit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3"/>
          <p:cNvGraphicFramePr>
            <a:graphicFrameLocks noGrp="1"/>
          </p:cNvGraphicFramePr>
          <p:nvPr>
            <p:custDataLst>
              <p:tags r:id="rIdOpfData3"/>
            </p:custDataLst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Header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Inherited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BodyInherited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BodyExplicit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</a:tr>
            </a:tbl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4"/>
          <p:cNvGraphicFramePr>
            <a:graphicFrameLocks noGrp="1"/>
          </p:cNvGraphicFramePr>
          <p:nvPr>
            <p:custDataLst>
              <p:tags r:id="rIdOpfData4"/>
            </p:custDataLst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Header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Inherited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BodyInherited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BodyExplicit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5"/>
          <p:cNvGraphicFramePr>
            <a:graphicFrameLocks noGrp="1"/>
          </p:cNvGraphicFramePr>
          <p:nvPr>
            <p:custDataLst>
              <p:tags r:id="rIdOpfData5"/>
            </p:custDataLst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Header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Inherited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BodyInherited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BodyExplicit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6"/>
          <p:cNvGraphicFramePr>
            <a:graphicFrameLocks noGrp="1"/>
          </p:cNvGraphicFramePr>
          <p:nvPr>
            <p:custDataLst>
              <p:tags r:id="rIdOpfData6"/>
            </p:custDataLst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Header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Inherited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Body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BodyInherited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BodyExplicit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custDataLst>
      <p:tags r:id="rIdOpfSlide"/>
    </p:custDataLst>
  </p:cSld>
  <p:clrMapOvr>
    <a:masterClrMapping/>
  </p:clrMapOvr>
</p:sld>
</file>

<file path=ppt/tags/opfData1.xml><?xml version="1.0" encoding="utf-8"?>
<p:tagLst xmlns:p="http://schemas.openxmlformats.org/presentationml/2006/main">
  <p:tag name="OPF_DATA_V1" val="7B2276223A312C226B696E64223A227461626C65222C2268656164657273223A5B5D2C2263656C6C73223A5B5D2C22617574686F726564223A7B22636F6C756D6E73223A5B7B2276616C7565223A22486561646572222C227374796C65223A7B2266696C6C223A2223463846414643227D7D2C7B2276616C7565223A5B22496E68657269746564222C7B2274657874223A224578706C69636974222C22636F6C6F72223A2223464630303030227D5D2C227374796C65223A7B2266696C6C223A2223463846414643227D7D5D2C22726F7773223A5B5B7B2276616C7565223A22426F6479222C227374796C65223A7B2266696C6C223A2223463846414643227D7D2C7B2276616C7565223A5B22426F6479496E68657269746564222C7B2274657874223A22426F64794578706C69636974222C22636F6C6F72223A2223464630303030227D5D2C227374796C65223A7B2266696C6C223A2223463846414643227D7D5D5D7D2C2265766964656E6365223A5B5B2239333265386534616338343764386663222C2262323364363166666164613837656135225D2C5B2230393666346265616365653862616632222C2234666639653464303933613433356534225D5D2C22656E7669726F6E6D656E74223A2234383436336461613566373036353961227D"/>
</p:tagLst>
</file>

<file path=ppt/tags/opfData2.xml><?xml version="1.0" encoding="utf-8"?>
<p:tagLst xmlns:p="http://schemas.openxmlformats.org/presentationml/2006/main">
  <p:tag name="OPF_DATA_V1" val="7B2276223A312C226B696E64223A227461626C65222C2268656164657273223A5B5D2C2263656C6C73223A5B5D2C22617574686F726564223A7B22636F6C756D6E73223A5B7B2276616C7565223A22486561646572222C227374796C65223A7B2266696C6C223A2223304631373241227D7D2C7B2276616C7565223A5B22496E68657269746564222C7B2274657874223A224578706C69636974222C22636F6C6F72223A2223464630303030227D5D2C227374796C65223A7B2266696C6C223A2223304631373241227D7D5D2C22726F7773223A5B5B7B2276616C7565223A22426F6479222C227374796C65223A7B2266696C6C223A2223304631373241227D7D2C7B2276616C7565223A5B22426F6479496E68657269746564222C7B2274657874223A22426F64794578706C69636974222C22636F6C6F72223A2223464630303030227D5D2C227374796C65223A7B2266696C6C223A2223304631373241227D7D5D5D7D2C2265766964656E6365223A5B5B2265303431316138636164343630306163222C2261613266643930653763636666326231225D2C5B2235306566643765656135376163653534222C2236396138313033323039363335626665225D5D2C22656E7669726F6E6D656E74223A2234383436336461613566373036353961227D"/>
</p:tagLst>
</file>

<file path=ppt/tags/opfData3.xml><?xml version="1.0" encoding="utf-8"?>
<p:tagLst xmlns:p="http://schemas.openxmlformats.org/presentationml/2006/main">
  <p:tag name="OPF_DATA_V1" val="7B2276223A312C226B696E64223A227461626C65222C2268656164657273223A5B5D2C2263656C6C73223A5B5D2C22617574686F726564223A7B22636F6C756D6E73223A5B7B2276616C7565223A22486561646572222C227374796C65223A7B2266696C6C223A2223373737373737227D7D2C7B2276616C7565223A5B22496E68657269746564222C7B2274657874223A224578706C69636974222C22636F6C6F72223A2223464630303030227D5D2C227374796C65223A7B2266696C6C223A2223373737373737227D7D5D2C22726F7773223A5B5B7B2276616C7565223A22426F6479222C227374796C65223A7B2266696C6C223A2223373737373737227D7D2C7B2276616C7565223A5B22426F6479496E68657269746564222C7B2274657874223A22426F64794578706C69636974222C22636F6C6F72223A2223464630303030227D5D2C227374796C65223A7B2266696C6C223A2223373737373737227D7D5D5D7D2C2265766964656E6365223A5B5B2266343034316665666333643938393965222C2233356230383563643630343965663238225D2C5B2235653637353233353738336563386638222C2265653631646334666638383961343461225D5D2C22656E7669726F6E6D656E74223A2234383436336461613566373036353961227D"/>
</p:tagLst>
</file>

<file path=ppt/tags/opfData4.xml><?xml version="1.0" encoding="utf-8"?>
<p:tagLst xmlns:p="http://schemas.openxmlformats.org/presentationml/2006/main">
  <p:tag name="OPF_DATA_V1" val="7B2276223A312C226B696E64223A227461626C65222C2268656164657273223A5B5D2C2263656C6C73223A5B5D2C22617574686F726564223A7B22636F6C756D6E73223A5B7B2276616C7565223A22486561646572222C227374796C65223A7B2266696C6C223A2223373637363736227D7D2C7B2276616C7565223A5B22496E68657269746564222C7B2274657874223A224578706C69636974222C22636F6C6F72223A2223464630303030227D5D2C227374796C65223A7B2266696C6C223A2223373637363736227D7D5D2C22726F7773223A5B5B7B2276616C7565223A22426F6479222C227374796C65223A7B2266696C6C223A2223373637363736227D7D2C7B2276616C7565223A5B22426F6479496E68657269746564222C7B2274657874223A22426F64794578706C69636974222C22636F6C6F72223A2223464630303030227D5D2C227374796C65223A7B2266696C6C223A2223373637363736227D7D5D5D7D2C2265766964656E6365223A5B5B2235383331653237653564333034653634222C2261306135323030336634663462346639225D2C5B2261653036353930323864636231363738222C2262663839356164373430623231343062225D5D2C22656E7669726F6E6D656E74223A2234383436336461613566373036353961227D"/>
</p:tagLst>
</file>

<file path=ppt/tags/opfData5.xml><?xml version="1.0" encoding="utf-8"?>
<p:tagLst xmlns:p="http://schemas.openxmlformats.org/presentationml/2006/main">
  <p:tag name="OPF_DATA_V1" val="7B2276223A312C226B696E64223A227461626C65222C2268656164657273223A5B5D2C2263656C6C73223A5B5D2C22617574686F726564223A7B22636F6C756D6E73223A5B7B2276616C7565223A22486561646572222C227374796C65223A7B2266696C6C223A22234646464646463830227D7D2C7B2276616C7565223A5B22496E68657269746564222C7B2274657874223A224578706C69636974222C22636F6C6F72223A2223464630303030227D5D2C227374796C65223A7B2266696C6C223A22234646464646463830227D7D5D2C22726F7773223A5B5B7B2276616C7565223A22426F6479222C227374796C65223A7B2266696C6C223A22234646464646463830227D7D2C7B2276616C7565223A5B22426F6479496E68657269746564222C7B2274657874223A22426F64794578706C69636974222C22636F6C6F72223A2223464630303030227D5D2C227374796C65223A7B2266696C6C223A22234646464646463830227D7D5D5D7D2C2265766964656E6365223A5B5B2233303230333666396535303766633632222C2261626432376138376237316436323037225D2C5B2234626634353239376261353038386335222C2263383063383163333232393034353131225D5D2C22656E7669726F6E6D656E74223A2234383436336461613566373036353961227D"/>
</p:tagLst>
</file>

<file path=ppt/tags/opfData6.xml><?xml version="1.0" encoding="utf-8"?>
<p:tagLst xmlns:p="http://schemas.openxmlformats.org/presentationml/2006/main">
  <p:tag name="OPF_DATA_V1" val="7B2276223A312C226B696E64223A227461626C65222C2268656164657273223A5B5D2C2263656C6C73223A5B5D2C22617574686F726564223A7B22636F6C756D6E73223A5B7B2276616C7565223A22486561646572222C227374796C65223A7B2266696C6C223A2223463846414643222C22636F6C6F72223A2223464646464646227D7D2C7B2276616C7565223A5B22496E68657269746564222C7B2274657874223A224578706C69636974222C22636F6C6F72223A2223464630303030227D5D2C227374796C65223A7B2266696C6C223A2223463846414643222C22636F6C6F72223A2223464646464646227D7D5D2C22726F7773223A5B5B7B2276616C7565223A22426F6479222C227374796C65223A7B2266696C6C223A2223463846414643222C22636F6C6F72223A2223464646464646227D7D2C7B2276616C7565223A5B22426F6479496E68657269746564222C7B2274657874223A22426F64794578706C69636974222C22636F6C6F72223A2223464630303030227D5D2C227374796C65223A7B2266696C6C223A2223463846414643222C22636F6C6F72223A2223464646464646227D7D5D5D7D2C2265766964656E6365223A5B5B2264626166643164313330626137353836222C2238353934373861353064336166653534225D2C5B2239313163646539356163366661353639222C2233646565373739313365346531333031225D5D2C22656E7669726F6E6D656E74223A2234383436336461613566373036353961227D"/>
</p:tagLst>
</file>

<file path=ppt/tags/opfDocument.xml><?xml version="1.0" encoding="utf-8"?>
<p:tagLst xmlns:p="http://schemas.openxmlformats.org/presentationml/2006/main">
  <p:tag name="OPF_DOCUMENT_V1" val="7B2276223A312C22736C69646573223A362C22616273656E74223A5B2224736368656D61222C226E616D65222C226C616E6775616765222C2264657369676E2E7468656D65222C2264657369676E2E64696D656E73696F6E73225D2C2264657369676E223A7B22636F6C6F72536368656D65223A7B226964223A22636F6F6C2D686F72697A6F6E222C226461726B31223A2223303030303030227D2C22666F6E74536368656D65223A22726F626F746F222C226261636B67726F756E64223A222346464646464622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Layout1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7461626C65222C22626F78223A5B35372E362C35372E362C313136342E382C3630342E385D7D2C226E6174697665223A7B22737472756374757265223A223164643938633738313230616537222C226261636B67726F756E64223A223064616338363038336466646537222C227374796C65223A223166626231623739643062323165227D7D"/>
</p:tagLst>
</file>

<file path=ppt/tags/opfSlide2.xml><?xml version="1.0" encoding="utf-8"?>
<p:tagLst xmlns:p="http://schemas.openxmlformats.org/presentationml/2006/main">
  <p:tag name="OPF_SLIDE_V1" val="7B2276223A312C22736C696465223A312C22636F6E74656E74223A7B22666F726D223A22726F6F74222C226669656C64223A227461626C65222C22626F78223A5B35372E362C35372E362C313136342E382C3630342E385D7D2C226E6174697665223A7B22737472756374757265223A223164643938633738313230616537222C226261636B67726F756E64223A223064616338363038336466646537222C227374796C65223A223063343936633865313562613433227D7D"/>
</p:tagLst>
</file>

<file path=ppt/tags/opfSlide3.xml><?xml version="1.0" encoding="utf-8"?>
<p:tagLst xmlns:p="http://schemas.openxmlformats.org/presentationml/2006/main">
  <p:tag name="OPF_SLIDE_V1" val="7B2276223A312C22736C696465223A322C22636F6E74656E74223A7B22666F726D223A22726F6F74222C226669656C64223A227461626C65222C22626F78223A5B35372E362C35372E362C313136342E382C3630342E385D7D2C226E6174697665223A7B22737472756374757265223A223164643938633738313230616537222C226261636B67726F756E64223A223064616338363038336466646537222C227374796C65223A223039323263653537303363386464227D7D"/>
</p:tagLst>
</file>

<file path=ppt/tags/opfSlide4.xml><?xml version="1.0" encoding="utf-8"?>
<p:tagLst xmlns:p="http://schemas.openxmlformats.org/presentationml/2006/main">
  <p:tag name="OPF_SLIDE_V1" val="7B2276223A312C22736C696465223A332C22636F6E74656E74223A7B22666F726D223A22726F6F74222C226669656C64223A227461626C65222C22626F78223A5B35372E362C35372E362C313136342E382C3630342E385D7D2C226E6174697665223A7B22737472756374757265223A223164643938633738313230616537222C226261636B67726F756E64223A223064616338363038336466646537222C227374796C65223A223035653134333039333139366236227D7D"/>
</p:tagLst>
</file>

<file path=ppt/tags/opfSlide5.xml><?xml version="1.0" encoding="utf-8"?>
<p:tagLst xmlns:p="http://schemas.openxmlformats.org/presentationml/2006/main">
  <p:tag name="OPF_SLIDE_V1" val="7B2276223A312C22736C696465223A342C22636F6E74656E74223A7B22666F726D223A22726F6F74222C226669656C64223A227461626C65222C22626F78223A5B35372E362C35372E362C313136342E382C3630342E385D7D2C226E6174697665223A7B22737472756374757265223A223164643938633738313230616537222C226261636B67726F756E64223A223064616338363038336466646537222C227374796C65223A223163633338346564353962383862227D7D"/>
</p:tagLst>
</file>

<file path=ppt/tags/opfSlide6.xml><?xml version="1.0" encoding="utf-8"?>
<p:tagLst xmlns:p="http://schemas.openxmlformats.org/presentationml/2006/main">
  <p:tag name="OPF_SLIDE_V1" val="7B2276223A312C22736C696465223A352C22636F6E74656E74223A7B22666F726D223A22726F6F74222C226669656C64223A227461626C65222C22626F78223A5B35372E362C35372E362C313136342E382C3630342E385D7D2C226E6174697665223A7B22737472756374757265223A223164643938633738313230616537222C226261636B67726F756E64223A223064616338363038336466646537222C227374796C65223A223138656164633536393735353635227D7D"/>
</p:tagLst>
</file>

<file path=ppt/theme/theme1.xml><?xml version="1.0" encoding="utf-8"?>
<a:theme xmlns:a="http://schemas.openxmlformats.org/drawingml/2006/main" name="Office Theme">
  <a:themeElements>
    <a:clrScheme name="cool-horiz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cool-horiz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Office Theme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