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libr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control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content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Calibri"/>
        <a:cs typeface="Calibr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Calibr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