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363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these speaker notes.
Second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slide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Speaker notes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2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slide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Second slide</a:t>
            </a:r>
            <a:endParaRPr lang="en-US" sz="4050" dirty="0"/>
          </a:p>
        </p:txBody>
      </p:sp>
      <p:pic>
        <p:nvPicPr>
          <p:cNvPr id="3" name="OPF image 1" descr="Header image with tex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387" y="1404747"/>
            <a:ext cx="9809226" cy="490461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2026-09-21T18:35:46Z</dcterms:modified>
</cp:coreProperties>
</file>