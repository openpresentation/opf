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65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Native edited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local label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2026-09-21T18:31:08Z</dcterms:modified>
</cp:coreProperties>
</file>