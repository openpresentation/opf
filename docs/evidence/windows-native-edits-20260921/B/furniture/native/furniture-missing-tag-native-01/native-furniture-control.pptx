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65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14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2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/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8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9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3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8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9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2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3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4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5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6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7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8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9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10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696D616765222C2267726F7570223A2231222C2270617274223A30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2026-09-21T18:34:21Z</dcterms:modified>
</cp:coreProperties>
</file>