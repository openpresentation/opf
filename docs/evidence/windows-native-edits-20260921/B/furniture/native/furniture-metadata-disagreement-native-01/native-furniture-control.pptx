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581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1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2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Native Disagreed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  Registry furniture picture alt  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3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8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9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696D616765222C2267726F7570223A2231222C2270617274223A30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Widescreen</PresentationFormat>
  <Paragraphs>26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2026-09-21T18:35:18Z</dcterms:modified>
</cp:coreProperties>
</file>