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6" r:id="rId3"/>
    <p:sldId id="257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1748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notesSlide" Target="../notesSlides/notesSlide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1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25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2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2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2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Gamma section  </a:t>
            </a:r>
            <a:endParaRPr lang="en-US" sz="1200" dirty="0"/>
          </a:p>
        </p:txBody>
      </p:sp>
      <p:sp>
        <p:nvSpPr>
          <p:cNvPr id="7" name="OPF furniture 2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2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OPF heading slides.2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again</a:t>
            </a:r>
            <a:endParaRPr lang="en-US" sz="4050" dirty="0"/>
          </a:p>
        </p:txBody>
      </p:sp>
      <p:sp>
        <p:nvSpPr>
          <p:cNvPr id="10" name="OPF text slides.2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again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Alpha section 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0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OPF heading slides.0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furniture</a:t>
            </a:r>
            <a:endParaRPr lang="en-US" sz="4050" dirty="0"/>
          </a:p>
        </p:txBody>
      </p:sp>
      <p:sp>
        <p:nvSpPr>
          <p:cNvPr id="10" name="OPF text slides.0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  Registry furniture picture alt  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1 part 1 line 0"/>
          <p:cNvSpPr/>
          <p:nvPr>
            <p:custDataLst>
              <p:tags r:id="rId3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image label  </a:t>
            </a:r>
            <a:endParaRPr lang="en-US" sz="1200" dirty="0"/>
          </a:p>
        </p:txBody>
      </p:sp>
      <p:sp>
        <p:nvSpPr>
          <p:cNvPr id="4" name="OPF furniture 1 part 2 line 0"/>
          <p:cNvSpPr/>
          <p:nvPr>
            <p:custDataLst>
              <p:tags r:id="rId4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5" name="OPF furniture 1 part 3 line 0"/>
          <p:cNvSpPr/>
          <p:nvPr>
            <p:custDataLst>
              <p:tags r:id="rId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Beta section  </a:t>
            </a:r>
            <a:endParaRPr lang="en-US" sz="1200" dirty="0"/>
          </a:p>
        </p:txBody>
      </p:sp>
      <p:sp>
        <p:nvSpPr>
          <p:cNvPr id="6" name="OPF furniture 1 part 4 line 0"/>
          <p:cNvSpPr/>
          <p:nvPr>
            <p:custDataLst>
              <p:tags r:id="rId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footer  </a:t>
            </a:r>
            <a:endParaRPr lang="en-US" sz="1200" dirty="0"/>
          </a:p>
        </p:txBody>
      </p:sp>
      <p:sp>
        <p:nvSpPr>
          <p:cNvPr id="7" name="OPF furniture 1 part 5 line 0"/>
          <p:cNvSpPr/>
          <p:nvPr>
            <p:custDataLst>
              <p:tags r:id="rId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8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furniture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9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local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02C22636F756E74223A332C22626F756E64617279223A2268617264222C22736570617261746F72223A225C725C6E22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12C22636F756E74223A332C22626F756E64617279223A2268617264222C22736570617261746F72223A225C725C6E22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22C22636F756E74223A332C22626F756E64617279223A22656E64222C22736570617261746F72223A2222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32C226C696E65223A302C22636F756E74223A312C22626F756E64617279223A22656E64222C22736570617261746F72223A2222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42C226C696E65223A302C22636F756E74223A312C22626F756E64617279223A22656E64222C22736570617261746F72223A222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02C22636F756E74223A332C22626F756E64617279223A2268617264222C22736570617261746F72223A225C725C6E22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226F7267616E697A6174696F6E223A747275657D2C227269676874223A7B2273656374696F6E223A747275657D7D7D2C22666F6F746572223A7B2273636F7065223A226C6F63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696D616765222C2267726F7570223A2231222C2270617274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52C226C696E65223A302C22636F756E74223A312C22626F756E64617279223A22656E64222C22736570617261746F72223A2222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Widescreen</PresentationFormat>
  <Paragraphs>26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2026-09-21T18:32:28Z</dcterms:modified>
</cp:coreProperties>
</file>