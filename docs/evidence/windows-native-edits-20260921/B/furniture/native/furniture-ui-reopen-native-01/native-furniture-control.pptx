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387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rcRect/>
          <a:stretch/>
        </p:blipFill>
        <p:spPr>
          <a:xfrm>
            <a:off x="2352675" y="171450"/>
            <a:ext cx="17145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2026-09-21T18:31:35Z</dcterms:modified>
</cp:coreProperties>
</file>