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0.xml" ContentType="application/vnd.openxmlformats-officedocument.presentationml.tags+xml"/>
  <Override PartName="/ppt/tags/opfFurniture11.xml" ContentType="application/vnd.openxmlformats-officedocument.presentationml.tags+xml"/>
  <Override PartName="/ppt/tags/opfFurniture12.xml" ContentType="application/vnd.openxmlformats-officedocument.presentationml.tags+xml"/>
  <Override PartName="/ppt/tags/opfFurniture13.xml" ContentType="application/vnd.openxmlformats-officedocument.presentationml.tags+xml"/>
  <Override PartName="/ppt/tags/opfFurniture14.xml" ContentType="application/vnd.openxmlformats-officedocument.presentationml.tags+xml"/>
  <Override PartName="/ppt/tags/opfFurniture15.xml" ContentType="application/vnd.openxmlformats-officedocument.presentationml.tags+xml"/>
  <Override PartName="/ppt/tags/opfFurniture16.xml" ContentType="application/vnd.openxmlformats-officedocument.presentationml.tags+xml"/>
  <Override PartName="/ppt/tags/opfFurniture17.xml" ContentType="application/vnd.openxmlformats-officedocument.presentationml.tags+xml"/>
  <Override PartName="/ppt/tags/opfFurniture18.xml" ContentType="application/vnd.openxmlformats-officedocument.presentationml.tags+xml"/>
  <Override PartName="/ppt/tags/opfFurniture19.xml" ContentType="application/vnd.openxmlformats-officedocument.presentationml.tags+xml"/>
  <Override PartName="/ppt/tags/opfFurniture20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  <Override PartName="/ppt/media/image-2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0" Type="http://schemas.openxmlformats.org/officeDocument/2006/relationships/tags" Target="../tags/opfFurniture10.xml"/><Relationship Id="rIdOpfFurniture11" Type="http://schemas.openxmlformats.org/officeDocument/2006/relationships/tags" Target="../tags/opfFurniture11.xml"/><Relationship Id="rIdOpfFurniture12" Type="http://schemas.openxmlformats.org/officeDocument/2006/relationships/tags" Target="../tags/opfFurniture12.xml"/><Relationship Id="rIdOpfFurniture13" Type="http://schemas.openxmlformats.org/officeDocument/2006/relationships/tags" Target="../tags/opfFurniture13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4" Type="http://schemas.openxmlformats.org/officeDocument/2006/relationships/tags" Target="../tags/opfFurniture14.xml"/><Relationship Id="rIdOpfFurniture15" Type="http://schemas.openxmlformats.org/officeDocument/2006/relationships/tags" Target="../tags/opfFurniture15.xml"/><Relationship Id="rIdOpfFurniture16" Type="http://schemas.openxmlformats.org/officeDocument/2006/relationships/tags" Target="../tags/opfFurniture16.xml"/><Relationship Id="rIdOpfFurniture17" Type="http://schemas.openxmlformats.org/officeDocument/2006/relationships/tags" Target="../tags/opfFurniture17.xml"/><Relationship Id="rIdOpfFurniture18" Type="http://schemas.openxmlformats.org/officeDocument/2006/relationships/tags" Target="../tags/opfFurniture18.xml"/><Relationship Id="rIdOpfFurniture19" Type="http://schemas.openxmlformats.org/officeDocument/2006/relationships/tags" Target="../tags/opfFurniture19.xml"/><Relationship Id="rIdOpfFurniture20" Type="http://schemas.openxmlformats.org/officeDocument/2006/relationships/tags" Target="../tags/opfFurniture20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OpfFurniture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OpfFurniture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OpfFurniture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OpfFurniture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  Registry furniture picture alt  ">    </p:cNvPr>
          <p:cNvPicPr>
            <a:picLocks noChangeAspect="1"/>
          </p:cNvPicPr>
          <p:nvPr>
            <p:custDataLst>
              <p:tags r:id="rIdOpfFurniture8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OpfFurniture9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OpfFurniture10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OpfFurniture11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OpfFurniture12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OpfFurniture13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OpfFurniture14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OpfFurniture15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OpfFurniture16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OpfFurniture17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OpfFurniture18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OpfFurniture19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OpfFurniture20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696D616765222C2267726F7570223A2231222C2270617274223A30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opfFurniture10.xml><?xml version="1.0" encoding="utf-8"?>
<p:tagLst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opfFurniture12.xml><?xml version="1.0" encoding="utf-8"?>
<p:tagLst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opfFurniture13.xml><?xml version="1.0" encoding="utf-8"?>
<p:tagLst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opfFurniture14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opfFurniture15.xml><?xml version="1.0" encoding="utf-8"?>
<p:tagLst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opfFurniture16.xml><?xml version="1.0" encoding="utf-8"?>
<p:tagLst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opfFurniture17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18.xml><?xml version="1.0" encoding="utf-8"?>
<p:tagLst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opfFurniture19.xml><?xml version="1.0" encoding="utf-8"?>
<p:tagLst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opfFurniture20.xml><?xml version="1.0" encoding="utf-8"?>
<p:tagLst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