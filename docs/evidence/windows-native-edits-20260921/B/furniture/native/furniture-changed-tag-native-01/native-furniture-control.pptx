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33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93939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2026-09-21T18:34:55Z</dcterms:modified>
</cp:coreProperties>
</file>