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and empty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false and empty.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Empty and false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empty and false.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3" name="OPF furniture 2 part 1 line 0"/>
          <p:cNvSpPr/>
          <p:nvPr>
            <p:custDataLst>
              <p:tags r:id="rIdOpfFurniture2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Inactive fields</a:t>
            </a:r>
            <a:endParaRPr lang="en-US" sz="4050" dirty="0"/>
          </a:p>
        </p:txBody>
      </p:sp>
      <p:sp>
        <p:nvSpPr>
          <p:cNvPr id="5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inactive fields.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66616C73657D2C22666F6F746572223A7B2273636F7065223A226C6F63616C222C2276616C7565223A7B7D7D7D2C227061727473223A5B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7D7D2C22666F6F746572223A7B2273636F7065223A226C6F63616C222C2276616C7565223A66616C73657D7D2C227061727473223A5B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C6F63616C222C2276616C7565223A7B226C656674223A7B2274657874223A226C69746572616C227D2C2263656E746572223A7B226F7267616E697A6174696F6E223A66616C73652C2273656374696F6E223A66616C73652C22736C6964654E756D626572223A66616C73652C2264617465223A66616C73657D7D7D2C22666F6F746572223A7B2273636F7065223A226C6F63616C222C2276616C7565223A7B227269676874223A7B2274657874223A226C69746572616C222C22736C6964654E756D626572223A66616C73657D7D7D7D2C227061727473223A5B7B226B696E64223A22686561646572222C227A6F6E65223A226C656674222C226669656C64223A2274657874222C2274797065223A2274657874222C22636F756E74223A317D2C7B226B696E64223A22666F6F746572222C227A6F6E65223A227269676874222C226669656C64223A2274657874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