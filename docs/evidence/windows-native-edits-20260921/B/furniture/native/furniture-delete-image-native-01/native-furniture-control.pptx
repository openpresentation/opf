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275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14.xml"/><Relationship Id="rId9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PF furniture 1 part 1 line 0"/>
          <p:cNvSpPr/>
          <p:nvPr>
            <p:custDataLst>
              <p:tags r:id="rId2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3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4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5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6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7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8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Widescreen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2026-09-21T18:32:05Z</dcterms:modified>
</cp:coreProperties>
</file>