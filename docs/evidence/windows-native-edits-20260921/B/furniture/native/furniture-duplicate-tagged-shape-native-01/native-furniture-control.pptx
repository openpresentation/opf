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1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2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4223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notesSlide" Target="../notesSlides/notesSlide1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3" Type="http://schemas.openxmlformats.org/officeDocument/2006/relationships/tags" Target="../tags/tag14.xml"/><Relationship Id="rId7" Type="http://schemas.openxmlformats.org/officeDocument/2006/relationships/tags" Target="../tags/tag18.xml"/><Relationship Id="rId12" Type="http://schemas.openxmlformats.org/officeDocument/2006/relationships/image" Target="../media/image1.pn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notesSlide" Target="../notesSlides/notesSlide2.xml"/><Relationship Id="rId5" Type="http://schemas.openxmlformats.org/officeDocument/2006/relationships/tags" Target="../tags/tag16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15.xml"/><Relationship Id="rId9" Type="http://schemas.openxmlformats.org/officeDocument/2006/relationships/tags" Target="../tags/tag20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12" Type="http://schemas.openxmlformats.org/officeDocument/2006/relationships/notesSlide" Target="../notesSlides/notesSlide3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25.xml"/><Relationship Id="rId10" Type="http://schemas.openxmlformats.org/officeDocument/2006/relationships/tags" Target="../tags/tag30.xml"/><Relationship Id="rId4" Type="http://schemas.openxmlformats.org/officeDocument/2006/relationships/tags" Target="../tags/tag24.xml"/><Relationship Id="rId9" Type="http://schemas.openxmlformats.org/officeDocument/2006/relationships/tags" Target="../tags/tag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0 part 0 line 0"/>
          <p:cNvSpPr/>
          <p:nvPr>
            <p:custDataLst>
              <p:tags r:id="rId2"/>
            </p:custDataLst>
          </p:nvPr>
        </p:nvSpPr>
        <p:spPr>
          <a:xfrm>
            <a:off x="8534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1560576" algn="l"/>
              </a:tabLst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header	words</a:t>
            </a:r>
            <a:endParaRPr lang="en-US" sz="1200" dirty="0"/>
          </a:p>
        </p:txBody>
      </p:sp>
      <p:sp>
        <p:nvSpPr>
          <p:cNvPr id="3" name="OPF furniture 0 part 0 line 1"/>
          <p:cNvSpPr/>
          <p:nvPr>
            <p:custDataLst>
              <p:tags r:id="rId3"/>
            </p:custDataLst>
          </p:nvPr>
        </p:nvSpPr>
        <p:spPr>
          <a:xfrm>
            <a:off x="853440" y="357378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second line  </a:t>
            </a:r>
            <a:endParaRPr lang="en-US" sz="1200" dirty="0"/>
          </a:p>
        </p:txBody>
      </p:sp>
      <p:sp>
        <p:nvSpPr>
          <p:cNvPr id="4" name="OPF furniture 0 part 0 line 2"/>
          <p:cNvSpPr/>
          <p:nvPr>
            <p:custDataLst>
              <p:tags r:id="rId4"/>
            </p:custDataLst>
          </p:nvPr>
        </p:nvSpPr>
        <p:spPr>
          <a:xfrm>
            <a:off x="853440" y="543306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5" name="OPF furniture 0 part 1 line 0"/>
          <p:cNvSpPr/>
          <p:nvPr>
            <p:custDataLst>
              <p:tags r:id="rId5"/>
            </p:custDataLst>
          </p:nvPr>
        </p:nvSpPr>
        <p:spPr>
          <a:xfrm>
            <a:off x="45110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Registry Organization  </a:t>
            </a:r>
            <a:endParaRPr lang="en-US" sz="1200" dirty="0"/>
          </a:p>
        </p:txBody>
      </p:sp>
      <p:sp>
        <p:nvSpPr>
          <p:cNvPr id="6" name="OPF furniture 0 part 2 line 0"/>
          <p:cNvSpPr/>
          <p:nvPr>
            <p:custDataLst>
              <p:tags r:id="rId6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Alpha section  </a:t>
            </a:r>
            <a:endParaRPr lang="en-US" sz="1200" dirty="0"/>
          </a:p>
        </p:txBody>
      </p:sp>
      <p:sp>
        <p:nvSpPr>
          <p:cNvPr id="7" name="OPF furniture 0 part 3 line 0"/>
          <p:cNvSpPr/>
          <p:nvPr>
            <p:custDataLst>
              <p:tags r:id="rId7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footer  </a:t>
            </a:r>
            <a:endParaRPr lang="en-US" sz="1200" dirty="0"/>
          </a:p>
        </p:txBody>
      </p:sp>
      <p:sp>
        <p:nvSpPr>
          <p:cNvPr id="8" name="OPF furniture 0 part 4 line 0"/>
          <p:cNvSpPr/>
          <p:nvPr>
            <p:custDataLst>
              <p:tags r:id="rId8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OPF heading slides.0.title line 0"/>
          <p:cNvSpPr/>
          <p:nvPr>
            <p:custDataLst>
              <p:tags r:id="rId9"/>
            </p:custDataLst>
          </p:nvPr>
        </p:nvSpPr>
        <p:spPr>
          <a:xfrm>
            <a:off x="548640" y="843534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Inherited furniture</a:t>
            </a:r>
            <a:endParaRPr lang="en-US" sz="4050" dirty="0"/>
          </a:p>
        </p:txBody>
      </p:sp>
      <p:sp>
        <p:nvSpPr>
          <p:cNvPr id="10" name="OPF text slides.0.text line 0"/>
          <p:cNvSpPr/>
          <p:nvPr>
            <p:custDataLst>
              <p:tags r:id="rId10"/>
            </p:custDataLst>
          </p:nvPr>
        </p:nvSpPr>
        <p:spPr>
          <a:xfrm>
            <a:off x="548640" y="1699641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Scalar body inherited — exact.</a:t>
            </a:r>
            <a:endParaRPr lang="en-US" sz="1875" dirty="0"/>
          </a:p>
        </p:txBody>
      </p:sp>
      <p:sp>
        <p:nvSpPr>
          <p:cNvPr id="11" name="Native duplicated furniture">
            <a:extLst>
              <a:ext uri="{FF2B5EF4-FFF2-40B4-BE49-F238E27FC236}">
                <a16:creationId xmlns:a16="http://schemas.microsoft.com/office/drawing/2014/main" id="{784638B4-4365-0980-3091-B62AC709789D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1005840" y="3238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1560576" algn="l"/>
              </a:tabLst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header	words</a:t>
            </a:r>
            <a:endParaRPr lang="en-US" sz="1200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1" descr="  Registry furniture picture alt  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2095500" y="171450"/>
            <a:ext cx="685800" cy="342900"/>
          </a:xfrm>
          <a:prstGeom prst="rect">
            <a:avLst/>
          </a:prstGeom>
        </p:spPr>
      </p:pic>
      <p:sp>
        <p:nvSpPr>
          <p:cNvPr id="3" name="OPF furniture 1 part 1 line 0"/>
          <p:cNvSpPr/>
          <p:nvPr>
            <p:custDataLst>
              <p:tags r:id="rId3"/>
            </p:custDataLst>
          </p:nvPr>
        </p:nvSpPr>
        <p:spPr>
          <a:xfrm>
            <a:off x="853440" y="5143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Local image label  </a:t>
            </a:r>
            <a:endParaRPr lang="en-US" sz="1200" dirty="0"/>
          </a:p>
        </p:txBody>
      </p:sp>
      <p:sp>
        <p:nvSpPr>
          <p:cNvPr id="4" name="OPF furniture 1 part 2 line 0"/>
          <p:cNvSpPr/>
          <p:nvPr>
            <p:custDataLst>
              <p:tags r:id="rId4"/>
            </p:custDataLst>
          </p:nvPr>
        </p:nvSpPr>
        <p:spPr>
          <a:xfrm>
            <a:off x="45110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Registry Organization  </a:t>
            </a:r>
            <a:endParaRPr lang="en-US" sz="1200" dirty="0"/>
          </a:p>
        </p:txBody>
      </p:sp>
      <p:sp>
        <p:nvSpPr>
          <p:cNvPr id="5" name="OPF furniture 1 part 3 line 0"/>
          <p:cNvSpPr/>
          <p:nvPr>
            <p:custDataLst>
              <p:tags r:id="rId5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Beta section  </a:t>
            </a:r>
            <a:endParaRPr lang="en-US" sz="1200" dirty="0"/>
          </a:p>
        </p:txBody>
      </p:sp>
      <p:sp>
        <p:nvSpPr>
          <p:cNvPr id="6" name="OPF furniture 1 part 4 line 0"/>
          <p:cNvSpPr/>
          <p:nvPr>
            <p:custDataLst>
              <p:tags r:id="rId6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Local footer  </a:t>
            </a:r>
            <a:endParaRPr lang="en-US" sz="1200" dirty="0"/>
          </a:p>
        </p:txBody>
      </p:sp>
      <p:sp>
        <p:nvSpPr>
          <p:cNvPr id="7" name="OPF furniture 1 part 5 line 0"/>
          <p:cNvSpPr/>
          <p:nvPr>
            <p:custDataLst>
              <p:tags r:id="rId7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OPF heading slides.1.title line 0"/>
          <p:cNvSpPr/>
          <p:nvPr>
            <p:custDataLst>
              <p:tags r:id="rId8"/>
            </p:custDataLst>
          </p:nvPr>
        </p:nvSpPr>
        <p:spPr>
          <a:xfrm>
            <a:off x="548640" y="81457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 furniture</a:t>
            </a:r>
            <a:endParaRPr lang="en-US" sz="4050" dirty="0"/>
          </a:p>
        </p:txBody>
      </p:sp>
      <p:sp>
        <p:nvSpPr>
          <p:cNvPr id="9" name="OPF text slides.1.text line 0"/>
          <p:cNvSpPr/>
          <p:nvPr>
            <p:custDataLst>
              <p:tags r:id="rId9"/>
            </p:custDataLst>
          </p:nvPr>
        </p:nvSpPr>
        <p:spPr>
          <a:xfrm>
            <a:off x="548640" y="167068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Scalar body local — exact.</a:t>
            </a:r>
            <a:endParaRPr lang="en-US" sz="1875" dirty="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2 part 0 line 0"/>
          <p:cNvSpPr/>
          <p:nvPr>
            <p:custDataLst>
              <p:tags r:id="rId2"/>
            </p:custDataLst>
          </p:nvPr>
        </p:nvSpPr>
        <p:spPr>
          <a:xfrm>
            <a:off x="8534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1560576" algn="l"/>
              </a:tabLst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header	words</a:t>
            </a:r>
            <a:endParaRPr lang="en-US" sz="1200" dirty="0"/>
          </a:p>
        </p:txBody>
      </p:sp>
      <p:sp>
        <p:nvSpPr>
          <p:cNvPr id="3" name="OPF furniture 2 part 0 line 1"/>
          <p:cNvSpPr/>
          <p:nvPr>
            <p:custDataLst>
              <p:tags r:id="rId3"/>
            </p:custDataLst>
          </p:nvPr>
        </p:nvSpPr>
        <p:spPr>
          <a:xfrm>
            <a:off x="853440" y="357378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second line  </a:t>
            </a:r>
            <a:endParaRPr lang="en-US" sz="1200" dirty="0"/>
          </a:p>
        </p:txBody>
      </p:sp>
      <p:sp>
        <p:nvSpPr>
          <p:cNvPr id="4" name="OPF furniture 2 part 0 line 2"/>
          <p:cNvSpPr/>
          <p:nvPr>
            <p:custDataLst>
              <p:tags r:id="rId4"/>
            </p:custDataLst>
          </p:nvPr>
        </p:nvSpPr>
        <p:spPr>
          <a:xfrm>
            <a:off x="853440" y="543306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5" name="OPF furniture 2 part 1 line 0"/>
          <p:cNvSpPr/>
          <p:nvPr>
            <p:custDataLst>
              <p:tags r:id="rId5"/>
            </p:custDataLst>
          </p:nvPr>
        </p:nvSpPr>
        <p:spPr>
          <a:xfrm>
            <a:off x="45110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Registry Organization  </a:t>
            </a:r>
            <a:endParaRPr lang="en-US" sz="1200" dirty="0"/>
          </a:p>
        </p:txBody>
      </p:sp>
      <p:sp>
        <p:nvSpPr>
          <p:cNvPr id="6" name="OPF furniture 2 part 2 line 0"/>
          <p:cNvSpPr/>
          <p:nvPr>
            <p:custDataLst>
              <p:tags r:id="rId6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Gamma section  </a:t>
            </a:r>
            <a:endParaRPr lang="en-US" sz="1200" dirty="0"/>
          </a:p>
        </p:txBody>
      </p:sp>
      <p:sp>
        <p:nvSpPr>
          <p:cNvPr id="7" name="OPF furniture 2 part 3 line 0"/>
          <p:cNvSpPr/>
          <p:nvPr>
            <p:custDataLst>
              <p:tags r:id="rId7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footer  </a:t>
            </a:r>
            <a:endParaRPr lang="en-US" sz="1200" dirty="0"/>
          </a:p>
        </p:txBody>
      </p:sp>
      <p:sp>
        <p:nvSpPr>
          <p:cNvPr id="8" name="OPF furniture 2 part 4 line 0"/>
          <p:cNvSpPr/>
          <p:nvPr>
            <p:custDataLst>
              <p:tags r:id="rId8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OPF heading slides.2.title line 0"/>
          <p:cNvSpPr/>
          <p:nvPr>
            <p:custDataLst>
              <p:tags r:id="rId9"/>
            </p:custDataLst>
          </p:nvPr>
        </p:nvSpPr>
        <p:spPr>
          <a:xfrm>
            <a:off x="548640" y="843534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Inherited again</a:t>
            </a:r>
            <a:endParaRPr lang="en-US" sz="4050" dirty="0"/>
          </a:p>
        </p:txBody>
      </p:sp>
      <p:sp>
        <p:nvSpPr>
          <p:cNvPr id="10" name="OPF text slides.2.text line 0"/>
          <p:cNvSpPr/>
          <p:nvPr>
            <p:custDataLst>
              <p:tags r:id="rId10"/>
            </p:custDataLst>
          </p:nvPr>
        </p:nvSpPr>
        <p:spPr>
          <a:xfrm>
            <a:off x="548640" y="1699641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Scalar body inherited again — exact.</a:t>
            </a:r>
            <a:endParaRPr lang="en-US" sz="1875" dirty="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36C696465222C2267726F7570223A2230222C22646566696E6974696F6E73223A7B22686561646572223A7B2273636F7065223A22676C6F62616C222C2276616C7565223A7B226C656674223A7B2274657874223A226C69746572616C227D2C2263656E746572223A7B226F7267616E697A6174696F6E223A747275657D2C227269676874223A7B2273656374696F6E223A747275657D7D7D2C22666F6F746572223A7B2273636F7065223A22676C6F62616C222C2276616C7565223A7B226C656674223A7B2274657874223A226C69746572616C227D2C227269676874223A7B22736C6964654E756D626572223A747275657D7D7D7D2C226F7267616E697A6174696F6E4964223A2272656769737472795F6F7267222C227061727473223A5B7B226B696E64223A22686561646572222C227A6F6E65223A226C656674222C226669656C64223A2274657874222C2274797065223A2274657874222C22636F756E74223A33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74657874222C2274797065223A2274657874222C22636F756E74223A317D2C7B226B696E64223A22666F6F746572222C227A6F6E65223A227269676874222C226669656C64223A22736C6964654E756D626572222C2274797065223A2274657874222C22636F756E74223A31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02C226C696E65223A302C22636F756E74223A332C22626F756E64617279223A2268617264222C22736570617261746F72223A225C725C6E22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02C226C696E65223A312C22636F756E74223A332C22626F756E64617279223A2268617264222C22736570617261746F72223A225C725C6E22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02C226C696E65223A322C22636F756E74223A332C22626F756E64617279223A22656E64222C22736570617261746F72223A2222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12C226C696E65223A302C22636F756E74223A312C22626F756E64617279223A22656E64222C22736570617261746F72223A2222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22C226C696E65223A302C22636F756E74223A312C22626F756E64617279223A22656E64222C22736570617261746F72223A2222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32C226C696E65223A302C22636F756E74223A312C22626F756E64617279223A22656E64222C22736570617261746F72223A2222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42C226C696E65223A302C22636F756E74223A312C22626F756E64617279223A22656E64222C22736570617261746F72223A222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02C226C696E65223A302C22636F756E74223A332C22626F756E64617279223A2268617264222C22736570617261746F72223A225C725C6E22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36C696465222C2267726F7570223A2231222C22646566696E6974696F6E73223A7B22686561646572223A7B2273636F7065223A226C6F63616C222C2276616C7565223A7B226C656674223A7B2274657874223A226C69746572616C222C22696D616765223A226E6174697665227D2C2263656E746572223A7B226F7267616E697A6174696F6E223A747275657D2C227269676874223A7B2273656374696F6E223A747275657D7D7D2C22666F6F746572223A7B2273636F7065223A226C6F63616C222C2276616C7565223A7B226C656674223A7B2274657874223A226C69746572616C227D2C227269676874223A7B22736C6964654E756D626572223A747275657D7D7D7D2C226F7267616E697A6174696F6E4964223A2272656769737472795F6F7267222C227061727473223A5B7B226B696E64223A22686561646572222C227A6F6E65223A226C656674222C226669656C64223A22696D616765222C2274797065223A22696D616765222C22636F756E74223A317D2C7B226B696E64223A22686561646572222C227A6F6E65223A226C656674222C226669656C64223A2274657874222C2274797065223A2274657874222C22636F756E74223A31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74657874222C2274797065223A2274657874222C22636F756E74223A317D2C7B226B696E64223A22666F6F746572222C227A6F6E65223A227269676874222C226669656C64223A22736C6964654E756D626572222C2274797065223A2274657874222C22636F756E74223A317D5D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696D616765222C2267726F7570223A2231222C2270617274223A30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12C226C696E65223A302C22636F756E74223A312C22626F756E64617279223A22656E64222C22736570617261746F72223A2222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22C226C696E65223A302C22636F756E74223A312C22626F756E64617279223A22656E64222C22736570617261746F72223A2222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32C226C696E65223A302C22636F756E74223A312C22626F756E64617279223A22656E64222C22736570617261746F72223A2222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42C226C696E65223A302C22636F756E74223A312C22626F756E64617279223A22656E64222C22736570617261746F72223A2222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52C226C696E65223A302C22636F756E74223A312C22626F756E64617279223A22656E64222C22736570617261746F72223A2222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12E74657874222C226C696E65223A302C22636F756E74223A312C22626F756E64617279223A22656E64222C22736570617261746F72223A2222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36C696465222C2267726F7570223A2232222C22646566696E6974696F6E73223A7B22686561646572223A7B2273636F7065223A22676C6F62616C222C2276616C7565223A7B226C656674223A7B2274657874223A226C69746572616C227D2C2263656E746572223A7B226F7267616E697A6174696F6E223A747275657D2C227269676874223A7B2273656374696F6E223A747275657D7D7D2C22666F6F746572223A7B2273636F7065223A22676C6F62616C222C2276616C7565223A7B226C656674223A7B2274657874223A226C69746572616C227D2C227269676874223A7B22736C6964654E756D626572223A747275657D7D7D7D2C226F7267616E697A6174696F6E4964223A2272656769737472795F6F7267222C227061727473223A5B7B226B696E64223A22686561646572222C227A6F6E65223A226C656674222C226669656C64223A2274657874222C2274797065223A2274657874222C22636F756E74223A33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74657874222C2274797065223A2274657874222C22636F756E74223A317D2C7B226B696E64223A22666F6F746572222C227A6F6E65223A227269676874222C226669656C64223A22736C6964654E756D626572222C2274797065223A2274657874222C22636F756E74223A317D5D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02C226C696E65223A302C22636F756E74223A332C22626F756E64617279223A2268617264222C22736570617261746F72223A225C725C6E22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02C226C696E65223A312C22636F756E74223A332C22626F756E64617279223A2268617264222C22736570617261746F72223A225C725C6E22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02C226C696E65223A322C22636F756E74223A332C22626F756E64617279223A22656E64222C22736570617261746F72223A2222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12C226C696E65223A302C22636F756E74223A312C22626F756E64617279223A22656E64222C22736570617261746F72223A2222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22C226C696E65223A302C22636F756E74223A312C22626F756E64617279223A22656E64222C22736570617261746F72223A222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32C226C696E65223A302C22636F756E74223A312C22626F756E64617279223A22656E64222C22736570617261746F72223A2222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42C226C696E65223A302C22636F756E74223A312C22626F756E64617279223A22656E64222C22736570617261746F72223A2222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22E7469746C65222C226669656C64223A227469746C65222C226C696E65223A302C22636F756E74223A312C22626F756E64617279223A22656E64222C22736570617261746F72223A2222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2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</Words>
  <Application>Microsoft Office PowerPoint</Application>
  <PresentationFormat>Widescreen</PresentationFormat>
  <Paragraphs>27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Roboto</vt:lpstr>
      <vt:lpstr>Office Theme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2026-09-21T18:33:52Z</dcterms:modified>
</cp:coreProperties>
</file>