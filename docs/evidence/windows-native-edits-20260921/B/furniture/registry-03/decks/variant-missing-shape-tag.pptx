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4" Type="http://schemas.openxmlformats.org/officeDocument/2006/relationships/tags" Target="../tags/opfFurniture14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/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>    </p:cNvPr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OpfFurniture10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OpfFurniture15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OpfFurniture16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17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