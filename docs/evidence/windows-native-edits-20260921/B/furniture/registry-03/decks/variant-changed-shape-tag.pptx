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4.xml" ContentType="application/vnd.openxmlformats-officedocument.presentationml.tags+xml"/>
  <Override PartName="/ppt/tags/opfFurniture15.xml" ContentType="application/vnd.openxmlformats-officedocument.presentationml.tags+xml"/>
  <Override PartName="/ppt/tags/opfFurniture16.xml" ContentType="application/vnd.openxmlformats-officedocument.presentationml.tags+xml"/>
  <Override PartName="/ppt/tags/opfFurniture17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4" Type="http://schemas.openxmlformats.org/officeDocument/2006/relationships/tags" Target="../tags/opfFurniture14.xml"/><Relationship Id="rIdOpfFurniture15" Type="http://schemas.openxmlformats.org/officeDocument/2006/relationships/tags" Target="../tags/opfFurniture15.xml"/><Relationship Id="rIdOpfFurniture16" Type="http://schemas.openxmlformats.org/officeDocument/2006/relationships/tags" Target="../tags/opfFurniture16.xml"/><Relationship Id="rIdOpfFurniture17" Type="http://schemas.openxmlformats.org/officeDocument/2006/relationships/tags" Target="../tags/opfFurniture17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OpfFurniture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>    </p:cNvPr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OpfFurniture10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4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OpfFurniture15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OpfFurniture16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OpfFurniture17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93939222C2270617274223A302C226C696E65223A302C22636F756E74223A33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opfFurniture14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opfFurniture15.xml><?xml version="1.0" encoding="utf-8"?>
<p:tagLst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opfFurniture16.xml><?xml version="1.0" encoding="utf-8"?>
<p:tagLst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opfFurniture17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