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Text1.xml" ContentType="application/vnd.openxmlformats-officedocument.presentationml.tags+xml"/>
  <Override PartName="/ppt/tags/opfText2.xml" ContentType="application/vnd.openxmlformats-officedocument.presentationml.tags+xml"/>
  <Override PartName="/ppt/tags/opfText3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6.xml" ContentType="application/vnd.openxmlformats-officedocument.presentationml.tags+xml"/>
  <Override PartName="/ppt/tags/opfFurniture7.xml" ContentType="application/vnd.openxmlformats-officedocument.presentationml.tags+xml"/>
  <Override PartName="/ppt/tags/opfFurniture8.xml" ContentType="application/vnd.openxmlformats-officedocument.presentationml.tags+xml"/>
  <Override PartName="/ppt/tags/opfFurniture9.xml" ContentType="application/vnd.openxmlformats-officedocument.presentationml.tags+xml"/>
  <Override PartName="/ppt/tags/opfFurniture10.xml" ContentType="application/vnd.openxmlformats-officedocument.presentationml.tags+xml"/>
  <Override PartName="/ppt/tags/opfFurniture11.xml" ContentType="application/vnd.openxmlformats-officedocument.presentationml.tags+xml"/>
  <Override PartName="/ppt/tags/opfFurniture12.xml" ContentType="application/vnd.openxmlformats-officedocument.presentationml.tags+xml"/>
  <Override PartName="/ppt/tags/opfFurniture13.xml" ContentType="application/vnd.openxmlformats-officedocument.presentationml.tags+xml"/>
  <Override PartName="/ppt/tags/opfFurniture14.xml" ContentType="application/vnd.openxmlformats-officedocument.presentationml.tags+xml"/>
  <Override PartName="/ppt/tags/opfFurniture15.xml" ContentType="application/vnd.openxmlformats-officedocument.presentationml.tags+xml"/>
  <Override PartName="/ppt/tags/opfFurniture16.xml" ContentType="application/vnd.openxmlformats-officedocument.presentationml.tags+xml"/>
  <Override PartName="/ppt/tags/opfFurniture17.xml" ContentType="application/vnd.openxmlformats-officedocument.presentationml.tags+xml"/>
  <Override PartName="/ppt/tags/opfFurniture18.xml" ContentType="application/vnd.openxmlformats-officedocument.presentationml.tags+xml"/>
  <Override PartName="/ppt/tags/opfFurniture19.xml" ContentType="application/vnd.openxmlformats-officedocument.presentationml.tags+xml"/>
  <Override PartName="/ppt/tags/opfFurniture20.xml" ContentType="application/vnd.openxmlformats-officedocument.presentationml.tags+xml"/>
  <Override PartName="/ppt/tags/opfFurnitureSlide0.xml" ContentType="application/vnd.openxmlformats-officedocument.presentationml.tags+xml"/>
  <Override PartName="/ppt/tags/opfFurnitureSlide1.xml" ContentType="application/vnd.openxmlformats-officedocument.presentationml.tags+xml"/>
  <Override PartName="/ppt/tags/opfFurnitureSlide2.xml" ContentType="application/vnd.openxmlformats-officedocument.presentationml.tags+xml"/>
  <Override PartName="/ppt/media/image-2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6" Type="http://schemas.openxmlformats.org/officeDocument/2006/relationships/tags" Target="../tags/opfFurniture6.xml"/><Relationship Id="rIdOpfFurniture7" Type="http://schemas.openxmlformats.org/officeDocument/2006/relationships/tags" Target="../tags/opfFurniture7.xml"/><Relationship Id="rIdOpfFurnitureSlide" Type="http://schemas.openxmlformats.org/officeDocument/2006/relationships/tags" Target="../tags/opfFurnitureSlide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Text2" Type="http://schemas.openxmlformats.org/officeDocument/2006/relationships/tags" Target="../tags/opfText2.xml"/><Relationship Id="rIdOpfFurniture8" Type="http://schemas.openxmlformats.org/officeDocument/2006/relationships/tags" Target="../tags/opfFurniture8.xml"/><Relationship Id="rIdOpfFurniture9" Type="http://schemas.openxmlformats.org/officeDocument/2006/relationships/tags" Target="../tags/opfFurniture9.xml"/><Relationship Id="rIdOpfFurniture10" Type="http://schemas.openxmlformats.org/officeDocument/2006/relationships/tags" Target="../tags/opfFurniture10.xml"/><Relationship Id="rIdOpfFurniture11" Type="http://schemas.openxmlformats.org/officeDocument/2006/relationships/tags" Target="../tags/opfFurniture11.xml"/><Relationship Id="rIdOpfFurniture12" Type="http://schemas.openxmlformats.org/officeDocument/2006/relationships/tags" Target="../tags/opfFurniture12.xml"/><Relationship Id="rIdOpfFurniture13" Type="http://schemas.openxmlformats.org/officeDocument/2006/relationships/tags" Target="../tags/opfFurniture13.xml"/><Relationship Id="rIdOpfFurnitureSlide" Type="http://schemas.openxmlformats.org/officeDocument/2006/relationships/tags" Target="../tags/opfFurniture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Text3" Type="http://schemas.openxmlformats.org/officeDocument/2006/relationships/tags" Target="../tags/opfText3.xml"/><Relationship Id="rIdOpfFurniture14" Type="http://schemas.openxmlformats.org/officeDocument/2006/relationships/tags" Target="../tags/opfFurniture14.xml"/><Relationship Id="rIdOpfFurniture15" Type="http://schemas.openxmlformats.org/officeDocument/2006/relationships/tags" Target="../tags/opfFurniture15.xml"/><Relationship Id="rIdOpfFurniture16" Type="http://schemas.openxmlformats.org/officeDocument/2006/relationships/tags" Target="../tags/opfFurniture16.xml"/><Relationship Id="rIdOpfFurniture17" Type="http://schemas.openxmlformats.org/officeDocument/2006/relationships/tags" Target="../tags/opfFurniture17.xml"/><Relationship Id="rIdOpfFurniture18" Type="http://schemas.openxmlformats.org/officeDocument/2006/relationships/tags" Target="../tags/opfFurniture18.xml"/><Relationship Id="rIdOpfFurniture19" Type="http://schemas.openxmlformats.org/officeDocument/2006/relationships/tags" Target="../tags/opfFurniture19.xml"/><Relationship Id="rIdOpfFurniture20" Type="http://schemas.openxmlformats.org/officeDocument/2006/relationships/tags" Target="../tags/opfFurniture20.xml"/><Relationship Id="rIdOpfFurnitureSlide" Type="http://schemas.openxmlformats.org/officeDocument/2006/relationships/tags" Target="../tags/opfFurniture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0 part 0 line 0"/>
          <p:cNvSpPr/>
          <p:nvPr>
            <p:custDataLst>
              <p:tags r:id="rIdOpfFurniture1"/>
              <p:tags r:id="rIdOpfFurniture1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0 part 0 line 1"/>
          <p:cNvSpPr/>
          <p:nvPr>
            <p:custDataLst>
              <p:tags r:id="rIdOpfFurniture2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0 part 0 line 2"/>
          <p:cNvSpPr/>
          <p:nvPr>
            <p:custDataLst>
              <p:tags r:id="rIdOpfFurniture3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0 part 1 line 0"/>
          <p:cNvSpPr/>
          <p:nvPr>
            <p:custDataLst>
              <p:tags r:id="rIdOpfFurniture4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0 part 2 line 0"/>
          <p:cNvSpPr/>
          <p:nvPr>
            <p:custDataLst>
              <p:tags r:id="rIdOpfFurniture5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Alpha section  </a:t>
            </a:r>
            <a:endParaRPr lang="en-US" sz="1200" dirty="0"/>
          </a:p>
        </p:txBody>
      </p:sp>
      <p:sp>
        <p:nvSpPr>
          <p:cNvPr id="7" name="OPF furniture 0 part 3 line 0"/>
          <p:cNvSpPr/>
          <p:nvPr>
            <p:custDataLst>
              <p:tags r:id="rIdOpfFurniture6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0 part 4 line 0"/>
          <p:cNvSpPr/>
          <p:nvPr>
            <p:custDataLst>
              <p:tags r:id="rIdOpfFurniture7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furniture</a:t>
            </a:r>
            <a:endParaRPr lang="en-US" sz="4050" dirty="0"/>
          </a:p>
        </p:txBody>
      </p:sp>
      <p:sp>
        <p:nvSpPr>
          <p:cNvPr id="10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  Registry furniture picture alt  ">    </p:cNvPr>
          <p:cNvPicPr>
            <a:picLocks noChangeAspect="1"/>
          </p:cNvPicPr>
          <p:nvPr>
            <p:custDataLst>
              <p:tags r:id="rIdOpfFurniture8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1 part 1 line 0"/>
          <p:cNvSpPr/>
          <p:nvPr>
            <p:custDataLst>
              <p:tags r:id="rIdOpfFurniture9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image label  </a:t>
            </a:r>
            <a:endParaRPr lang="en-US" sz="1200" dirty="0"/>
          </a:p>
        </p:txBody>
      </p:sp>
      <p:sp>
        <p:nvSpPr>
          <p:cNvPr id="4" name="OPF furniture 1 part 2 line 0"/>
          <p:cNvSpPr/>
          <p:nvPr>
            <p:custDataLst>
              <p:tags r:id="rIdOpfFurniture10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5" name="OPF furniture 1 part 3 line 0"/>
          <p:cNvSpPr/>
          <p:nvPr>
            <p:custDataLst>
              <p:tags r:id="rIdOpfFurniture11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Beta section  </a:t>
            </a:r>
            <a:endParaRPr lang="en-US" sz="1200" dirty="0"/>
          </a:p>
        </p:txBody>
      </p:sp>
      <p:sp>
        <p:nvSpPr>
          <p:cNvPr id="6" name="OPF furniture 1 part 4 line 0"/>
          <p:cNvSpPr/>
          <p:nvPr>
            <p:custDataLst>
              <p:tags r:id="rIdOpfFurniture12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Local footer  </a:t>
            </a:r>
            <a:endParaRPr lang="en-US" sz="1200" dirty="0"/>
          </a:p>
        </p:txBody>
      </p:sp>
      <p:sp>
        <p:nvSpPr>
          <p:cNvPr id="7" name="OPF furniture 1 part 5 line 0"/>
          <p:cNvSpPr/>
          <p:nvPr>
            <p:custDataLst>
              <p:tags r:id="rIdOpfFurniture13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200" dirty="0"/>
          </a:p>
        </p:txBody>
      </p:sp>
      <p:sp>
        <p:nvSpPr>
          <p:cNvPr id="8" name="OPF heading slides.1.title line 0"/>
          <p:cNvSpPr/>
          <p:nvPr>
            <p:custDataLst>
              <p:tags r:id="rIdOpfHeading2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 furniture</a:t>
            </a:r>
            <a:endParaRPr lang="en-US" sz="4050" dirty="0"/>
          </a:p>
        </p:txBody>
      </p:sp>
      <p:sp>
        <p:nvSpPr>
          <p:cNvPr id="9" name="OPF text slides.1.text line 0"/>
          <p:cNvSpPr/>
          <p:nvPr>
            <p:custDataLst>
              <p:tags r:id="rIdOpfText2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local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furniture 2 part 0 line 0"/>
          <p:cNvSpPr/>
          <p:nvPr>
            <p:custDataLst>
              <p:tags r:id="rIdOpfFurniture14"/>
            </p:custDataLst>
          </p:nvPr>
        </p:nvSpPr>
        <p:spPr>
          <a:xfrm>
            <a:off x="8534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>
                <a:tab pos="1560576" algn="l"/>
              </a:tabLst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header	words</a:t>
            </a:r>
            <a:endParaRPr lang="en-US" sz="1200" dirty="0"/>
          </a:p>
        </p:txBody>
      </p:sp>
      <p:sp>
        <p:nvSpPr>
          <p:cNvPr id="3" name="OPF furniture 2 part 0 line 1"/>
          <p:cNvSpPr/>
          <p:nvPr>
            <p:custDataLst>
              <p:tags r:id="rIdOpfFurniture15"/>
            </p:custDataLst>
          </p:nvPr>
        </p:nvSpPr>
        <p:spPr>
          <a:xfrm>
            <a:off x="853440" y="357378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second line  </a:t>
            </a:r>
            <a:endParaRPr lang="en-US" sz="1200" dirty="0"/>
          </a:p>
        </p:txBody>
      </p:sp>
      <p:sp>
        <p:nvSpPr>
          <p:cNvPr id="4" name="OPF furniture 2 part 0 line 2"/>
          <p:cNvSpPr/>
          <p:nvPr>
            <p:custDataLst>
              <p:tags r:id="rIdOpfFurniture16"/>
            </p:custDataLst>
          </p:nvPr>
        </p:nvSpPr>
        <p:spPr>
          <a:xfrm>
            <a:off x="853440" y="543306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5" name="OPF furniture 2 part 1 line 0"/>
          <p:cNvSpPr/>
          <p:nvPr>
            <p:custDataLst>
              <p:tags r:id="rIdOpfFurniture17"/>
            </p:custDataLst>
          </p:nvPr>
        </p:nvSpPr>
        <p:spPr>
          <a:xfrm>
            <a:off x="45110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Registry Organization  </a:t>
            </a:r>
            <a:endParaRPr lang="en-US" sz="1200" dirty="0"/>
          </a:p>
        </p:txBody>
      </p:sp>
      <p:sp>
        <p:nvSpPr>
          <p:cNvPr id="6" name="OPF furniture 2 part 2 line 0"/>
          <p:cNvSpPr/>
          <p:nvPr>
            <p:custDataLst>
              <p:tags r:id="rIdOpfFurniture18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Gamma section  </a:t>
            </a:r>
            <a:endParaRPr lang="en-US" sz="1200" dirty="0"/>
          </a:p>
        </p:txBody>
      </p:sp>
      <p:sp>
        <p:nvSpPr>
          <p:cNvPr id="7" name="OPF furniture 2 part 3 line 0"/>
          <p:cNvSpPr/>
          <p:nvPr>
            <p:custDataLst>
              <p:tags r:id="rIdOpfFurniture19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Inherited footer  </a:t>
            </a:r>
            <a:endParaRPr lang="en-US" sz="1200" dirty="0"/>
          </a:p>
        </p:txBody>
      </p:sp>
      <p:sp>
        <p:nvSpPr>
          <p:cNvPr id="8" name="OPF furniture 2 part 4 line 0"/>
          <p:cNvSpPr/>
          <p:nvPr>
            <p:custDataLst>
              <p:tags r:id="rIdOpfFurniture20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OPF heading slides.2.title line 0"/>
          <p:cNvSpPr/>
          <p:nvPr>
            <p:custDataLst>
              <p:tags r:id="rIdOpfHeading3"/>
            </p:custDataLst>
          </p:nvPr>
        </p:nvSpPr>
        <p:spPr>
          <a:xfrm>
            <a:off x="548640" y="843534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Inherited again</a:t>
            </a:r>
            <a:endParaRPr lang="en-US" sz="4050" dirty="0"/>
          </a:p>
        </p:txBody>
      </p:sp>
      <p:sp>
        <p:nvSpPr>
          <p:cNvPr id="10" name="OPF text slides.2.text line 0"/>
          <p:cNvSpPr/>
          <p:nvPr>
            <p:custDataLst>
              <p:tags r:id="rIdOpfText3"/>
            </p:custDataLst>
          </p:nvPr>
        </p:nvSpPr>
        <p:spPr>
          <a:xfrm>
            <a:off x="548640" y="1699641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Scalar body inherited again — exact.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74657874222C2267726F7570223A2230222C2270617274223A302C226C696E65223A302C22636F756E74223A332C22626F756E64617279223A2268617264222C22736570617261746F72223A225C725C6E22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02C226C696E65223A312C22636F756E74223A332C22626F756E64617279223A2268617264222C22736570617261746F72223A225C725C6E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02C226C696E65223A322C22636F756E74223A33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6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7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8.xml><?xml version="1.0" encoding="utf-8"?>
<p:tagLst xmlns:p="http://schemas.openxmlformats.org/presentationml/2006/main">
  <p:tag name="OPF_FURNITURE_V1" val="7B2276223A312C22726F6C65223A22696D616765222C2267726F7570223A2231222C2270617274223A307D"/>
</p:tagLst>
</file>

<file path=ppt/tags/opfFurniture9.xml><?xml version="1.0" encoding="utf-8"?>
<p:tagLst xmlns:p="http://schemas.openxmlformats.org/presentationml/2006/main">
  <p:tag name="OPF_FURNITURE_V1" val="7B2276223A312C22726F6C65223A2274657874222C2267726F7570223A2231222C2270617274223A312C226C696E65223A302C22636F756E74223A312C22626F756E64617279223A22656E64222C22736570617261746F72223A22227D"/>
</p:tagLst>
</file>

<file path=ppt/tags/opfFurniture10.xml><?xml version="1.0" encoding="utf-8"?>
<p:tagLst xmlns:p="http://schemas.openxmlformats.org/presentationml/2006/main">
  <p:tag name="OPF_FURNITURE_V1" val="7B2276223A312C22726F6C65223A2274657874222C2267726F7570223A2231222C2270617274223A322C226C696E65223A302C22636F756E74223A312C22626F756E64617279223A22656E64222C22736570617261746F72223A22227D"/>
</p:tagLst>
</file>

<file path=ppt/tags/opfFurniture11.xml><?xml version="1.0" encoding="utf-8"?>
<p:tagLst xmlns:p="http://schemas.openxmlformats.org/presentationml/2006/main">
  <p:tag name="OPF_FURNITURE_V1" val="7B2276223A312C22726F6C65223A2274657874222C2267726F7570223A2231222C2270617274223A332C226C696E65223A302C22636F756E74223A312C22626F756E64617279223A22656E64222C22736570617261746F72223A22227D"/>
</p:tagLst>
</file>

<file path=ppt/tags/opfFurniture12.xml><?xml version="1.0" encoding="utf-8"?>
<p:tagLst xmlns:p="http://schemas.openxmlformats.org/presentationml/2006/main">
  <p:tag name="OPF_FURNITURE_V1" val="7B2276223A312C22726F6C65223A2274657874222C2267726F7570223A2231222C2270617274223A342C226C696E65223A302C22636F756E74223A312C22626F756E64617279223A22656E64222C22736570617261746F72223A22227D"/>
</p:tagLst>
</file>

<file path=ppt/tags/opfFurniture13.xml><?xml version="1.0" encoding="utf-8"?>
<p:tagLst xmlns:p="http://schemas.openxmlformats.org/presentationml/2006/main">
  <p:tag name="OPF_FURNITURE_V1" val="7B2276223A312C22726F6C65223A2274657874222C2267726F7570223A2231222C2270617274223A352C226C696E65223A302C22636F756E74223A312C22626F756E64617279223A22656E64222C22736570617261746F72223A22227D"/>
</p:tagLst>
</file>

<file path=ppt/tags/opfFurniture14.xml><?xml version="1.0" encoding="utf-8"?>
<p:tagLst xmlns:p="http://schemas.openxmlformats.org/presentationml/2006/main">
  <p:tag name="OPF_FURNITURE_V1" val="7B2276223A312C22726F6C65223A2274657874222C2267726F7570223A2232222C2270617274223A302C226C696E65223A302C22636F756E74223A332C22626F756E64617279223A2268617264222C22736570617261746F72223A225C725C6E227D"/>
</p:tagLst>
</file>

<file path=ppt/tags/opfFurniture15.xml><?xml version="1.0" encoding="utf-8"?>
<p:tagLst xmlns:p="http://schemas.openxmlformats.org/presentationml/2006/main">
  <p:tag name="OPF_FURNITURE_V1" val="7B2276223A312C22726F6C65223A2274657874222C2267726F7570223A2232222C2270617274223A302C226C696E65223A312C22636F756E74223A332C22626F756E64617279223A2268617264222C22736570617261746F72223A225C725C6E227D"/>
</p:tagLst>
</file>

<file path=ppt/tags/opfFurniture16.xml><?xml version="1.0" encoding="utf-8"?>
<p:tagLst xmlns:p="http://schemas.openxmlformats.org/presentationml/2006/main">
  <p:tag name="OPF_FURNITURE_V1" val="7B2276223A312C22726F6C65223A2274657874222C2267726F7570223A2232222C2270617274223A302C226C696E65223A322C22636F756E74223A332C22626F756E64617279223A22656E64222C22736570617261746F72223A22227D"/>
</p:tagLst>
</file>

<file path=ppt/tags/opfFurniture17.xml><?xml version="1.0" encoding="utf-8"?>
<p:tagLst xmlns:p="http://schemas.openxmlformats.org/presentationml/2006/main">
  <p:tag name="OPF_FURNITURE_V1" val="7B2276223A312C22726F6C65223A2274657874222C2267726F7570223A2232222C2270617274223A312C226C696E65223A302C22636F756E74223A312C22626F756E64617279223A22656E64222C22736570617261746F72223A22227D"/>
</p:tagLst>
</file>

<file path=ppt/tags/opfFurniture18.xml><?xml version="1.0" encoding="utf-8"?>
<p:tagLst xmlns:p="http://schemas.openxmlformats.org/presentationml/2006/main">
  <p:tag name="OPF_FURNITURE_V1" val="7B2276223A312C22726F6C65223A2274657874222C2267726F7570223A2232222C2270617274223A322C226C696E65223A302C22636F756E74223A312C22626F756E64617279223A22656E64222C22736570617261746F72223A22227D"/>
</p:tagLst>
</file>

<file path=ppt/tags/opfFurniture19.xml><?xml version="1.0" encoding="utf-8"?>
<p:tagLst xmlns:p="http://schemas.openxmlformats.org/presentationml/2006/main">
  <p:tag name="OPF_FURNITURE_V1" val="7B2276223A312C22726F6C65223A2274657874222C2267726F7570223A2232222C2270617274223A332C226C696E65223A302C22636F756E74223A312C22626F756E64617279223A22656E64222C22736570617261746F72223A22227D"/>
</p:tagLst>
</file>

<file path=ppt/tags/opfFurniture20.xml><?xml version="1.0" encoding="utf-8"?>
<p:tagLst xmlns:p="http://schemas.openxmlformats.org/presentationml/2006/main">
  <p:tag name="OPF_FURNITURE_V1" val="7B2276223A312C22726F6C65223A2274657874222C2267726F7570223A2232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1.xml><?xml version="1.0" encoding="utf-8"?>
<p:tagLst xmlns:p="http://schemas.openxmlformats.org/presentationml/2006/main">
  <p:tag name="OPF_FURNITURE_V1" val="7B2276223A312C22726F6C65223A22736C696465222C2267726F7570223A2231222C22646566696E6974696F6E73223A7B22686561646572223A7B2273636F7065223A226C6F63616C222C2276616C7565223A7B226C656674223A7B2274657874223A226C69746572616C222C22696D616765223A226E6174697665227D2C2263656E746572223A7B226F7267616E697A6174696F6E223A747275657D2C227269676874223A7B2273656374696F6E223A747275657D7D7D2C22666F6F746572223A7B2273636F7065223A226C6F63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FurnitureSlide2.xml><?xml version="1.0" encoding="utf-8"?>
<p:tagLst xmlns:p="http://schemas.openxmlformats.org/presentationml/2006/main">
  <p:tag name="OPF_FURNITURE_V1" val="7B2276223A312C22726F6C65223A22736C696465222C2267726F7570223A2232222C22646566696E6974696F6E73223A7B22686561646572223A7B2273636F7065223A22676C6F62616C222C2276616C7565223A7B226C656674223A7B2274657874223A226C69746572616C227D2C2263656E746572223A7B226F7267616E697A6174696F6E223A747275657D2C227269676874223A7B2273656374696F6E223A747275657D7D7D2C22666F6F746572223A7B2273636F7065223A22676C6F62616C222C2276616C7565223A7B226C656674223A7B2274657874223A226C69746572616C227D2C227269676874223A7B22736C6964654E756D626572223A747275657D7D7D7D2C226F7267616E697A6174696F6E4964223A2272656769737472795F6F7267222C227061727473223A5B7B226B696E64223A22686561646572222C227A6F6E65223A226C656674222C226669656C64223A2274657874222C2274797065223A2274657874222C22636F756E74223A337D2C7B226B696E64223A22686561646572222C227A6F6E65223A2263656E746572222C226669656C64223A226F7267616E697A6174696F6E222C2274797065223A2274657874222C22636F756E74223A317D2C7B226B696E64223A22686561646572222C227A6F6E65223A227269676874222C226669656C64223A2273656374696F6E222C2274797065223A2274657874222C22636F756E74223A317D2C7B226B696E64223A22666F6F746572222C227A6F6E65223A226C656674222C226669656C64223A2274657874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ags/opfText2.xml><?xml version="1.0" encoding="utf-8"?>
<p:tagLst xmlns:p="http://schemas.openxmlformats.org/presentationml/2006/main">
  <p:tag name="OPF_TEXT_V1" val="7B2276223A312C2267726F7570223A22736C696465732E312E74657874222C226C696E65223A302C22636F756E74223A312C22626F756E64617279223A22656E64222C22736570617261746F72223A22227D"/>
</p:tagLst>
</file>

<file path=ppt/tags/opfText3.xml><?xml version="1.0" encoding="utf-8"?>
<p:tagLst xmlns:p="http://schemas.openxmlformats.org/presentationml/2006/main">
  <p:tag name="OPF_TEXT_V1" val="7B2276223A312C2267726F7570223A22736C696465732E32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