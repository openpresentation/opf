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5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ative-picture-replacement" descr="Replacement picture added by native-picture-edit">
            <a:extLst>
              <a:ext uri="{FF2B5EF4-FFF2-40B4-BE49-F238E27FC236}">
                <a16:creationId xmlns:a16="http://schemas.microsoft.com/office/drawing/2014/main" id="{23D9D0C5-CABA-E65D-C886-9BE8BFDCD2E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600200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2026-09-21T18:08:11Z</dcterms:modified>
</cp:coreProperties>
</file>