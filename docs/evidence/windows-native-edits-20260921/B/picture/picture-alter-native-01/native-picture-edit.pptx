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020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/>
          <p:cNvPicPr>
            <a:picLocks/>
          </p:cNvPicPr>
          <p:nvPr/>
        </p:nvPicPr>
        <p:blipFill>
          <a:blip r:embed="rId3"/>
          <a:srcRect l="20000" t="26667"/>
          <a:stretch>
            <a:fillRect/>
          </a:stretch>
        </p:blipFill>
        <p:spPr>
          <a:xfrm>
            <a:off x="2743200" y="16764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2026-09-21T18:07:29Z</dcterms:modified>
</cp:coreProperties>
</file>