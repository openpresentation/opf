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3392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273505"/>
              </p:ext>
            </p:extLst>
          </p:nvPr>
        </p:nvGraphicFramePr>
        <p:xfrm>
          <a:off x="548640" y="548640"/>
          <a:ext cx="11094720" cy="1508760"/>
        </p:xfrm>
        <a:graphic>
          <a:graphicData uri="http://schemas.openxmlformats.org/drawingml/2006/table">
            <a:tbl>
              <a:tblPr/>
              <a:tblGrid>
                <a:gridCol w="1109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0876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366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Lead	</a:t>
                      </a:r>
                      <a:r>
                        <a:rPr lang="en-US" sz="300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Large evidence phrase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continues in smaller text across the same editable table cell so natural layout must wrap this sentence without authored line breaks or inserted offsets. </a:t>
                      </a:r>
                      <a:r>
                        <a:rPr lang="en-US" sz="300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Second large </a:t>
                      </a:r>
                      <a:r>
                        <a:rPr lang="en-US" sz="300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phrase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finishes the control with saved source runs.</a:t>
                      </a:r>
                      <a:endParaRPr lang="en-US" sz="1800" b="0" i="0" dirty="0">
                        <a:latin typeface="Carlito" panose="020F0502020204030204" pitchFamily="34" charset="0"/>
                        <a:ea typeface="Carlito" charset="0"/>
                        <a:cs typeface="Carli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2026-09-21T00:00:00Z</dcterms:created>
  <dcterms:modified xsi:type="dcterms:W3CDTF">2026-09-23T01:21:37Z</dcterms:modified>
</cp:coreProperties>
</file>