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48640"/>
          <a:ext cx="11094720" cy="1508760"/>
        </p:xfrm>
        <a:graphic>
          <a:graphicData uri="http://schemas.openxmlformats.org/drawingml/2006/table">
            <a:tbl>
              <a:tblPr firstRow="0"/>
              <a:tblGrid>
                <a:gridCol w="11094720"/>
              </a:tblGrid>
              <a:tr h="150876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66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Lead	</a:t>
                      </a:r>
                      <a:r>
                        <a:rPr lang="en-US" sz="3000" b="1" dirty="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Large evidence phrase 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continues in smaller text across the same editable table cell so natural layout must wrap this sentence without authored line breaks or inserted offsets. </a:t>
                      </a:r>
                      <a:r>
                        <a:rPr lang="en-US" sz="3000" dirty="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Second large phrase 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finishes the control with exact source runs.</a:t>
                      </a:r>
                      <a:endParaRPr lang="en-US" sz="12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rl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2026-09-21T00:00:00.000Z</dcterms:created>
  <dcterms:modified xsi:type="dcterms:W3CDTF">2026-09-21T00:00:00.000Z</dcterms:modified>
</cp:coreProperties>
</file>