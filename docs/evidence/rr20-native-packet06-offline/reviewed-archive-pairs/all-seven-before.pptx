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  <Override PartName="/ppt/tags/opfHeading7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Slide7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OpfHeading4" Type="http://schemas.openxmlformats.org/officeDocument/2006/relationships/tags" Target="../tags/opfHeading4.xml"/><Relationship Id="rIdOpfSlide" Type="http://schemas.openxmlformats.org/officeDocument/2006/relationships/tags" Target="../tags/opf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OpfHeading5" Type="http://schemas.openxmlformats.org/officeDocument/2006/relationships/tags" Target="../tags/opfHeading5.xml"/><Relationship Id="rIdOpfSlide" Type="http://schemas.openxmlformats.org/officeDocument/2006/relationships/tags" Target="../tags/opf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Relationship Id="rIdOpfHeading6" Type="http://schemas.openxmlformats.org/officeDocument/2006/relationships/tags" Target="../tags/opfHeading6.xml"/><Relationship Id="rIdOpfSlide" Type="http://schemas.openxmlformats.org/officeDocument/2006/relationships/tags" Target="../tags/opf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OpfHeading7" Type="http://schemas.openxmlformats.org/officeDocument/2006/relationships/tags" Target="../tags/opfHeading7.xml"/><Relationship Id="rIdOpfSlide" Type="http://schemas.openxmlformats.org/officeDocument/2006/relationships/tags" Target="../tags/opf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treemap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p:graphicFrame>
        <p:nvGraphicFramePr>
          <p:cNvPr id="3" name="OPF chart 2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pareto</a:t>
            </a:r>
            <a:endParaRPr lang="en-US" sz="4050" dirty="0"/>
          </a:p>
        </p:txBody>
      </p:sp>
      <p:graphicFrame>
        <p:nvGraphicFramePr>
          <p:cNvPr id="3" name="OPF chart 3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>
            <a:spLocks noGrp="1"/>
          </p:cNvSpPr>
          <p:nvPr>
            <p:ph type="title"/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box-and-whisker</a:t>
            </a:r>
            <a:endParaRPr lang="en-US" sz="4050" dirty="0"/>
          </a:p>
        </p:txBody>
      </p:sp>
      <p:graphicFrame>
        <p:nvGraphicFramePr>
          <p:cNvPr id="3" name="OPF chart 4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>
            <a:spLocks noGrp="1"/>
          </p:cNvSpPr>
          <p:nvPr>
            <p:ph type="title"/>
            <p:custDataLst>
              <p:tags r:id="rIdOpfHeading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waterfall</a:t>
            </a:r>
            <a:endParaRPr lang="en-US" sz="4050" dirty="0"/>
          </a:p>
        </p:txBody>
      </p:sp>
      <p:graphicFrame>
        <p:nvGraphicFramePr>
          <p:cNvPr id="3" name="OPF chart 5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>
            <a:spLocks noGrp="1"/>
          </p:cNvSpPr>
          <p:nvPr>
            <p:ph type="title"/>
            <p:custDataLst>
              <p:tags r:id="rIdOpfHeading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funnel</a:t>
            </a:r>
            <a:endParaRPr lang="en-US" sz="4050" dirty="0"/>
          </a:p>
        </p:txBody>
      </p:sp>
      <p:graphicFrame>
        <p:nvGraphicFramePr>
          <p:cNvPr id="3" name="OPF chart 6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6.title line 0"/>
          <p:cNvSpPr>
            <a:spLocks noGrp="1"/>
          </p:cNvSpPr>
          <p:nvPr>
            <p:ph type="title"/>
            <p:custDataLst>
              <p:tags r:id="rIdOpfHeading7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world</a:t>
            </a:r>
            <a:endParaRPr lang="en-US" sz="4050" dirty="0"/>
          </a:p>
        </p:txBody>
      </p:sp>
      <p:graphicFrame>
        <p:nvGraphicFramePr>
          <p:cNvPr id="3" name="OPF chart 7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7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Heading4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2C22626F756E64617279223A22656E64222C22736570617261746F72223A22227D"/>
</p:tagLst>
</file>

<file path=ppt/tags/opfHeading5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2C22626F756E64617279223A22656E64222C22736570617261746F72223A22227D"/>
</p:tagLst>
</file>

<file path=ppt/tags/opfHeading6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2C22626F756E64617279223A22656E64222C22736570617261746F72223A22227D"/>
</p:tagLst>
</file>

<file path=ppt/tags/opfHeading7.xml><?xml version="1.0" encoding="utf-8"?>
<p:tagLst xmlns:p="http://schemas.openxmlformats.org/presentationml/2006/main">
  <p:tag name="OPF_HEADING_V1" val="7B2276223A312C2267726F7570223A22736C696465732E36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7.xml><?xml version="1.0" encoding="utf-8"?>
<p:tagLst xmlns:p="http://schemas.openxmlformats.org/presentationml/2006/main">
  <p:tag name="OPF_SLIDE_V1" val="7B2276223A312C22736C696465223A36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