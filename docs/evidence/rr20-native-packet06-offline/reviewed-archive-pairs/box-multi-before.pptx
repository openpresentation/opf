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89B4D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549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box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1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Office Theme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