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5</c:v>
                </c:pt>
                <c:pt idx="2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spPr>
            <a:solidFill>
              <a:srgbClr val="89B4D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2</c:v>
                </c:pt>
                <c:pt idx="2">
                  <c:v>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West</c:v>
                </c:pt>
              </c:strCache>
            </c:strRef>
          </c:tx>
          <c:spPr>
            <a:solidFill>
              <a:srgbClr val="5499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FFFFFF"/>
              </a:solidFill>
              <a:latin typeface="Aptos"/>
              <a:ea typeface="Aptos"/>
              <a:cs typeface="Aptos"/>
            </a:defRPr>
          </a:pPr>
          <a:endParaRPr lang="en-US"/>
        </a:p>
      </c:txPr>
    </c:legend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 userDrawn="1">
  <p:cSld name="OPF a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Slide" Type="http://schemas.openxmlformats.org/officeDocument/2006/relationships/tags" Target="../tags/opf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pareto</a:t>
            </a:r>
            <a:endParaRPr lang="en-US" sz="4050" dirty="0"/>
          </a:p>
        </p:txBody>
      </p:sp>
      <p:graphicFrame>
        <p:nvGraphicFramePr>
          <p:cNvPr id="3" name="OPF chart 1"/>
          <p:cNvGraphicFramePr/>
          <p:nvPr/>
        </p:nvGraphicFramePr>
        <p:xfrm>
          <a:off x="548640" y="1404747"/>
          <a:ext cx="11094720" cy="490461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  <p:custDataLst>
      <p:tags r:id="rIdOpf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12C22616273656E74223A5B2224736368656D61222C226E616D65222C226C616E6775616765222C2264657369676E2E7468656D65222C2264657369676E2E636F6C6F72536368656D65222C2264657369676E2E666F6E74536368656D65222C2264657369676E2E64696D656E73696F6E73225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4170746F7320446973706C6179222C226561223A224170746F7320446973706C6179222C226373223A22227D2C226D696E6F72223A7B226C6174696E223A224170746F73222C226561223A224170746F73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opfSlide1.xml><?xml version="1.0" encoding="utf-8"?>
<p:tagLst xmlns:p="http://schemas.openxmlformats.org/presentationml/2006/main">
  <p:tag name="OPF_SLIDE_V1" val="7B2276223A312C22736C696465223A302C22636F6E74656E74223A7B22666F726D223A22726F6F74222C226669656C64223A226368617274222C22626F78223A5B35372E362C3134372E352C313136342E382C3531342E395D7D2C226E6174697665223A7B22737472756374757265223A223039626232343962316335356365222C226261636B67726F756E64223A223131336637323562636232336536222C227374796C65223A223065353963323236313665353334227D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Office Theme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