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media/image-1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Native picture control</a:t>
            </a:r>
            <a:endParaRPr lang="en-US" sz="4050" dirty="0"/>
          </a:p>
        </p:txBody>
      </p:sp>
      <p:pic>
        <p:nvPicPr>
          <p:cNvPr id="3" name="OPF image 1" descr="Packet local picture"/>
          <p:cNvPicPr>
            <a:picLocks noChangeAspect="1"/>
          </p:cNvPicPr>
          <p:nvPr/>
        </p:nvPicPr>
        <p:blipFill>
          <a:blip r:embed="rId1"/>
          <a:srcRect l="0" t="5793" r="0" b="5793"/>
          <a:stretch>
            <a:fillRect/>
          </a:stretch>
        </p:blipFill>
        <p:spPr>
          <a:xfrm>
            <a:off x="548640" y="1404747"/>
            <a:ext cx="11094720" cy="4904613"/>
          </a:xfrm>
          <a:prstGeom prst="rect">
            <a:avLst/>
          </a:prstGeom>
        </p:spPr>
      </p:pic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96D616765222C22626F78223A5B35372E362C3134372E352C313136342E382C3531342E395D7D2C226E6174697665223A7B22737472756374757265223A223164663862326439393032353731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