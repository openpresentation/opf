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size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treemap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89B4DC"/>
              </a:solidFill>
            </cx:spPr>
          </cx:dataPt>
          <cx:dataPt idx="2">
            <cx:spPr>
              <a:solidFill>
                <a:srgbClr val="5499C7"/>
              </a:solidFill>
            </cx:spPr>
          </cx:dataPt>
          <cx:dataPt idx="3">
            <cx:spPr>
              <a:solidFill>
                <a:srgbClr val="7BDBB2"/>
              </a:solidFill>
            </cx:spPr>
          </cx:dataPt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  <a:endParaRPr lang="en-US"/>
              </a:p>
            </cx:txPr>
            <cx:visibility seriesName="0" categoryName="1" value="0"/>
          </cx:dataLabels>
          <cx:dataId val="0"/>
          <cx:layoutPr>
            <cx:parentLabelLayout val="none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treemap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