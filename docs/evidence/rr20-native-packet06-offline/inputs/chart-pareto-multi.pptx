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Roboto"/>
              <a:ea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pareto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