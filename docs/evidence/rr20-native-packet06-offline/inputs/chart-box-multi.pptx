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89B4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5499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Roboto"/>
              <a:ea typeface="Roboto"/>
              <a:cs typeface="Roboto"/>
            </a:defRPr>
          </a:pPr>
          <a:endParaRPr lang="en-US"/>
        </a:p>
      </c:txPr>
    </c:legend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Sheet1!$A$2:$A$4</cx:f>
        <cx:lvl ptCount="3">
          <cx:pt idx="0">Q1</cx:pt>
          <cx:pt idx="1">Q2</cx:pt>
          <cx:pt idx="2">Q3</cx:pt>
        </cx:lvl>
      </cx:strDim>
      <cx:numDim type="val">
        <cx:f>Sheet1!$B$2:$B$4</cx:f>
        <cx:lvl ptCount="3" formatCode="General">
          <cx:pt idx="0">4</cx:pt>
          <cx:pt idx="1">5</cx:pt>
          <cx:pt idx="2">6</cx:pt>
        </cx:lvl>
      </cx:numDim>
    </cx:data>
    <cx:data id="1">
      <cx:strDim type="cat">
        <cx:f>Sheet1!$A$2:$A$4</cx:f>
        <cx:lvl ptCount="3">
          <cx:pt idx="0">Q1</cx:pt>
          <cx:pt idx="1">Q2</cx:pt>
          <cx:pt idx="2">Q3</cx:pt>
        </cx:lvl>
      </cx:strDim>
      <cx:numDim type="val">
        <cx:f>Sheet1!$C$2:$C$4</cx:f>
        <cx:lvl ptCount="3" formatCode="General">
          <cx:pt idx="0">3</cx:pt>
          <cx:pt idx="1">2</cx:pt>
          <cx:pt idx="2">4</cx:pt>
        </cx:lvl>
      </cx:numDim>
    </cx:data>
    <cx:data id="2">
      <cx:strDim type="cat">
        <cx:f>Sheet1!$A$2:$A$4</cx:f>
        <cx:lvl ptCount="3">
          <cx:pt idx="0">Q1</cx:pt>
          <cx:pt idx="1">Q2</cx:pt>
          <cx:pt idx="2">Q3</cx:pt>
        </cx:lvl>
      </cx:strDim>
      <cx:numDim type="val">
        <cx:f>Sheet1!$D$2:$D$4</cx:f>
        <cx:lvl ptCount="3" formatCode="General">
          <cx:pt idx="0">2</cx:pt>
          <cx:pt idx="1">3</cx:pt>
          <cx:pt idx="2">1</cx:pt>
        </cx:lvl>
      </cx:numDim>
    </cx:data>
  </cx:chartData>
  <cx:chart>
    <cx:plotArea>
      <cx:plotAreaRegion>
        <cx:series layoutId="boxWhisker" uniqueId="{1017E78B-C56B-4AC5-81BD-9882FD4B9882}">
          <cx:tx>
            <cx:txData>
              <cx:f>Sheet1!$B$1</cx:f>
              <cx:v>North</cx:v>
            </cx:txData>
          </cx:tx>
          <cx:spPr>
            <a:solidFill>
              <a:srgbClr val="2874A6"/>
            </a:solidFill>
            <a:ln w="9525">
              <a:solidFill>
                <a:srgbClr val="FFFFFF"/>
              </a:solidFill>
            </a:ln>
          </cx:spPr>
          <cx:dataId val="0"/>
          <cx:layoutPr>
            <cx:visibility meanLine="0" meanMarker="1" nonoutliers="0" outliers="1"/>
            <cx:statistics quartileMethod="exclusive"/>
          </cx:layoutPr>
          <cx:axisId val="0"/>
          <cx:axisId val="1"/>
        </cx:series>
        <cx:series layoutId="boxWhisker" uniqueId="{05F63654-CECA-490E-82C1-74FCE25C74FC}">
          <cx:tx>
            <cx:txData>
              <cx:f>Sheet1!$C$1</cx:f>
              <cx:v>South</cx:v>
            </cx:txData>
          </cx:tx>
          <cx:spPr>
            <a:solidFill>
              <a:srgbClr val="89B4DC"/>
            </a:solidFill>
            <a:ln w="9525">
              <a:solidFill>
                <a:srgbClr val="FFFFFF"/>
              </a:solidFill>
            </a:ln>
          </cx:spPr>
          <cx:dataId val="1"/>
          <cx:layoutPr>
            <cx:visibility meanLine="0" meanMarker="1" nonoutliers="0" outliers="1"/>
            <cx:statistics quartileMethod="exclusive"/>
          </cx:layoutPr>
          <cx:axisId val="0"/>
          <cx:axisId val="1"/>
        </cx:series>
        <cx:series layoutId="boxWhisker" uniqueId="{2B1ADDC9-EB1E-4F57-870F-3220E6193220}">
          <cx:tx>
            <cx:txData>
              <cx:f>Sheet1!$D$1</cx:f>
              <cx:v>West</cx:v>
            </cx:txData>
          </cx:tx>
          <cx:spPr>
            <a:solidFill>
              <a:srgbClr val="5499C7"/>
            </a:solidFill>
            <a:ln w="9525">
              <a:solidFill>
                <a:srgbClr val="FFFFFF"/>
              </a:solidFill>
            </a:ln>
          </cx:spPr>
          <cx:dataId val="2"/>
          <cx:layoutPr>
            <cx:visibility meanLine="0" meanMarker="1" nonoutliers="0" outliers="1"/>
            <cx:statistics quartileMethod="exclusive"/>
          </cx:layoutPr>
          <cx:axisId val="0"/>
          <cx:axisId val="1"/>
        </cx:series>
      </cx:plotAreaRegion>
      <cx:axis id="0">
        <cx:catScaling gapWidth="1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</cx:plotArea>
    <cx:legend pos="r" align="ctr" overlay="0">
      <cx:txPr>
        <a:bodyPr/>
        <a:lstStyle/>
        <a:p>
          <a:pPr>
            <a:defRPr sz="1200">
              <a:solidFill>
                <a:srgbClr val="FFFFFF"/>
              </a:solidFill>
              <a:latin typeface="Roboto"/>
              <a:ea typeface="Roboto"/>
              <a:cs typeface="Roboto"/>
            </a:defRPr>
          </a:pPr>
          <a:endParaRPr lang="en-US"/>
        </a:p>
      </cx:txPr>
    </cx:legend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Roboto"/>
          <a:ea typeface="Roboto"/>
          <a:cs typeface="Roboto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Roboto"/>
      <a:ea typeface="Roboto"/>
      <a:cs typeface="Roboto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Roboto"/>
      <a:ea typeface="Roboto"/>
      <a:cs typeface="Roboto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box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35326661666130643663633635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Roboto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