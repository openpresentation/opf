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13</c:v>
                </c:pt>
                <c:pt idx="4">
                  <c:v>5.5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Sheet1!$B$2:$B$7</cx:f>
        <cx:lvl ptCount="6" formatCode="General">
          <cx:pt idx="0">3</cx:pt>
          <cx:pt idx="1">5</cx:pt>
          <cx:pt idx="2">8</cx:pt>
          <cx:pt idx="3">13</cx:pt>
          <cx:pt idx="4">5.5</cx:pt>
          <cx:pt idx="5">9</cx:pt>
        </cx:lvl>
      </cx:numDim>
    </cx:data>
  </cx:chartData>
  <cx:chart>
    <cx:plotArea>
      <cx:plotAreaRegion>
        <cx:series layoutId="clusteredColumn" uniqueId="{1017E78B-C56B-4AC5-81BD-9882FD4B9882}">
          <cx:tx>
            <cx:txData>
              <cx:f>Sheet1!$B$1</cx:f>
              <cx:v>Sample</cx:v>
            </cx:txData>
          </cx:tx>
          <cx:spPr>
            <a:solidFill>
              <a:srgbClr val="2874A6"/>
            </a:solidFill>
          </cx:spPr>
          <cx:dataId val="0"/>
          <cx:layoutPr>
            <cx:binning intervalClosed="r" underflow="auto" overflow="auto">
              <cx:binCount val="2"/>
            </cx:binning>
          </cx:layoutPr>
          <cx:axisId val="0"/>
          <cx:axisId val="1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Roboto"/>
          <a:ea typeface="Roboto"/>
          <a:cs typeface="Roboto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Roboto"/>
      <a:ea typeface="Roboto"/>
      <a:cs typeface="Roboto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Roboto"/>
      <a:ea typeface="Roboto"/>
      <a:cs typeface="Roboto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histogram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35326661666130643663633635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Roboto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