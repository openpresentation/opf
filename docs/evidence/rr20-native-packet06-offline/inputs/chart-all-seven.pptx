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  <Override PartName="/ppt/tags/opfHeading6.xml" ContentType="application/vnd.openxmlformats-officedocument.presentationml.tags+xml"/>
  <Override PartName="/ppt/tags/opfHeading7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4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5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Ex6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Slide4.xml" ContentType="application/vnd.openxmlformats-officedocument.presentationml.tags+xml"/>
  <Override PartName="/ppt/tags/opfSlide5.xml" ContentType="application/vnd.openxmlformats-officedocument.presentationml.tags+xml"/>
  <Override PartName="/ppt/tags/opfSlide6.xml" ContentType="application/vnd.openxmlformats-officedocument.presentationml.tags+xml"/>
  <Override PartName="/ppt/tags/opfSlide7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Ex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Ex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Ex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Ex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Ex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size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treemap" uniqueId="{1017E78B-C56B-4AC5-81BD-9882FD4B988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Pt idx="0">
            <cx:spPr>
              <a:solidFill>
                <a:srgbClr val="2874A6"/>
              </a:solidFill>
            </cx:spPr>
          </cx:dataPt>
          <cx:dataPt idx="1">
            <cx:spPr>
              <a:solidFill>
                <a:srgbClr val="89B4DC"/>
              </a:solidFill>
            </cx:spPr>
          </cx:dataPt>
          <cx:dataPt idx="2">
            <cx:spPr>
              <a:solidFill>
                <a:srgbClr val="5499C7"/>
              </a:solidFill>
            </cx:spPr>
          </cx:dataPt>
          <cx:dataPt idx="3">
            <cx:spPr>
              <a:solidFill>
                <a:srgbClr val="7BDBB2"/>
              </a:solidFill>
            </cx:spPr>
          </cx:dataPt>
          <cx:dataLabels pos="ctr">
            <cx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  <a:endParaRPr lang="en-US"/>
              </a:p>
            </cx:txPr>
            <cx:visibility seriesName="0" categoryName="1" value="0"/>
          </cx:dataLabels>
          <cx:dataId val="0"/>
          <cx:layoutPr>
            <cx:parentLabelLayout val="none"/>
          </cx:layoutPr>
        </cx:series>
      </cx:plotAreaRegion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clusteredColumn" uniqueId="{C29598BE-C57B-435A-8676-D669D47ED669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Id val="0"/>
          <cx:layoutPr>
            <cx:aggregation/>
          </cx:layoutPr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clusteredColumn" uniqueId="{69FE8891-F2E2-4BF5-85FB-AB02D511AB0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Id val="0"/>
          <cx:layoutPr>
            <cx:aggregation/>
          </cx:layoutPr>
          <cx:axisId val="0"/>
          <cx:axisId val="1"/>
        </cx:series>
        <cx:series layoutId="paretoLine" ownerIdx="0" uniqueId="{4E8C01F2-6C55-4951-8E13-98CD8F8A98CD}">
          <cx:spPr>
            <a:ln w="19050">
              <a:solidFill>
                <a:srgbClr val="89B4DC"/>
              </a:solidFill>
            </a:ln>
          </cx:spPr>
          <cx:axisId val="0"/>
          <cx:axisId val="2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2">
        <cx:valScaling max="1" min="0"/>
        <cx:units unit="percentage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boxWhisker" uniqueId="{9B3FCEC4-2224-4590-8652-81FC754481FC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  <a:ln w="9525">
              <a:solidFill>
                <a:srgbClr val="FFFFFF"/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  <cx:axisId val="0"/>
          <cx:axisId val="1"/>
        </cx:series>
      </cx:plotAreaRegion>
      <cx:axis id="0">
        <cx:catScaling gapWidth="1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waterfall" uniqueId="{24EEC0B7-9A75-4006-8A77-0BAB67370BAB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Pt idx="0">
            <cx:spPr>
              <a:solidFill>
                <a:srgbClr val="2874A6"/>
              </a:solidFill>
            </cx:spPr>
          </cx:dataPt>
          <cx:dataPt idx="1">
            <cx:spPr>
              <a:solidFill>
                <a:srgbClr val="2874A6"/>
              </a:solidFill>
            </cx:spPr>
          </cx:dataPt>
          <cx:dataPt idx="2">
            <cx:spPr>
              <a:solidFill>
                <a:srgbClr val="89B4DC"/>
              </a:solidFill>
            </cx:spPr>
          </cx:dataPt>
          <cx:dataPt idx="3">
            <cx:spPr>
              <a:solidFill>
                <a:srgbClr val="2874A6"/>
              </a:solidFill>
            </cx:spPr>
          </cx:dataPt>
          <cx:dataId val="0"/>
          <cx:layoutPr>
            <cx:visibility connectorLines="1"/>
          </cx:layoutPr>
          <cx:axisId val="0"/>
          <cx:axisId val="1"/>
        </cx:series>
      </cx:plotAreaRegion>
      <cx:axis id="0">
        <cx:catScaling gapWidth="0.5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funnel" uniqueId="{563006EA-0E2B-4A0D-8743-3CECAD6A3CEC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Labels pos="ctr">
            <cx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  <a:endParaRPr lang="en-US"/>
              </a:p>
            </cx:txPr>
            <cx:visibility seriesName="0" categoryName="0" value="1"/>
          </cx:dataLabels>
          <cx:dataId val="0"/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1" hidden="1">
        <cx:valScaling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4" Type="http://schemas.microsoft.com/office/2014/relationships/chartEx" Target="../charts/chartEx2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4" Type="http://schemas.microsoft.com/office/2014/relationships/chartEx" Target="../charts/chartEx3.xml"/><Relationship Id="rIdOpfSlide" Type="http://schemas.openxmlformats.org/officeDocument/2006/relationships/tags" Target="../tags/opf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4.xml"/><Relationship Id="rIdOpfHeading4" Type="http://schemas.openxmlformats.org/officeDocument/2006/relationships/tags" Target="../tags/opfHeading4.xml"/><Relationship Id="rId4" Type="http://schemas.microsoft.com/office/2014/relationships/chartEx" Target="../charts/chartEx4.xml"/><Relationship Id="rIdOpfSlide" Type="http://schemas.openxmlformats.org/officeDocument/2006/relationships/tags" Target="../tags/opf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5.xml"/><Relationship Id="rIdOpfHeading5" Type="http://schemas.openxmlformats.org/officeDocument/2006/relationships/tags" Target="../tags/opfHeading5.xml"/><Relationship Id="rId4" Type="http://schemas.microsoft.com/office/2014/relationships/chartEx" Target="../charts/chartEx5.xml"/><Relationship Id="rIdOpfSlide" Type="http://schemas.openxmlformats.org/officeDocument/2006/relationships/tags" Target="../tags/opf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6.xml"/><Relationship Id="rIdOpfHeading6" Type="http://schemas.openxmlformats.org/officeDocument/2006/relationships/tags" Target="../tags/opfHeading6.xml"/><Relationship Id="rId4" Type="http://schemas.microsoft.com/office/2014/relationships/chartEx" Target="../charts/chartEx6.xml"/><Relationship Id="rIdOpfSlide" Type="http://schemas.openxmlformats.org/officeDocument/2006/relationships/tags" Target="../tags/opf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7.xml"/><Relationship Id="rIdOpfHeading7" Type="http://schemas.openxmlformats.org/officeDocument/2006/relationships/tags" Target="../tags/opfHeading7.xml"/><Relationship Id="rIdOpfSlide" Type="http://schemas.openxmlformats.org/officeDocument/2006/relationships/tags" Target="../tags/opf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treemap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histogram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2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2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pareto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3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3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>
            <a:spLocks noGrp="1"/>
          </p:cNvSpPr>
          <p:nvPr>
            <p:ph type="title"/>
            <p:custDataLst>
              <p:tags r:id="rIdOpfHeading4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box-and-whisker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4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4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>
            <a:spLocks noGrp="1"/>
          </p:cNvSpPr>
          <p:nvPr>
            <p:ph type="title"/>
            <p:custDataLst>
              <p:tags r:id="rIdOpfHeading5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waterfall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5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5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>
            <a:spLocks noGrp="1"/>
          </p:cNvSpPr>
          <p:nvPr>
            <p:ph type="title"/>
            <p:custDataLst>
              <p:tags r:id="rIdOpfHeading6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funnel</a:t>
            </a:r>
            <a:endParaRPr lang="en-US" sz="4050" dirty="0"/>
          </a:p>
        </p:txBody>
      </p:sp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3" name="OPF chart 6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6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6.title line 0"/>
          <p:cNvSpPr>
            <a:spLocks noGrp="1"/>
          </p:cNvSpPr>
          <p:nvPr>
            <p:ph type="title"/>
            <p:custDataLst>
              <p:tags r:id="rIdOpfHeading7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world</a:t>
            </a:r>
            <a:endParaRPr lang="en-US" sz="4050" dirty="0"/>
          </a:p>
        </p:txBody>
      </p:sp>
      <p:graphicFrame>
        <p:nvGraphicFramePr>
          <p:cNvPr id="3" name="OPF chart 7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7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Heading4.xml><?xml version="1.0" encoding="utf-8"?>
<p:tagLst xmlns:p="http://schemas.openxmlformats.org/presentationml/2006/main">
  <p:tag name="OPF_HEADING_V1" val="7B2276223A312C2267726F7570223A22736C696465732E332E7469746C65222C226669656C64223A227469746C65222C226C696E65223A302C22636F756E74223A312C22626F756E64617279223A22656E64222C22736570617261746F72223A22227D"/>
</p:tagLst>
</file>

<file path=ppt/tags/opfHeading5.xml><?xml version="1.0" encoding="utf-8"?>
<p:tagLst xmlns:p="http://schemas.openxmlformats.org/presentationml/2006/main">
  <p:tag name="OPF_HEADING_V1" val="7B2276223A312C2267726F7570223A22736C696465732E342E7469746C65222C226669656C64223A227469746C65222C226C696E65223A302C22636F756E74223A312C22626F756E64617279223A22656E64222C22736570617261746F72223A22227D"/>
</p:tagLst>
</file>

<file path=ppt/tags/opfHeading6.xml><?xml version="1.0" encoding="utf-8"?>
<p:tagLst xmlns:p="http://schemas.openxmlformats.org/presentationml/2006/main">
  <p:tag name="OPF_HEADING_V1" val="7B2276223A312C2267726F7570223A22736C696465732E352E7469746C65222C226669656C64223A227469746C65222C226C696E65223A302C22636F756E74223A312C22626F756E64617279223A22656E64222C22736570617261746F72223A22227D"/>
</p:tagLst>
</file>

<file path=ppt/tags/opfHeading7.xml><?xml version="1.0" encoding="utf-8"?>
<p:tagLst xmlns:p="http://schemas.openxmlformats.org/presentationml/2006/main">
  <p:tag name="OPF_HEADING_V1" val="7B2276223A312C2267726F7570223A22736C696465732E36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ags/opfSlide2.xml><?xml version="1.0" encoding="utf-8"?>
<p:tagLst xmlns:p="http://schemas.openxmlformats.org/presentationml/2006/main">
  <p:tag name="OPF_SLIDE_V1" val="7B2276223A312C22736C696465223A31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ags/opfSlide3.xml><?xml version="1.0" encoding="utf-8"?>
<p:tagLst xmlns:p="http://schemas.openxmlformats.org/presentationml/2006/main">
  <p:tag name="OPF_SLIDE_V1" val="7B2276223A312C22736C696465223A32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ags/opfSlide4.xml><?xml version="1.0" encoding="utf-8"?>
<p:tagLst xmlns:p="http://schemas.openxmlformats.org/presentationml/2006/main">
  <p:tag name="OPF_SLIDE_V1" val="7B2276223A312C22736C696465223A33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ags/opfSlide5.xml><?xml version="1.0" encoding="utf-8"?>
<p:tagLst xmlns:p="http://schemas.openxmlformats.org/presentationml/2006/main">
  <p:tag name="OPF_SLIDE_V1" val="7B2276223A312C22736C696465223A34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ags/opfSlide6.xml><?xml version="1.0" encoding="utf-8"?>
<p:tagLst xmlns:p="http://schemas.openxmlformats.org/presentationml/2006/main">
  <p:tag name="OPF_SLIDE_V1" val="7B2276223A312C22736C696465223A35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ags/opfSlide7.xml><?xml version="1.0" encoding="utf-8"?>
<p:tagLst xmlns:p="http://schemas.openxmlformats.org/presentationml/2006/main">
  <p:tag name="OPF_SLIDE_V1" val="7B2276223A312C22736C696465223A36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35326661666130643663633635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Roboto</vt:lpstr>
      <vt:lpstr>Office Theme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