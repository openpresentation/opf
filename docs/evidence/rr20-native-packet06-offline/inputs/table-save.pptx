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  <Override PartName="/ppt/tags/opfData1.xml" ContentType="application/vnd.openxmlformats-officedocument.presentationml.tags+xml"/>
  <Override PartName="/ppt/tags/opfData2.xml" ContentType="application/vnd.openxmlformats-officedocument.presentationml.tags+xml"/>
  <Override PartName="/ppt/tags/opfData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Relationship Id="rIdOpfData1" Type="http://schemas.openxmlformats.org/officeDocument/2006/relationships/tags" Target="../tags/opf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Slide" Type="http://schemas.openxmlformats.org/officeDocument/2006/relationships/tags" Target="../tags/opfSlide2.xml"/><Relationship Id="rIdOpfData2" Type="http://schemas.openxmlformats.org/officeDocument/2006/relationships/tags" Target="../tags/opfData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Slide" Type="http://schemas.openxmlformats.org/officeDocument/2006/relationships/tags" Target="../tags/opfSlide3.xml"/><Relationship Id="rIdOpfData3" Type="http://schemas.openxmlformats.org/officeDocument/2006/relationships/tags" Target="../tags/opfData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Plain numbers</a:t>
            </a:r>
            <a:endParaRPr lang="en-US" sz="4050" dirty="0"/>
          </a:p>
        </p:txBody>
      </p:sp>
      <p:graphicFrame>
        <p:nvGraphicFramePr>
          <p:cNvPr id="3" name="OPF table 1"/>
          <p:cNvGraphicFramePr>
            <a:graphicFrameLocks noGrp="1"/>
          </p:cNvGraphicFramePr>
          <p:nvPr>
            <p:custDataLst>
              <p:tags r:id="rIdOpfData1"/>
            </p:custDataLst>
            <p:extLst>
              <p:ext uri="{D42A27DB-BD31-4B8C-83A1-F6EECF244321}">
                <p14:modId xmlns:p14="http://schemas.microsoft.com/office/powerpoint/2010/main" val="1579011936"/>
              </p:ext>
            </p:extLst>
          </p:nvPr>
        </p:nvGraphicFramePr>
        <p:xfrm>
          <a:off x="548640" y="1404747"/>
          <a:ext cx="11094720" cy="154305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A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B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1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2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3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4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Rich table</a:t>
            </a:r>
            <a:endParaRPr lang="en-US" sz="4050" dirty="0"/>
          </a:p>
        </p:txBody>
      </p:sp>
      <p:graphicFrame>
        <p:nvGraphicFramePr>
          <p:cNvPr id="3" name="OPF table 2"/>
          <p:cNvGraphicFramePr>
            <a:graphicFrameLocks noGrp="1"/>
          </p:cNvGraphicFramePr>
          <p:nvPr>
            <p:custDataLst>
              <p:tags r:id="rIdOpfData2"/>
            </p:custDataLst>
            <p:extLst>
              <p:ext uri="{D42A27DB-BD31-4B8C-83A1-F6EECF244321}">
                <p14:modId xmlns:p14="http://schemas.microsoft.com/office/powerpoint/2010/main" val="1579011936"/>
              </p:ext>
            </p:extLst>
          </p:nvPr>
        </p:nvGraphicFramePr>
        <p:xfrm>
          <a:off x="548640" y="1404747"/>
          <a:ext cx="11094720" cy="154305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Name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Note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Alpha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Bold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 and plain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Beta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Roboto" pitchFamily="34" charset="0"/>
                        </a:rPr>
                        <a:t>Red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Headerless</a:t>
            </a:r>
            <a:endParaRPr lang="en-US" sz="4050" dirty="0"/>
          </a:p>
        </p:txBody>
      </p:sp>
      <p:graphicFrame>
        <p:nvGraphicFramePr>
          <p:cNvPr id="3" name="OPF table 3"/>
          <p:cNvGraphicFramePr>
            <a:graphicFrameLocks noGrp="1"/>
          </p:cNvGraphicFramePr>
          <p:nvPr>
            <p:custDataLst>
              <p:tags r:id="rIdOpfData3"/>
            </p:custDataLst>
            <p:extLst>
              <p:ext uri="{D42A27DB-BD31-4B8C-83A1-F6EECF244321}">
                <p14:modId xmlns:p14="http://schemas.microsoft.com/office/powerpoint/2010/main" val="1579011936"/>
              </p:ext>
            </p:extLst>
          </p:nvPr>
        </p:nvGraphicFramePr>
        <p:xfrm>
          <a:off x="548640" y="1404747"/>
          <a:ext cx="11094720" cy="1028700"/>
        </p:xfrm>
        <a:graphic>
          <a:graphicData uri="http://schemas.openxmlformats.org/drawingml/2006/table">
            <a:tbl>
              <a:tblPr firstRow="0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a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b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c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d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tags/opfData1.xml><?xml version="1.0" encoding="utf-8"?>
<p:tagLst xmlns:p="http://schemas.openxmlformats.org/presentationml/2006/main">
  <p:tag name="OPF_DATA_V1" val="7B2276223A312C226B696E64223A227461626C65222C2268656164657273223A5B5D2C2263656C6C73223A5B5B302C302C312C6E756C6C2C2231225D2C5B302C312C322C6E756C6C2C2232225D2C5B312C302C332C6E756C6C2C2233225D2C5B312C312C342C6E756C6C2C2234225D5D2C22617574686F726564223A7B22636F6C756D6E73223A5B2241222C2242225D2C22726F7773223A5B5B312C325D2C5B332C345D5D7D2C2265766964656E6365223A5B5B2266396664376436326331333932306431222C2264323762316262383065636461383961225D2C5B2235643262343335386366656563653232222C2235303636393636393133613861623762225D2C5B2261663738613632383264636335386463222C2238363433623863306534653837336134225D5D2C22656E7669726F6E6D656E74223A2263623435613862653461623064313563227D"/>
</p:tagLst>
</file>

<file path=ppt/tags/opfData2.xml><?xml version="1.0" encoding="utf-8"?>
<p:tagLst xmlns:p="http://schemas.openxmlformats.org/presentationml/2006/main">
  <p:tag name="OPF_DATA_V1" val="7B2276223A312C226B696E64223A227461626C65222C2268656164657273223A5B5D2C2263656C6C73223A5B5D2C22617574686F726564223A7B22636F6C756D6E73223A5B224E616D65222C224E6F7465225D2C22726F7773223A5B5B22416C706861222C5B7B2274657874223A22426F6C64222C22626F6C64223A747275657D2C2220616E6420706C61696E225D5D2C5B2242657461222C5B7B2274657874223A22526564222C22636F6C6F72223A2223464630303030227D5D5D5D7D2C2265766964656E6365223A5B5B2238336136313234643835613238653535222C2266303164373864366166326332613864225D2C5B2264663237393030396439653238326564222C2237353731306531356532653033303338225D2C5B2261376437383636313264636462613366222C2236376661636663643135616666343263225D5D2C22656E7669726F6E6D656E74223A2263623435613862653461623064313563227D"/>
</p:tagLst>
</file>

<file path=ppt/tags/opfData3.xml><?xml version="1.0" encoding="utf-8"?>
<p:tagLst xmlns:p="http://schemas.openxmlformats.org/presentationml/2006/main">
  <p:tag name="OPF_DATA_V1" val="7B2276223A312C226B696E64223A227461626C65222C2268656164657273223A5B5D2C2263656C6C73223A5B5D2C22617574686F726564223A7B22726F7773223A5B5B2261222C2262225D2C5B2263222C2264225D5D7D2C2265766964656E6365223A5B5B2232653334653033343466333437333930222C2262613563633161366135626463616437225D2C5B2238396463373132643866653663643833222C2262633362616661663636353231383231225D5D2C22656E7669726F6E6D656E74223A2263623435613862653461623064313563227D"/>
</p:tagLst>
</file>

<file path=ppt/tags/opfDocument.xml><?xml version="1.0" encoding="utf-8"?>
<p:tagLst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7461626C65222C22626F78223A5B35372E362C3134372E352C313136342E382C3531342E395D7D2C226E6174697665223A7B22737472756374757265223A223039626232343962316335356365222C226261636B67726F756E64223A223131336637323562636232336536222C227374796C65223A223133336239393562366638333834227D7D"/>
</p:tagLst>
</file>

<file path=ppt/tags/opfSlide2.xml><?xml version="1.0" encoding="utf-8"?>
<p:tagLst xmlns:p="http://schemas.openxmlformats.org/presentationml/2006/main">
  <p:tag name="OPF_SLIDE_V1" val="7B2276223A312C22736C696465223A312C22636F6E74656E74223A7B22666F726D223A22726F6F74222C226669656C64223A227461626C65222C22626F78223A5B35372E362C3134372E352C313136342E382C3531342E395D7D2C226E6174697665223A7B22737472756374757265223A223039626232343962316335356365222C226261636B67726F756E64223A223131336637323562636232336536222C227374796C65223A223165636536396266363638643562227D7D"/>
</p:tagLst>
</file>

<file path=ppt/tags/opfSlide3.xml><?xml version="1.0" encoding="utf-8"?>
<p:tagLst xmlns:p="http://schemas.openxmlformats.org/presentationml/2006/main">
  <p:tag name="OPF_SLIDE_V1" val="7B2276223A312C22736C696465223A322C22636F6E74656E74223A7B22666F726D223A22726F6F74222C226669656C64223A227461626C65222C22626F78223A5B35372E362C3134372E352C313136342E382C3531342E395D7D2C226E6174697665223A7B22737472756374757265223A223039626232343962316335356365222C226261636B67726F756E64223A223131336637323562636232336536222C227374796C65223A223137383538656362316336353139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Office Theme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