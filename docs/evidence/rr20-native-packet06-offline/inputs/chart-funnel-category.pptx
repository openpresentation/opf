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funnel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  <a:endParaRPr lang="en-US"/>
              </a:p>
            </cx:txPr>
            <cx:visibility seriesName="0" categoryName="0" value="1"/>
          </cx:dataLabels>
          <cx:dataId val="0"/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 hidden="1">
        <cx:valScaling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funnel</a:t>
            </a:r>
            <a:endParaRPr lang="en-US" sz="4050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