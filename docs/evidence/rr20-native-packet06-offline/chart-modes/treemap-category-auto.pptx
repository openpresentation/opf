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slideLayouts/slideLayout3.xml" ContentType="application/vnd.openxmlformats-officedocument.presentationml.slideLayout+xml"/>
  <Override PartName="/ppt/tags/opfLayout2.xml" ContentType="application/vnd.openxmlformats-officedocument.presentationml.tags+xml"/>
  <Override PartName="/ppt/slideLayouts/slideLayout4.xml" ContentType="application/vnd.openxmlformats-officedocument.presentationml.slideLayout+xml"/>
  <Override PartName="/ppt/tags/opfLayout3.xml" ContentType="application/vnd.openxmlformats-officedocument.presentationml.tags+xml"/>
  <Override PartName="/ppt/slideLayouts/slideLayout5.xml" ContentType="application/vnd.openxmlformats-officedocument.presentationml.slideLayout+xml"/>
  <Override PartName="/ppt/tags/opfLayout4.xml" ContentType="application/vnd.openxmlformats-officedocument.presentationml.tags+xml"/>
  <Override PartName="/ppt/slideLayouts/slideLayout6.xml" ContentType="application/vnd.openxmlformats-officedocument.presentationml.slideLayout+xml"/>
  <Override PartName="/ppt/tags/opfLayout5.xml" ContentType="application/vnd.openxmlformats-officedocument.presentationml.tags+xml"/>
  <Override PartName="/ppt/slideLayouts/slideLayout7.xml" ContentType="application/vnd.openxmlformats-officedocument.presentationml.slideLayout+xml"/>
  <Override PartName="/ppt/tags/opfLayout6.xml" ContentType="application/vnd.openxmlformats-officedocument.presentationml.tags+xml"/>
  <Override PartName="/ppt/slideLayouts/slideLayout8.xml" ContentType="application/vnd.openxmlformats-officedocument.presentationml.slideLayout+xml"/>
  <Override PartName="/ppt/tags/opfLayout7.xml" ContentType="application/vnd.openxmlformats-officedocument.presentationml.tags+xml"/>
  <Override PartName="/ppt/slideLayouts/slideLayout9.xml" ContentType="application/vnd.openxmlformats-officedocument.presentationml.slideLayout+xml"/>
  <Override PartName="/ppt/tags/opfLayout8.xml" ContentType="application/vnd.openxmlformats-officedocument.presentationml.tags+xml"/>
  <Override PartName="/ppt/slideLayouts/slideLayout10.xml" ContentType="application/vnd.openxmlformats-officedocument.presentationml.slideLayout+xml"/>
  <Override PartName="/ppt/tags/opfLayout9.xml" ContentType="application/vnd.openxmlformats-officedocument.presentationml.tags+xml"/>
  <Override PartName="/ppt/slideLayouts/slideLayout11.xml" ContentType="application/vnd.openxmlformats-officedocument.presentationml.slideLayout+xml"/>
  <Override PartName="/ppt/tags/opfLayout10.xml" ContentType="application/vnd.openxmlformats-officedocument.presentationml.tags+xml"/>
  <Override PartName="/ppt/slideLayouts/slideLayout12.xml" ContentType="application/vnd.openxmlformats-officedocument.presentationml.slideLayout+xml"/>
  <Override PartName="/ppt/tags/opfLayout11.xml" ContentType="application/vnd.openxmlformats-officedocument.presentationml.tags+xml"/>
  <Override PartName="/ppt/slideLayouts/slideLayout13.xml" ContentType="application/vnd.openxmlformats-officedocument.presentationml.slideLayout+xml"/>
  <Override PartName="/ppt/tags/opfLayout12.xml" ContentType="application/vnd.openxmlformats-officedocument.presentationml.tags+xml"/>
  <Override PartName="/ppt/slideLayouts/slideLayout14.xml" ContentType="application/vnd.openxmlformats-officedocument.presentationml.slideLayout+xml"/>
  <Override PartName="/ppt/tags/opfLayout13.xml" ContentType="application/vnd.openxmlformats-officedocument.presentationml.tags+xml"/>
  <Override PartName="/ppt/slideLayouts/slideLayout15.xml" ContentType="application/vnd.openxmlformats-officedocument.presentationml.slideLayout+xml"/>
  <Override PartName="/ppt/tags/opfLayout14.xml" ContentType="application/vnd.openxmlformats-officedocument.presentationml.tags+xml"/>
  <Override PartName="/ppt/slideLayouts/slideLayout16.xml" ContentType="application/vnd.openxmlformats-officedocument.presentationml.slideLayout+xml"/>
  <Override PartName="/ppt/tags/opfLayout15.xml" ContentType="application/vnd.openxmlformats-officedocument.presentationml.tags+xml"/>
  <Override PartName="/ppt/slideLayouts/slideLayout17.xml" ContentType="application/vnd.openxmlformats-officedocument.presentationml.slideLayout+xml"/>
  <Override PartName="/ppt/tags/opfLayout16.xml" ContentType="application/vnd.openxmlformats-officedocument.presentationml.tags+xml"/>
  <Override PartName="/ppt/slideLayouts/slideLayout18.xml" ContentType="application/vnd.openxmlformats-officedocument.presentationml.slideLayout+xml"/>
  <Override PartName="/ppt/tags/opfLayout17.xml" ContentType="application/vnd.openxmlformats-officedocument.presentationml.tags+xml"/>
  <Override PartName="/ppt/slideLayouts/slideLayout19.xml" ContentType="application/vnd.openxmlformats-officedocument.presentationml.slideLayout+xml"/>
  <Override PartName="/ppt/tags/opfLayout18.xml" ContentType="application/vnd.openxmlformats-officedocument.presentationml.tags+xml"/>
  <Override PartName="/ppt/slideLayouts/slideLayout20.xml" ContentType="application/vnd.openxmlformats-officedocument.presentationml.slideLayout+xml"/>
  <Override PartName="/ppt/tags/opfLayout19.xml" ContentType="application/vnd.openxmlformats-officedocument.presentationml.tags+xml"/>
  <Override PartName="/ppt/slideLayouts/slideLayout21.xml" ContentType="application/vnd.openxmlformats-officedocument.presentationml.slideLayout+xml"/>
  <Override PartName="/ppt/tags/opfLayout20.xml" ContentType="application/vnd.openxmlformats-officedocument.presentationml.tags+xml"/>
  <Override PartName="/ppt/slideLayouts/slideLayout22.xml" ContentType="application/vnd.openxmlformats-officedocument.presentationml.slideLayout+xml"/>
  <Override PartName="/ppt/tags/opfLayout21.xml" ContentType="application/vnd.openxmlformats-officedocument.presentationml.tags+xml"/>
  <Override PartName="/ppt/slideLayouts/slideLayout23.xml" ContentType="application/vnd.openxmlformats-officedocument.presentationml.slideLayout+xml"/>
  <Override PartName="/ppt/tags/opfLayout22.xml" ContentType="application/vnd.openxmlformats-officedocument.presentationml.tags+xml"/>
  <Override PartName="/ppt/slideLayouts/slideLayout24.xml" ContentType="application/vnd.openxmlformats-officedocument.presentationml.slideLayout+xml"/>
  <Override PartName="/ppt/tags/opfLayout23.xml" ContentType="application/vnd.openxmlformats-officedocument.presentationml.tags+xml"/>
  <Override PartName="/ppt/slideLayouts/slideLayout25.xml" ContentType="application/vnd.openxmlformats-officedocument.presentationml.slideLayout+xml"/>
  <Override PartName="/ppt/tags/opfLayout24.xml" ContentType="application/vnd.openxmlformats-officedocument.presentationml.tags+xml"/>
  <Override PartName="/ppt/slideLayouts/slideLayout26.xml" ContentType="application/vnd.openxmlformats-officedocument.presentationml.slideLayout+xml"/>
  <Override PartName="/ppt/tags/opfLayout25.xml" ContentType="application/vnd.openxmlformats-officedocument.presentationml.tags+xml"/>
  <Override PartName="/ppt/slideLayouts/slideLayout27.xml" ContentType="application/vnd.openxmlformats-officedocument.presentationml.slideLayout+xml"/>
  <Override PartName="/ppt/tags/opfLayout26.xml" ContentType="application/vnd.openxmlformats-officedocument.presentationml.tags+xml"/>
  <Override PartName="/ppt/slideLayouts/slideLayout28.xml" ContentType="application/vnd.openxmlformats-officedocument.presentationml.slideLayout+xml"/>
  <Override PartName="/ppt/tags/opfLayout27.xml" ContentType="application/vnd.openxmlformats-officedocument.presentationml.tags+xml"/>
  <Override PartName="/ppt/slideLayouts/slideLayout29.xml" ContentType="application/vnd.openxmlformats-officedocument.presentationml.slideLayout+xml"/>
  <Override PartName="/ppt/tags/opfLayout28.xml" ContentType="application/vnd.openxmlformats-officedocument.presentationml.tags+xml"/>
  <Override PartName="/ppt/slideLayouts/slideLayout30.xml" ContentType="application/vnd.openxmlformats-officedocument.presentationml.slideLayout+xml"/>
  <Override PartName="/ppt/tags/opfLayout29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Ex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31</c:v>
                </c:pt>
                <c:pt idx="2">
                  <c:v>-8</c:v>
                </c:pt>
                <c:pt idx="3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Sheet1!$A$2:$A$5</cx:f>
        <cx:lvl ptCount="4">
          <cx:pt idx="0">North</cx:pt>
          <cx:pt idx="1">South</cx:pt>
          <cx:pt idx="2">East</cx:pt>
          <cx:pt idx="3">West</cx:pt>
        </cx:lvl>
      </cx:strDim>
      <cx:numDim type="size">
        <cx:f>Sheet1!$B$2:$B$5</cx:f>
        <cx:lvl ptCount="4" formatCode="General">
          <cx:pt idx="0">42</cx:pt>
          <cx:pt idx="1">31</cx:pt>
          <cx:pt idx="2">-8</cx:pt>
          <cx:pt idx="3">19</cx:pt>
        </cx:lvl>
      </cx:numDim>
    </cx:data>
  </cx:chartData>
  <cx:chart>
    <cx:plotArea>
      <cx:plotAreaRegion>
        <cx:series layoutId="treemap" uniqueId="{1017E78B-C56B-4AC5-81BD-9882FD4B9882}">
          <cx:tx>
            <cx:txData>
              <cx:f>Sheet1!$B$1</cx:f>
              <cx:v>Value</cx:v>
            </cx:txData>
          </cx:tx>
          <cx:spPr>
            <a:solidFill>
              <a:srgbClr val="2874A6"/>
            </a:solidFill>
          </cx:spPr>
          <cx:dataPt idx="0">
            <cx:spPr>
              <a:solidFill>
                <a:srgbClr val="2874A6"/>
              </a:solidFill>
            </cx:spPr>
          </cx:dataPt>
          <cx:dataPt idx="1">
            <cx:spPr>
              <a:solidFill>
                <a:srgbClr val="89B4DC"/>
              </a:solidFill>
            </cx:spPr>
          </cx:dataPt>
          <cx:dataPt idx="2">
            <cx:spPr>
              <a:solidFill>
                <a:srgbClr val="5499C7"/>
              </a:solidFill>
            </cx:spPr>
          </cx:dataPt>
          <cx:dataPt idx="3">
            <cx:spPr>
              <a:solidFill>
                <a:srgbClr val="7BDBB2"/>
              </a:solidFill>
            </cx:spPr>
          </cx:dataPt>
          <cx:dataLabels pos="ctr">
            <cx:txPr>
              <a:bodyPr/>
              <a:lstStyle/>
              <a:p>
                <a:pPr>
                  <a:defRPr sz="1200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  <a:endParaRPr lang="en-US"/>
              </a:p>
            </cx:txPr>
            <cx:visibility seriesName="0" categoryName="1" value="0"/>
          </cx:dataLabels>
          <cx:dataId val="0"/>
          <cx:layoutPr>
            <cx:parentLabelLayout val="none"/>
          </cx:layoutPr>
        </cx:series>
      </cx:plotAreaRegion>
    </cx:plotArea>
  </cx:chart>
  <cx:spPr>
    <a:solidFill>
      <a:srgbClr val="011842"/>
    </a:solidFill>
    <a:ln>
      <a:noFill/>
    </a:ln>
  </cx:spPr>
  <cx:txPr>
    <a:bodyPr/>
    <a:lstStyle/>
    <a:p>
      <a:pPr>
        <a:defRPr sz="1200">
          <a:solidFill>
            <a:srgbClr val="FFFFFF"/>
          </a:solidFill>
          <a:latin typeface="Aptos"/>
          <a:ea typeface="Aptos"/>
          <a:cs typeface="Aptos"/>
        </a:defRPr>
      </a:pPr>
      <a:endParaRPr lang="en-US"/>
    </a:p>
  </cx:txPr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rgbClr val="FFFFFF"/>
    </cs:fontRef>
    <cs:defRPr sz="1000" kern="1200">
      <a:solidFill>
        <a:srgbClr val="FFFFFF"/>
      </a:solidFill>
      <a:latin typeface="Aptos"/>
      <a:ea typeface="Aptos"/>
      <a:cs typeface="Aptos"/>
    </cs:defRPr>
  </cs:axisTitle>
  <cs:category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categoryAxis>
  <cs:chartArea mods="allowNoFillOverride allowNoLineOverride">
    <cs:lnRef idx="0"/>
    <cs:fillRef idx="0"/>
    <cs:effectRef idx="0"/>
    <cs:fontRef idx="minor">
      <a:srgbClr val="FFFFFF"/>
    </cs:fontRef>
    <cs:spPr>
      <a:solidFill>
        <a:schemeClr val="bg1"/>
      </a:solidFill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chartArea>
  <cs:data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Label>
  <cs:dataLabelCallout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LabelCallout>
  <cs:dataPoint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3D>
  <cs:dataPoint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Marker>
  <cs:dataPointMarkerLayout symbol="circle" size="5"/>
  <cs:dataPointWireframe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Wireframe>
  <cs:dataTable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Table>
  <cs:downBar>
    <cs:lnRef idx="0"/>
    <cs:fillRef idx="1"/>
    <cs:effectRef idx="0"/>
    <cs:fontRef idx="minor">
      <a:srgbClr val="FFFFFF"/>
    </cs:fontRef>
    <cs:spPr>
      <a:solidFill>
        <a:schemeClr val="dk1">
          <a:lumMod val="65000"/>
          <a:lumOff val="35000"/>
        </a:schemeClr>
      </a:solidFill>
    </cs:spPr>
  </cs:downBar>
  <cs:drop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ropLine>
  <cs:errorBa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errorBar>
  <cs:floo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floor>
  <cs:gridlineMaj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ajor>
  <cs:gridlineMin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inor>
  <cs:hiLo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hiLoLine>
  <cs:leader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leaderLine>
  <cs:legend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legend>
  <cs:plotArea>
    <cs:lnRef idx="0"/>
    <cs:fillRef idx="0"/>
    <cs:effectRef idx="0"/>
    <cs:fontRef idx="minor">
      <a:srgbClr val="FFFFFF"/>
    </cs:fontRef>
  </cs:plotArea>
  <cs:plotArea3D>
    <cs:lnRef idx="0"/>
    <cs:fillRef idx="0"/>
    <cs:effectRef idx="0"/>
    <cs:fontRef idx="minor">
      <a:srgbClr val="FFFFFF"/>
    </cs:fontRef>
  </cs:plotArea3D>
  <cs:series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seriesAxis>
  <cs:series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seriesLine>
  <cs:title>
    <cs:lnRef idx="0"/>
    <cs:fillRef idx="0"/>
    <cs:effectRef idx="0"/>
    <cs:fontRef idx="minor">
      <a:srgbClr val="FFFFFF"/>
    </cs:fontRef>
    <cs:defRPr sz="1400" kern="1200">
      <a:solidFill>
        <a:srgbClr val="FFFFFF"/>
      </a:solidFill>
      <a:latin typeface="Aptos"/>
      <a:ea typeface="Aptos"/>
      <a:cs typeface="Aptos"/>
    </cs:defRPr>
  </cs:title>
  <cs:trend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trendlineLabel>
  <cs:upBa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upBar>
  <cs:value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valueAxis>
  <cs:wall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wall>
</cs:chartStyl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3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4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5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6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7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8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9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0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3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4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5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6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7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8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9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0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4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5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6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7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8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499735"/>
            <a:ext cx="11094720" cy="8096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 userDrawn="1">
  <p:cSld name="OPF a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627507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4" Type="http://schemas.microsoft.com/office/2014/relationships/chartEx" Target="../charts/chartEx1.xml"/><Relationship Id="rIdOpfSlide" Type="http://schemas.openxmlformats.org/officeDocument/2006/relationships/tags" Target="../tags/opf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treemap</a:t>
            </a:r>
            <a:endParaRPr lang="en-US" sz="4050" dirty="0"/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3" name="OPF chart 1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>
          <p:graphicFrame>
            <p:nvGraphicFramePr>
              <p:cNvPr id="4" name="OPF chart 1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openxmlformats.org/drawingml/2006/chart">
                <c:chart xmlns:c="http://schemas.openxmlformats.org/drawingml/2006/chart" r:id="rId1"/>
              </a:graphicData>
            </a:graphic>
          </p:graphicFrame>
        </mc:Fallback>
      </mc:AlternateContent>
    </p:spTree>
    <p:custDataLst>
      <p:tags r:id="rIdOpfSlide"/>
    </p:custDataLst>
  </p:cSld>
  <p:clrMapOvr>
    <a:masterClrMapping/>
  </p:clrMapOvr>
</p:sld>
</file>

<file path=ppt/tags/opfDocument.xml><?xml version="1.0" encoding="utf-8"?>
<p:tagLst xmlns:p="http://schemas.openxmlformats.org/presentationml/2006/main">
  <p:tag name="OPF_DOCUMENT_V1" val="7B2276223A312C22736C69646573223A312C22616273656E74223A5B2224736368656D61222C226E616D65222C226C616E6775616765222C2264657369676E2E7468656D65222C2264657369676E2E636F6C6F72536368656D65222C2264657369676E2E666F6E74536368656D65222C2264657369676E2E64696D656E73696F6E73225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4170746F7320446973706C6179222C226561223A224170746F7320446973706C6179222C226373223A22227D2C226D696E6F72223A7B226C6174696E223A224170746F73222C226561223A224170746F73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1326437633139373031313731393064222C22726567696F6E73223A7B22353030223A226D65646961227D7D"/>
</p:tagLst>
</file>

<file path=ppt/tags/opfLayout2.xml><?xml version="1.0" encoding="utf-8"?>
<p:tagLst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38623066623365393863373136303031222C22726567696F6E73223A7B7D7D"/>
</p:tagLst>
</file>

<file path=ppt/tags/opfLayout3.xml><?xml version="1.0" encoding="utf-8"?>
<p:tagLst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66353536303264653335376563363730222C22726567696F6E73223A7B22333030223A226974656D73227D7D"/>
</p:tagLst>
</file>

<file path=ppt/tags/opfLayout4.xml><?xml version="1.0" encoding="utf-8"?>
<p:tagLst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32383534333062653765633066616336222C22726567696F6E73223A7B22313030223A226D657373616765227D7D"/>
</p:tagLst>
</file>

<file path=ppt/tags/opfLayout5.xml><?xml version="1.0" encoding="utf-8"?>
<p:tagLst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9383165353965626662323933396162222C22726567696F6E73223A7B22313030223A2264657461696C73227D7D"/>
</p:tagLst>
</file>

<file path=ppt/tags/opfLayout6.xml><?xml version="1.0" encoding="utf-8"?>
<p:tagLst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35616130613832386238303936646562222C22726567696F6E73223A7B22313030223A22626F6479227D7D"/>
</p:tagLst>
</file>

<file path=ppt/tags/opfLayout7.xml><?xml version="1.0" encoding="utf-8"?>
<p:tagLst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8306432303464653334633632633363222C22726567696F6E73223A7B22313030223A22626F6479227D7D"/>
</p:tagLst>
</file>

<file path=ppt/tags/opfLayout8.xml><?xml version="1.0" encoding="utf-8"?>
<p:tagLst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1363062313365636131663736656539222C22726567696F6E73223A7B22313030223A2271756F746573227D7D"/>
</p:tagLst>
</file>

<file path=ppt/tags/opfLayout9.xml><?xml version="1.0" encoding="utf-8"?>
<p:tagLst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33363266373161336333313965313934222C22726567696F6E73223A7B22313030223A226669727374222C22313031223A227365636F6E64227D7D"/>
</p:tagLst>
</file>

<file path=ppt/tags/opfLayout10.xml><?xml version="1.0" encoding="utf-8"?>
<p:tagLst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35356331373765656530363038343035222C22726567696F6E73223A7B22313030223A2270696C6C617273227D7D"/>
</p:tagLst>
</file>

<file path=ppt/tags/opfLayout11.xml><?xml version="1.0" encoding="utf-8"?>
<p:tagLst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34626566373262343036386564323362222C22726567696F6E73223A7B22313030223A226669727374222C22313031223A227365636F6E64222C22333030223A2276657264696374227D7D"/>
</p:tagLst>
</file>

<file path=ppt/tags/opfLayout12.xml><?xml version="1.0" encoding="utf-8"?>
<p:tagLst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626366613433306263626530326239222C22726567696F6E73223A7B22313030223A227374657073227D7D"/>
</p:tagLst>
</file>

<file path=ppt/tags/opfLayout13.xml><?xml version="1.0" encoding="utf-8"?>
<p:tagLst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35653932356164313236633463383239222C22726567696F6E73223A7B22313030223A2274696D656C696E65222C22313031223A226E6F746573227D7D"/>
</p:tagLst>
</file>

<file path=ppt/tags/opfLayout14.xml><?xml version="1.0" encoding="utf-8"?>
<p:tagLst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5326335363439613434303438626165222C22726567696F6E73223A7B22313030223A227175657374696F6E73227D7D"/>
</p:tagLst>
</file>

<file path=ppt/tags/opfLayout15.xml><?xml version="1.0" encoding="utf-8"?>
<p:tagLst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32393966333331643061623236343462222C22726567696F6E73223A7B22313030223A226D657472696373222C22333030223A226E6F7465227D7D"/>
</p:tagLst>
</file>

<file path=ppt/tags/opfLayout16.xml><?xml version="1.0" encoding="utf-8"?>
<p:tagLst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6633634666636353062343930646333222C22726567696F6E73223A7B22313030223A226361726473227D7D"/>
</p:tagLst>
</file>

<file path=ppt/tags/opfLayout17.xml><?xml version="1.0" encoding="utf-8"?>
<p:tagLst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62643765653435333232393632373538222C22726567696F6E73223A7B22353030223A226D65646961227D7D"/>
</p:tagLst>
</file>

<file path=ppt/tags/opfLayout18.xml><?xml version="1.0" encoding="utf-8"?>
<p:tagLst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5663035616530356633393337313165222C22726567696F6E73223A7B22313030223A22626F6479222C22353030223A226D65646961227D7D"/>
</p:tagLst>
</file>

<file path=ppt/tags/opfLayout19.xml><?xml version="1.0" encoding="utf-8"?>
<p:tagLst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38353138373065396633396331393331222C22726567696F6E73223A7B22353030223A227069637475726573227D7D"/>
</p:tagLst>
</file>

<file path=ppt/tags/opfLayout20.xml><?xml version="1.0" encoding="utf-8"?>
<p:tagLst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4643238353934343830323164343831222C22726567696F6E73223A7B22313030223A22636861727473222C22333030223A226E6F7465227D7D"/>
</p:tagLst>
</file>

<file path=ppt/tags/opfLayout21.xml><?xml version="1.0" encoding="utf-8"?>
<p:tagLst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7393161646163356333326266623463222C22726567696F6E73223A7B22313030223A226E6F746573222C22373030223A226368617274227D7D"/>
</p:tagLst>
</file>

<file path=ppt/tags/opfLayout22.xml><?xml version="1.0" encoding="utf-8"?>
<p:tagLst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2376561386531323137626332656236222C22726567696F6E73223A7B22333030223A226E6F7465222C22393030223A227461626C65227D7D"/>
</p:tagLst>
</file>

<file path=ppt/tags/opfLayout23.xml><?xml version="1.0" encoding="utf-8"?>
<p:tagLst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61383861323566623561333034336137222C22726567696F6E73223A7B22313030223A226E6F746573222C22393030223A227461626C65227D7D"/>
</p:tagLst>
</file>

<file path=ppt/tags/opfLayout24.xml><?xml version="1.0" encoding="utf-8"?>
<p:tagLst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62396263386537653238323736353564222C22726567696F6E73223A7B22313030223A22636F6465222C22333030223A226E6F746573227D7D"/>
</p:tagLst>
</file>

<file path=ppt/tags/opfLayout25.xml><?xml version="1.0" encoding="utf-8"?>
<p:tagLst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31383331393063383732653634633531222C22726567696F6E73223A7B22313030223A226C656164222C22313031223A22737570706F7274222C22353030223A226D65646961227D7D"/>
</p:tagLst>
</file>

<file path=ppt/tags/opfLayout26.xml><?xml version="1.0" encoding="utf-8"?>
<p:tagLst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7396339653933336237333330306264222C22726567696F6E73223A7B22313030223A226B706973222C22313031223A22636861727473227D7D"/>
</p:tagLst>
</file>

<file path=ppt/tags/opfLayout27.xml><?xml version="1.0" encoding="utf-8"?>
<p:tagLst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0633364363232646561383636383431222C22726567696F6E73223A7B22313030223A2270656F706C65227D7D"/>
</p:tagLst>
</file>

<file path=ppt/tags/opfLayout28.xml><?xml version="1.0" encoding="utf-8"?>
<p:tagLst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0326666626161623266313662353362222C22726567696F6E73223A7B22313030223A226C6F676F73227D7D"/>
</p:tagLst>
</file>

<file path=ppt/tags/opfLayout29.xml><?xml version="1.0" encoding="utf-8"?>
<p:tagLst xmlns:p="http://schemas.openxmlformats.org/presentationml/2006/main">
  <p:tag name="OPF_LAYOUT_V1" val="7B2276223A312C226964223A226175746F222C2267726F7570223A22637573746F6D222C227265666572656E6365223A226175746F222C2268617368223A2266643765363834343464356561666632222C22726567696F6E73223A7B7D7D"/>
</p:tagLst>
</file>

<file path=ppt/tags/opfSlide1.xml><?xml version="1.0" encoding="utf-8"?>
<p:tagLst xmlns:p="http://schemas.openxmlformats.org/presentationml/2006/main">
  <p:tag name="OPF_SLIDE_V1" val="7B2276223A312C22736C696465223A302C22636F6E74656E74223A7B22666F726D223A22726F6F74222C226669656C64223A226368617274222C22626F78223A5B35372E362C3134372E352C313136342E382C3531342E395D7D2C226E6174697665223A7B22737472756374757265223A223062303630373430666164616330222C226261636B67726F756E64223A223131336637323562636232336536222C227374796C65223A223065353963323236313665353334227D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Office Theme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