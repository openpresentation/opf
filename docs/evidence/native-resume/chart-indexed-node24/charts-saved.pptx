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D-43FC-B9E2-88665988F2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3D-43FC-B9E2-88665988F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19-4622-AF01-F22978E59435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19-4622-AF01-F22978E5943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19-4622-AF01-F22978E59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F2-4DB2-9D93-6B38B6EE3B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F2-4DB2-9D93-6B38B6EE3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20-4229-B2C4-674750D2A6B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20-4229-B2C4-674750D2A6B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20-4229-B2C4-674750D2A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9-4B80-BD7A-0509C6530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9-4B80-BD7A-0509C6530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51-40AA-A0A9-B9AC31B950B6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51-40AA-A0A9-B9AC31B950B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51-40AA-A0A9-B9AC31B95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A-4F08-97C0-9067B52435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A-4F08-97C0-9067B52435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2B-454E-BDE9-6FAE56A7B1A8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2B-454E-BDE9-6FAE56A7B1A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2B-454E-BDE9-6FAE56A7B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9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2026-09-10T16:14:47Z</dcterms:modified>
</cp:coreProperties>
</file>