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08466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09987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05655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07476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