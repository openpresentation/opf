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F1-4BDE-ADA9-E92C84D7A2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F1-4BDE-ADA9-E92C84D7A2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EEA-4E5E-BCDC-B7198DF3BDF7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EEA-4E5E-BCDC-B7198DF3BDF7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EEA-4E5E-BCDC-B7198DF3BD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72-4010-8A10-B3F6C8CEC1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72-4010-8A10-B3F6C8CEC1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54-4175-9812-76FFBA6FD94B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54-4175-9812-76FFBA6FD94B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154-4175-9812-76FFBA6FD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A5-4CF6-84C0-084B1AE8A5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A5-4CF6-84C0-084B1AE8A5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07B-4A45-BB5F-8FAB10C4E1BB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7B-4A45-BB5F-8FAB10C4E1BB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07B-4A45-BB5F-8FAB10C4E1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0A-4B48-B528-6764BB6E08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0A-4B48-B528-6764BB6E08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484-4EA3-A568-51F73C0C865A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484-4EA3-A568-51F73C0C865A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484-4EA3-A568-51F73C0C86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943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2026-09-10T18:32:40Z</dcterms:modified>
</cp:coreProperties>
</file>