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9801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/>
          <p:nvPr>
            <p:custDataLst>
              <p:tags r:id="rId1"/>
            </p:custDataLst>
          </p:nvPr>
        </p:nvSpPr>
        <p:spPr>
          <a:xfrm>
            <a:off x="551808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edit quote-1280 slide 1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0090" y="1576197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 when the words change. A shared layout keeps the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20090" y="1901571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 shared layout keeps the evidence readable when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20090" y="2226945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 evidence readable when the words change. A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20090" y="2552319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20090" y="2877693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 shared layout keeps the evidence readable when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20090" y="3203067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 evidence readable when the words change. A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20090" y="3528441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20090" y="3853815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 shared layout keeps the evidence readable when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20090" y="4179189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 evidence readable when the words change. "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720090" y="5756910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12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1.title line 0"/>
          <p:cNvSpPr/>
          <p:nvPr>
            <p:custDataLst>
              <p:tags r:id="rId1"/>
            </p:custDataLst>
          </p:nvPr>
        </p:nvSpPr>
        <p:spPr>
          <a:xfrm>
            <a:off x="551808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edit quote-1280 slide 2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0090" y="1576197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 when the words change. A shared layout keeps the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20090" y="1901571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 shared layout keeps the evidence readable when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20090" y="2226945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 evidence readable when the words change. A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20090" y="2552319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20090" y="2877693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 shared layout keeps the evidence readable when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20090" y="3203067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 evidence readable when the words change. A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20090" y="3528441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20090" y="3853815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 shared layout keeps the evidence readable when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20090" y="4179189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 evidence readable when the words change. A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720090" y="4504563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20090" y="4829937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 shared layout keeps the evidence readable when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20090" y="5155311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 evidence readable when the words change. "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720090" y="5756910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2.title line 0"/>
          <p:cNvSpPr/>
          <p:nvPr>
            <p:custDataLst>
              <p:tags r:id="rId1"/>
            </p:custDataLst>
          </p:nvPr>
        </p:nvSpPr>
        <p:spPr>
          <a:xfrm>
            <a:off x="551808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edit quote-1280 slide 3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0090" y="1576197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 when the words change. A shared layout keeps the evidence</a:t>
            </a:r>
            <a:endParaRPr lang="en-US" sz="1875" dirty="0"/>
          </a:p>
        </p:txBody>
      </p:sp>
      <p:sp>
        <p:nvSpPr>
          <p:cNvPr id="4" name="Text 2"/>
          <p:cNvSpPr/>
          <p:nvPr/>
        </p:nvSpPr>
        <p:spPr>
          <a:xfrm>
            <a:off x="720090" y="1866710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 keeps the evidence readable when the words change. A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720090" y="2157222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 evidence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720090" y="2447735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 keeps the evidence readable when the words change. A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720090" y="2738247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 evidence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720090" y="3028760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 keeps the evidence readable when the words change. A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720090" y="3319272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 evidence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720090" y="3609785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 keeps the evidence readable when the words change. A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720090" y="3900297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 evidence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720090" y="4190810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 keeps the evidence readable when the words change. A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720090" y="4481322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 evidence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720090" y="4771835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 keeps the evidence readable when the words change. A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720090" y="5062347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 evidence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720090" y="5352860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"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720090" y="5940362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3.title line 0"/>
          <p:cNvSpPr/>
          <p:nvPr>
            <p:custDataLst>
              <p:tags r:id="rId1"/>
            </p:custDataLst>
          </p:nvPr>
        </p:nvSpPr>
        <p:spPr>
          <a:xfrm>
            <a:off x="551808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edit quote-1280 slide 4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0090" y="1576197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 when the words change. A shared layout keeps the evidence readable</a:t>
            </a:r>
            <a:endParaRPr lang="en-US" sz="1725" dirty="0"/>
          </a:p>
        </p:txBody>
      </p:sp>
      <p:sp>
        <p:nvSpPr>
          <p:cNvPr id="4" name="Text 2"/>
          <p:cNvSpPr/>
          <p:nvPr/>
        </p:nvSpPr>
        <p:spPr>
          <a:xfrm>
            <a:off x="720090" y="1843469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 the evidence readable when the words change. A shared layout keeps</a:t>
            </a:r>
            <a:endParaRPr lang="en-US" sz="1725" dirty="0"/>
          </a:p>
        </p:txBody>
      </p:sp>
      <p:sp>
        <p:nvSpPr>
          <p:cNvPr id="5" name="Text 3"/>
          <p:cNvSpPr/>
          <p:nvPr/>
        </p:nvSpPr>
        <p:spPr>
          <a:xfrm>
            <a:off x="720090" y="2110740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 A shared layout keeps the evidence readable when the words change.</a:t>
            </a:r>
            <a:endParaRPr lang="en-US" sz="1725" dirty="0"/>
          </a:p>
        </p:txBody>
      </p:sp>
      <p:sp>
        <p:nvSpPr>
          <p:cNvPr id="6" name="Text 4"/>
          <p:cNvSpPr/>
          <p:nvPr/>
        </p:nvSpPr>
        <p:spPr>
          <a:xfrm>
            <a:off x="720090" y="2378011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 when the words change. A shared layout keeps the evidence readable</a:t>
            </a:r>
            <a:endParaRPr lang="en-US" sz="1725" dirty="0"/>
          </a:p>
        </p:txBody>
      </p:sp>
      <p:sp>
        <p:nvSpPr>
          <p:cNvPr id="7" name="Text 5"/>
          <p:cNvSpPr/>
          <p:nvPr/>
        </p:nvSpPr>
        <p:spPr>
          <a:xfrm>
            <a:off x="720090" y="2645283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 the evidence readable when the words change. A shared layout keeps</a:t>
            </a:r>
            <a:endParaRPr lang="en-US" sz="1725" dirty="0"/>
          </a:p>
        </p:txBody>
      </p:sp>
      <p:sp>
        <p:nvSpPr>
          <p:cNvPr id="8" name="Text 6"/>
          <p:cNvSpPr/>
          <p:nvPr/>
        </p:nvSpPr>
        <p:spPr>
          <a:xfrm>
            <a:off x="720090" y="2912555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 A shared layout keeps the evidence readable when the words change.</a:t>
            </a:r>
            <a:endParaRPr lang="en-US" sz="1725" dirty="0"/>
          </a:p>
        </p:txBody>
      </p:sp>
      <p:sp>
        <p:nvSpPr>
          <p:cNvPr id="9" name="Text 7"/>
          <p:cNvSpPr/>
          <p:nvPr/>
        </p:nvSpPr>
        <p:spPr>
          <a:xfrm>
            <a:off x="720090" y="3179826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 when the words change. A shared layout keeps the evidence readable</a:t>
            </a:r>
            <a:endParaRPr lang="en-US" sz="1725" dirty="0"/>
          </a:p>
        </p:txBody>
      </p:sp>
      <p:sp>
        <p:nvSpPr>
          <p:cNvPr id="10" name="Text 8"/>
          <p:cNvSpPr/>
          <p:nvPr/>
        </p:nvSpPr>
        <p:spPr>
          <a:xfrm>
            <a:off x="720090" y="3447098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 the evidence readable when the words change. A shared layout keeps</a:t>
            </a:r>
            <a:endParaRPr lang="en-US" sz="1725" dirty="0"/>
          </a:p>
        </p:txBody>
      </p:sp>
      <p:sp>
        <p:nvSpPr>
          <p:cNvPr id="11" name="Text 9"/>
          <p:cNvSpPr/>
          <p:nvPr/>
        </p:nvSpPr>
        <p:spPr>
          <a:xfrm>
            <a:off x="720090" y="3714369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 A shared layout keeps the evidence readable when the words change.</a:t>
            </a:r>
            <a:endParaRPr lang="en-US" sz="1725" dirty="0"/>
          </a:p>
        </p:txBody>
      </p:sp>
      <p:sp>
        <p:nvSpPr>
          <p:cNvPr id="12" name="Text 10"/>
          <p:cNvSpPr/>
          <p:nvPr/>
        </p:nvSpPr>
        <p:spPr>
          <a:xfrm>
            <a:off x="720090" y="3981641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 when the words change. A shared layout keeps the evidence readable</a:t>
            </a:r>
            <a:endParaRPr lang="en-US" sz="1725" dirty="0"/>
          </a:p>
        </p:txBody>
      </p:sp>
      <p:sp>
        <p:nvSpPr>
          <p:cNvPr id="13" name="Text 11"/>
          <p:cNvSpPr/>
          <p:nvPr/>
        </p:nvSpPr>
        <p:spPr>
          <a:xfrm>
            <a:off x="720090" y="4248912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 the evidence readable when the words change. A shared layout keeps</a:t>
            </a:r>
            <a:endParaRPr lang="en-US" sz="1725" dirty="0"/>
          </a:p>
        </p:txBody>
      </p:sp>
      <p:sp>
        <p:nvSpPr>
          <p:cNvPr id="14" name="Text 12"/>
          <p:cNvSpPr/>
          <p:nvPr/>
        </p:nvSpPr>
        <p:spPr>
          <a:xfrm>
            <a:off x="720090" y="4516184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 A shared layout keeps the evidence readable when the words change.</a:t>
            </a:r>
            <a:endParaRPr lang="en-US" sz="1725" dirty="0"/>
          </a:p>
        </p:txBody>
      </p:sp>
      <p:sp>
        <p:nvSpPr>
          <p:cNvPr id="15" name="Text 13"/>
          <p:cNvSpPr/>
          <p:nvPr/>
        </p:nvSpPr>
        <p:spPr>
          <a:xfrm>
            <a:off x="720090" y="4783455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 when the words change. A shared layout keeps the evidence readable</a:t>
            </a:r>
            <a:endParaRPr lang="en-US" sz="1725" dirty="0"/>
          </a:p>
        </p:txBody>
      </p:sp>
      <p:sp>
        <p:nvSpPr>
          <p:cNvPr id="16" name="Text 14"/>
          <p:cNvSpPr/>
          <p:nvPr/>
        </p:nvSpPr>
        <p:spPr>
          <a:xfrm>
            <a:off x="720090" y="5050727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 the evidence readable when the words change. A shared layout keeps</a:t>
            </a:r>
            <a:endParaRPr lang="en-US" sz="1725" dirty="0"/>
          </a:p>
        </p:txBody>
      </p:sp>
      <p:sp>
        <p:nvSpPr>
          <p:cNvPr id="17" name="Text 15"/>
          <p:cNvSpPr/>
          <p:nvPr/>
        </p:nvSpPr>
        <p:spPr>
          <a:xfrm>
            <a:off x="720090" y="5317998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 "</a:t>
            </a:r>
            <a:endParaRPr lang="en-US" sz="1725" dirty="0"/>
          </a:p>
        </p:txBody>
      </p:sp>
      <p:sp>
        <p:nvSpPr>
          <p:cNvPr id="18" name="Text 16"/>
          <p:cNvSpPr/>
          <p:nvPr/>
        </p:nvSpPr>
        <p:spPr>
          <a:xfrm>
            <a:off x="720090" y="5940362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12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4.title line 0"/>
          <p:cNvSpPr/>
          <p:nvPr>
            <p:custDataLst>
              <p:tags r:id="rId1"/>
            </p:custDataLst>
          </p:nvPr>
        </p:nvSpPr>
        <p:spPr>
          <a:xfrm>
            <a:off x="551808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edit quote-1280 slide 5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0090" y="1576197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"Keep the complete source visible."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20090" y="4755071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 attribution Long attribution Long attribution Long attribution Long attribution Long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720090" y="4952619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 Long attribution Long attribution Long attribution Long attribution Long attribution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720090" y="5150168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 attribution Long attribution Long attribution Long attribution Long attribution Long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720090" y="5347716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 Long attribution Long attribution Long attribution Long attribution Long attribution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720090" y="5545265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 attribution Long attribution Long attribution Long attribution Long attribution Long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720090" y="5742813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 Long attribution Long attribution Long attribution Long attribution Long attribution</a:t>
            </a:r>
            <a:endParaRPr lang="en-US" sz="1275" dirty="0"/>
          </a:p>
        </p:txBody>
      </p:sp>
      <p:sp>
        <p:nvSpPr>
          <p:cNvPr id="10" name="Text 8"/>
          <p:cNvSpPr/>
          <p:nvPr/>
        </p:nvSpPr>
        <p:spPr>
          <a:xfrm>
            <a:off x="720090" y="5940362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- Recorded interview</a:t>
            </a:r>
            <a:endParaRPr lang="en-US" sz="12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5.title line 0"/>
          <p:cNvSpPr/>
          <p:nvPr>
            <p:custDataLst>
              <p:tags r:id="rId1"/>
            </p:custDataLst>
          </p:nvPr>
        </p:nvSpPr>
        <p:spPr>
          <a:xfrm>
            <a:off x="551808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edit quote-1280 slide 6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0090" y="1576197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source keeps the selected readability floor."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20090" y="5301234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source Repeated source Repeated source Repeated source Repeated source Repeated source Repeated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20090" y="5580126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Repeated source Repeated source Repeated source Repeated source Repeated source Repeated source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20090" y="5859018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source Repeated source - Recorded interview</a:t>
            </a:r>
            <a:endParaRPr lang="en-US" sz="18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12E7469746C65222C226669656C64223A227469746C65222C226C696E65223A302C22636F756E74223A31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22E7469746C65222C226669656C64223A227469746C65222C226C696E65223A302C22636F756E74223A31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32E7469746C65222C226669656C64223A227469746C65222C226C696E65223A302C22636F756E74223A31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42E7469746C65222C226669656C64223A227469746C65222C226C696E65223A302C22636F756E74223A31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52E7469746C65222C226669656C64223A2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1100</Words>
  <Application>Microsoft Office PowerPoint</Application>
  <PresentationFormat>Widescreen</PresentationFormat>
  <Paragraphs>78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2026-09-10T19:04:51Z</dcterms:modified>
</cp:coreProperties>
</file>