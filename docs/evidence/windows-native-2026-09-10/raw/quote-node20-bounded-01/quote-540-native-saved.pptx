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5256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171307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82930" y="195710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582930" y="220113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582930" y="244516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582930" y="268919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582930" y="293322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582930" y="317725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582930" y="342128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582930" y="366531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582930" y="390934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582930" y="415337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582930" y="439740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582930" y="464143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582930" y="488546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582930" y="512949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582930" y="537352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582930" y="561755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582930" y="818007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171307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82930" y="195710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582930" y="220113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582930" y="244516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582930" y="268919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582930" y="293322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582930" y="317725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582930" y="342128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582930" y="366531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582930" y="390934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582930" y="415337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582930" y="439740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582930" y="464143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582930" y="488546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582930" y="512949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582930" y="537352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582930" y="561755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582930" y="586159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582930" y="610562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582930" y="634965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582930" y="659368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582930" y="683771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582930" y="708174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582930" y="818007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82930" y="14574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82930" y="16898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82930" y="19222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2930" y="21546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82930" y="23870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2930" y="26194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2930" y="28518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2930" y="30842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82930" y="33167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2930" y="35491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82930" y="37815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2930" y="40139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82930" y="42463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2930" y="44787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82930" y="47111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82930" y="49435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82930" y="51759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2930" y="54083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82930" y="56408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2930" y="58732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82930" y="61056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82930" y="63380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82930" y="65704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82930" y="68028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82930" y="70352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82930" y="72676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82930" y="75000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82930" y="77324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82930" y="79649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"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3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82930" y="143417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82930" y="164334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82930" y="185251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2930" y="206168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82930" y="227085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2930" y="248002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82930" y="268919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82930" y="289836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82930" y="310753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82930" y="331670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82930" y="352586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82930" y="373503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82930" y="394420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82930" y="415337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82930" y="436254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82930" y="457171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82930" y="478088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82930" y="499005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82930" y="519922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82930" y="540839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82930" y="561755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82930" y="582672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82930" y="603589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82930" y="624506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82930" y="645423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82930" y="666340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82930" y="687257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82930" y="708174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82930" y="729091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82930" y="750008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82930" y="770924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"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4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the complete source visible."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6486811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5" name="Text 3"/>
          <p:cNvSpPr/>
          <p:nvPr/>
        </p:nvSpPr>
        <p:spPr>
          <a:xfrm>
            <a:off x="582930" y="6634972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6" name="Text 4"/>
          <p:cNvSpPr/>
          <p:nvPr/>
        </p:nvSpPr>
        <p:spPr>
          <a:xfrm>
            <a:off x="582930" y="6783134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7" name="Text 5"/>
          <p:cNvSpPr/>
          <p:nvPr/>
        </p:nvSpPr>
        <p:spPr>
          <a:xfrm>
            <a:off x="582930" y="6931295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8" name="Text 6"/>
          <p:cNvSpPr/>
          <p:nvPr/>
        </p:nvSpPr>
        <p:spPr>
          <a:xfrm>
            <a:off x="582930" y="7079456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9" name="Text 7"/>
          <p:cNvSpPr/>
          <p:nvPr/>
        </p:nvSpPr>
        <p:spPr>
          <a:xfrm>
            <a:off x="582930" y="7227618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0" name="Text 8"/>
          <p:cNvSpPr/>
          <p:nvPr/>
        </p:nvSpPr>
        <p:spPr>
          <a:xfrm>
            <a:off x="582930" y="737577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1" name="Text 9"/>
          <p:cNvSpPr/>
          <p:nvPr/>
        </p:nvSpPr>
        <p:spPr>
          <a:xfrm>
            <a:off x="582930" y="752394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2" name="Text 10"/>
          <p:cNvSpPr/>
          <p:nvPr/>
        </p:nvSpPr>
        <p:spPr>
          <a:xfrm>
            <a:off x="582930" y="7672102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3" name="Text 11"/>
          <p:cNvSpPr/>
          <p:nvPr/>
        </p:nvSpPr>
        <p:spPr>
          <a:xfrm>
            <a:off x="582930" y="7820263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4" name="Text 12"/>
          <p:cNvSpPr/>
          <p:nvPr/>
        </p:nvSpPr>
        <p:spPr>
          <a:xfrm>
            <a:off x="582930" y="7968425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5" name="Text 13"/>
          <p:cNvSpPr/>
          <p:nvPr/>
        </p:nvSpPr>
        <p:spPr>
          <a:xfrm>
            <a:off x="582930" y="8116586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6" name="Text 14"/>
          <p:cNvSpPr/>
          <p:nvPr/>
        </p:nvSpPr>
        <p:spPr>
          <a:xfrm>
            <a:off x="582930" y="8264747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7" name="Text 15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5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source keeps the selected readability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floor."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730605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82930" y="751522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2930" y="772439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82930" y="793356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2930" y="814273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 -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82930" y="835190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interview</a:t>
            </a: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32E7469746C65222C226669656C64223A227469746C65222C226C696E65223A302C22636F756E74223A31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42E7469746C65222C226669656C64223A2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52E7469746C65222C226669656C64223A2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1100</Words>
  <Application>Microsoft Office PowerPoint</Application>
  <PresentationFormat>On-screen Show (16:9)</PresentationFormat>
  <Paragraphs>145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2026-09-10T19:04:55Z</dcterms:modified>
</cp:coreProperties>
</file>