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38-4810-AF0B-7D78FBD1A2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38-4810-AF0B-7D78FBD1A2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3B-4B1E-8A2E-D8B1724BE6D0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3B-4B1E-8A2E-D8B1724BE6D0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3B-4B1E-8A2E-D8B1724BE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C2-4781-9F73-2DC8CB5317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C2-4781-9F73-2DC8CB5317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85-48FA-A75E-233A4782EF68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85-48FA-A75E-233A4782EF68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85-48FA-A75E-233A4782EF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80-4287-9244-E60C38320B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80-4287-9244-E60C38320B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914-48FF-974D-399DEC3AFC41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14-48FF-974D-399DEC3AFC41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14-48FF-974D-399DEC3AF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4A-4774-AD22-34AA98B838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4A-4774-AD22-34AA98B83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DBA-42C6-806A-AE27C660F4B7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DBA-42C6-806A-AE27C660F4B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BA-42C6-806A-AE27C660F4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826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>
            <p:extLst>
              <p:ext uri="{D42A27DB-BD31-4B8C-83A1-F6EECF244321}">
                <p14:modId xmlns:p14="http://schemas.microsoft.com/office/powerpoint/2010/main" val="2571779420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2026-09-10T17:43:12Z</dcterms:modified>
</cp:coreProperties>
</file>