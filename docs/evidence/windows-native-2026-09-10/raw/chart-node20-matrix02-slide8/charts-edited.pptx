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98-4D04-9AF5-D7DB4558B3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98-4D04-9AF5-D7DB4558B3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CF3-4BC3-98D2-71427D9B60DC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CF3-4BC3-98D2-71427D9B60DC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F3-4BC3-98D2-71427D9B60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06-408A-BF01-8881826CC4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06-408A-BF01-8881826CC4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F93-49FE-97E8-838D902ED5CE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93-49FE-97E8-838D902ED5CE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F93-49FE-97E8-838D902ED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22-4CF3-A18D-876853F18A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22-4CF3-A18D-876853F18A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B46-4758-8A6B-E166D4A0BDBF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46-4758-8A6B-E166D4A0BDBF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B46-4758-8A6B-E166D4A0BD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46-48F0-83C4-78953B8857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46-48F0-83C4-78953B8857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08F-4344-B5C2-0E2E41F57E7D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08F-4344-B5C2-0E2E41F57E7D}"/>
              </c:ext>
            </c:extLst>
          </c:dPt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8F-4344-B5C2-0E2E41F57E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856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>
            <p:extLst>
              <p:ext uri="{D42A27DB-BD31-4B8C-83A1-F6EECF244321}">
                <p14:modId xmlns:p14="http://schemas.microsoft.com/office/powerpoint/2010/main" val="586704301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2026-09-10T18:50:39Z</dcterms:modified>
</cp:coreProperties>
</file>