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6-434C-A8D6-073C6AD2B0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16-434C-A8D6-073C6AD2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DA-47BF-A582-EBF32A5629B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DA-47BF-A582-EBF32A5629B1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DA-47BF-A582-EBF32A562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0-4940-A6BB-77B78DA08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0-4940-A6BB-77B78DA08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AE-42FE-8FCC-D8AAE24CC8B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AE-42FE-8FCC-D8AAE24CC8B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AE-42FE-8FCC-D8AAE24CC8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B8-41C4-852C-FE9DD638D9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B8-41C4-852C-FE9DD638D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27-46AE-A652-B27F13827B4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27-46AE-A652-B27F13827B4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27-46AE-A652-B27F13827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84-4138-97F0-2A4CF02C68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84-4138-97F0-2A4CF02C6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32-4997-B865-42A4E7F5C95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32-4997-B865-42A4E7F5C95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32-4997-B865-42A4E7F5C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3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>
            <p:extLst>
              <p:ext uri="{D42A27DB-BD31-4B8C-83A1-F6EECF244321}">
                <p14:modId xmlns:p14="http://schemas.microsoft.com/office/powerpoint/2010/main" val="1005061397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2026-09-10T18:40:46Z</dcterms:modified>
</cp:coreProperties>
</file>