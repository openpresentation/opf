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6-434C-A8D6-073C6AD2B0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16-434C-A8D6-073C6AD2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DA-47BF-A582-EBF32A5629B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DA-47BF-A582-EBF32A5629B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DA-47BF-A582-EBF32A5629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0-4940-A6BB-77B78DA08F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0-4940-A6BB-77B78DA08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AE-42FE-8FCC-D8AAE24CC8B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AE-42FE-8FCC-D8AAE24CC8B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2AE-42FE-8FCC-D8AAE24CC8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B8-41C4-852C-FE9DD638D9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B8-41C4-852C-FE9DD638D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27-46AE-A652-B27F13827B4D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27-46AE-A652-B27F13827B4D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27-46AE-A652-B27F13827B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84-4138-97F0-2A4CF02C68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84-4138-97F0-2A4CF02C6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32-4997-B865-42A4E7F5C954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32-4997-B865-42A4E7F5C95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32-4997-B865-42A4E7F5C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3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2026-09-10T18:40:44Z</dcterms:modified>
</cp:coreProperties>
</file>