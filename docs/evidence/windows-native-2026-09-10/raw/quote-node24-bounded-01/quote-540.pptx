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  <Override PartName="/ppt/tags/opfHeading6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Heading2" Type="http://schemas.openxmlformats.org/officeDocument/2006/relationships/tags" Target="../tags/opfHeadin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OpfHeading4" Type="http://schemas.openxmlformats.org/officeDocument/2006/relationships/tags" Target="../tags/opfHeading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OpfHeading5" Type="http://schemas.openxmlformats.org/officeDocument/2006/relationships/tags" Target="../tags/opfHeadin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OpfHeading6" Type="http://schemas.openxmlformats.org/officeDocument/2006/relationships/tags" Target="../tags/opfHeadin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586159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82930" y="610562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82930" y="634965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582930" y="659368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82930" y="683771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2930" y="708174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OpfHeading3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2930" y="14574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2930" y="16898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2930" y="19222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2930" y="21546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2930" y="23870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2930" y="26194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2930" y="28518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2930" y="30842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2930" y="33167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2930" y="35491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2930" y="37815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2930" y="40139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2930" y="42463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930" y="44787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2930" y="47111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2930" y="49435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2930" y="51759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2930" y="54083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2930" y="56408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2930" y="58732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2930" y="61056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930" y="63380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2930" y="65704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2930" y="68028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2930" y="70352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2930" y="72676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2930" y="75000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2930" y="77324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2930" y="79649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"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OpfHeading4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82930" y="143417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2930" y="164334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85251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206168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227085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248002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268919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2930" y="289836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2930" y="310753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2930" y="331670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2930" y="352586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2930" y="373503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2930" y="394420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2930" y="415337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2930" y="436254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2930" y="457171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2930" y="478088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2930" y="499005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2930" y="519922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2930" y="540839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2930" y="561755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2930" y="582672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2930" y="603589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2930" y="624506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2930" y="645423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2930" y="666340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2930" y="687257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2930" y="708174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82930" y="729091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2930" y="750008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82930" y="770924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"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OpfHeading5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6486811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5" name="Text 3"/>
          <p:cNvSpPr/>
          <p:nvPr/>
        </p:nvSpPr>
        <p:spPr>
          <a:xfrm>
            <a:off x="582930" y="663497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6" name="Text 4"/>
          <p:cNvSpPr/>
          <p:nvPr/>
        </p:nvSpPr>
        <p:spPr>
          <a:xfrm>
            <a:off x="582930" y="6783134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7" name="Text 5"/>
          <p:cNvSpPr/>
          <p:nvPr/>
        </p:nvSpPr>
        <p:spPr>
          <a:xfrm>
            <a:off x="582930" y="693129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582930" y="707945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582930" y="7227618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582930" y="737577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582930" y="752394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582930" y="767210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582930" y="7820263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582930" y="796842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582930" y="811658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582930" y="8264747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OpfHeading6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floor."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730605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751522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772439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793356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814273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-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835190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interview</a:t>
            </a:r>
            <a:endParaRPr lang="en-US" sz="1350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opfHeading4.xml><?xml version="1.0" encoding="utf-8"?>
<p:tagLst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opfHeading5.xml><?xml version="1.0" encoding="utf-8"?>
<p:tagLst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opfHeading6.xml><?xml version="1.0" encoding="utf-8"?>
<p:tagLst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