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Heading4" Type="http://schemas.openxmlformats.org/officeDocument/2006/relationships/tags" Target="../tags/opfHeadin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Heading5" Type="http://schemas.openxmlformats.org/officeDocument/2006/relationships/tags" Target="../tags/opfHeadin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Heading6" Type="http://schemas.openxmlformats.org/officeDocument/2006/relationships/tags" Target="../tags/opfHeadin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OpfHeading4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OpfHeading5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OpfHeading6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