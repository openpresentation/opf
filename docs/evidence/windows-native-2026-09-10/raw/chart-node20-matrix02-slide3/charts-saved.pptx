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8-4E85-9C0A-CAA7AFE35B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68-4E85-9C0A-CAA7AFE35B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84F-44A6-AF11-7DF7B0FDA571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84F-44A6-AF11-7DF7B0FDA57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84F-44A6-AF11-7DF7B0FDA5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F6-4234-A9B6-16B80440E2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F6-4234-A9B6-16B80440E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42-4802-9EB6-BBA16FF0793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42-4802-9EB6-BBA16FF0793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42-4802-9EB6-BBA16FF07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0-4D7F-9719-44E41CDFAF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10-4D7F-9719-44E41CDFAF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7E-4C6F-B16C-902A85D04B66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7E-4C6F-B16C-902A85D04B66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7E-4C6F-B16C-902A85D04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8E-42EC-B784-B06E1F412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8E-42EC-B784-B06E1F412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60F-44B7-8E57-96D12B4D6B2E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0F-44B7-8E57-96D12B4D6B2E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0F-44B7-8E57-96D12B4D6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583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2026-09-10T18:49:51Z</dcterms:modified>
</cp:coreProperties>
</file>