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528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10561342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1371339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11036848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11479947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9458172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1371339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/>
              <a:t>Edited </a:t>
            </a: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2026-09-10T18:20:59Z</dcterms:modified>
</cp:coreProperties>
</file>