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65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554991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6364988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792744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6235843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003406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6916573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2026-09-10T18:20:55Z</dcterms:modified>
</cp:coreProperties>
</file>