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411480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1018978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411480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743804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411480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184635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