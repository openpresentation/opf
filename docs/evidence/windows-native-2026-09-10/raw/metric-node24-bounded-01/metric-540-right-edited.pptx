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758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3920507" y="411480"/>
            <a:ext cx="550348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4528005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277136" y="411480"/>
            <a:ext cx="275174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4609460" y="782955"/>
            <a:ext cx="12256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3093129" y="411480"/>
            <a:ext cx="137772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4528005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/>
              <a:t>Edited </a:t>
            </a: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On-screen Show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2026-09-10T18:19:21Z</dcterms:modified>
</cp:coreProperties>
</file>