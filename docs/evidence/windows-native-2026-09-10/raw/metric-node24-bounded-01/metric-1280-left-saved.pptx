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39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5863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991739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6180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2026-09-10T18:18:10Z</dcterms:modified>
</cp:coreProperties>
</file>