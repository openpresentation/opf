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4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6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7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4758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10" Type="http://schemas.openxmlformats.org/officeDocument/2006/relationships/notesSlide" Target="../notesSlides/notesSlide3.xml"/><Relationship Id="rId4" Type="http://schemas.openxmlformats.org/officeDocument/2006/relationships/tags" Target="../tags/tag6.xml"/><Relationship Id="rId9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9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4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3 value line 1"/>
          <p:cNvSpPr/>
          <p:nvPr>
            <p:custDataLst>
              <p:tags r:id="rId1"/>
            </p:custDataLst>
          </p:nvPr>
        </p:nvSpPr>
        <p:spPr>
          <a:xfrm>
            <a:off x="3920507" y="411480"/>
            <a:ext cx="550348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4275" dirty="0"/>
          </a:p>
        </p:txBody>
      </p:sp>
      <p:sp>
        <p:nvSpPr>
          <p:cNvPr id="3" name="OPF metric 3 unit line 1"/>
          <p:cNvSpPr/>
          <p:nvPr>
            <p:custDataLst>
              <p:tags r:id="rId2"/>
            </p:custDataLst>
          </p:nvPr>
        </p:nvSpPr>
        <p:spPr>
          <a:xfrm>
            <a:off x="4528005" y="782955"/>
            <a:ext cx="204015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350" dirty="0"/>
          </a:p>
        </p:txBody>
      </p:sp>
      <p:sp>
        <p:nvSpPr>
          <p:cNvPr id="4" name="OPF metric 3 label line 1"/>
          <p:cNvSpPr/>
          <p:nvPr>
            <p:custDataLst>
              <p:tags r:id="rId3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>
                <a:tab pos="310083" algn="l"/>
              </a:tabLst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	Right  </a:t>
            </a:r>
            <a:endParaRPr lang="en-US" sz="1350" dirty="0"/>
          </a:p>
        </p:txBody>
      </p:sp>
      <p:sp>
        <p:nvSpPr>
          <p:cNvPr id="5" name="OPF metric 3 description line 1"/>
          <p:cNvSpPr/>
          <p:nvPr>
            <p:custDataLst>
              <p:tags r:id="rId4"/>
            </p:custDataLst>
          </p:nvPr>
        </p:nvSpPr>
        <p:spPr>
          <a:xfrm>
            <a:off x="411480" y="1425893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</a:t>
            </a:r>
            <a:endParaRPr lang="en-US" sz="1350" dirty="0"/>
          </a:p>
        </p:txBody>
      </p:sp>
      <p:sp>
        <p:nvSpPr>
          <p:cNvPr id="6" name="OPF metric 3 description line 2"/>
          <p:cNvSpPr/>
          <p:nvPr>
            <p:custDataLst>
              <p:tags r:id="rId5"/>
            </p:custDataLst>
          </p:nvPr>
        </p:nvSpPr>
        <p:spPr>
          <a:xfrm>
            <a:off x="411480" y="1635062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1350" dirty="0"/>
          </a:p>
        </p:txBody>
      </p:sp>
      <p:sp>
        <p:nvSpPr>
          <p:cNvPr id="7" name="OPF metric 3 description line 3"/>
          <p:cNvSpPr/>
          <p:nvPr>
            <p:custDataLst>
              <p:tags r:id="rId6"/>
            </p:custDataLst>
          </p:nvPr>
        </p:nvSpPr>
        <p:spPr>
          <a:xfrm>
            <a:off x="411480" y="1844231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350" dirty="0"/>
          </a:p>
        </p:txBody>
      </p:sp>
      <p:sp>
        <p:nvSpPr>
          <p:cNvPr id="8" name="OPF metric 3 delta line 1"/>
          <p:cNvSpPr/>
          <p:nvPr>
            <p:custDataLst>
              <p:tags r:id="rId7"/>
            </p:custDataLst>
          </p:nvPr>
        </p:nvSpPr>
        <p:spPr>
          <a:xfrm>
            <a:off x="411480" y="2110550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50" dirty="0"/>
          </a:p>
        </p:txBody>
      </p:sp>
      <p:sp>
        <p:nvSpPr>
          <p:cNvPr id="9" name="OPF metric 3 trend line 1"/>
          <p:cNvSpPr/>
          <p:nvPr>
            <p:custDataLst>
              <p:tags r:id="rId8"/>
            </p:custDataLst>
          </p:nvPr>
        </p:nvSpPr>
        <p:spPr>
          <a:xfrm>
            <a:off x="411480" y="2376869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1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4275" dirty="0"/>
          </a:p>
        </p:txBody>
      </p:sp>
      <p:sp>
        <p:nvSpPr>
          <p:cNvPr id="3" name="OPF metric 11 value line 2"/>
          <p:cNvSpPr/>
          <p:nvPr>
            <p:custDataLst>
              <p:tags r:id="rId2"/>
            </p:custDataLst>
          </p:nvPr>
        </p:nvSpPr>
        <p:spPr>
          <a:xfrm>
            <a:off x="411480" y="1073849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</a:t>
            </a:r>
            <a:endParaRPr lang="en-US" sz="4275" dirty="0"/>
          </a:p>
        </p:txBody>
      </p:sp>
      <p:sp>
        <p:nvSpPr>
          <p:cNvPr id="4" name="OPF metric 11 unit line 1"/>
          <p:cNvSpPr/>
          <p:nvPr>
            <p:custDataLst>
              <p:tags r:id="rId3"/>
            </p:custDataLst>
          </p:nvPr>
        </p:nvSpPr>
        <p:spPr>
          <a:xfrm>
            <a:off x="411480" y="1821942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milliseconds across all completed production requests</a:t>
            </a:r>
            <a:endParaRPr lang="en-US" sz="1350" dirty="0"/>
          </a:p>
        </p:txBody>
      </p:sp>
      <p:sp>
        <p:nvSpPr>
          <p:cNvPr id="5" name="OPF metric 11 label line 1"/>
          <p:cNvSpPr/>
          <p:nvPr>
            <p:custDataLst>
              <p:tags r:id="rId4"/>
            </p:custDataLst>
          </p:nvPr>
        </p:nvSpPr>
        <p:spPr>
          <a:xfrm>
            <a:off x="411480" y="2088261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5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3" name="OPF metric 15 trend line 1"/>
          <p:cNvSpPr/>
          <p:nvPr>
            <p:custDataLst>
              <p:tags r:id="rId2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7 value line 1"/>
          <p:cNvSpPr/>
          <p:nvPr>
            <p:custDataLst>
              <p:tags r:id="rId1"/>
            </p:custDataLst>
          </p:nvPr>
        </p:nvSpPr>
        <p:spPr>
          <a:xfrm>
            <a:off x="4277136" y="411480"/>
            <a:ext cx="275174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275" dirty="0"/>
          </a:p>
        </p:txBody>
      </p:sp>
      <p:sp>
        <p:nvSpPr>
          <p:cNvPr id="3" name="OPF metric 17 unit line 1"/>
          <p:cNvSpPr/>
          <p:nvPr>
            <p:custDataLst>
              <p:tags r:id="rId2"/>
            </p:custDataLst>
          </p:nvPr>
        </p:nvSpPr>
        <p:spPr>
          <a:xfrm>
            <a:off x="4609460" y="782955"/>
            <a:ext cx="12256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350" dirty="0"/>
          </a:p>
        </p:txBody>
      </p:sp>
      <p:sp>
        <p:nvSpPr>
          <p:cNvPr id="4" name="OPF metric 17 label line 1"/>
          <p:cNvSpPr/>
          <p:nvPr>
            <p:custDataLst>
              <p:tags r:id="rId3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0 value line 1"/>
          <p:cNvSpPr/>
          <p:nvPr>
            <p:custDataLst>
              <p:tags r:id="rId1"/>
            </p:custDataLst>
          </p:nvPr>
        </p:nvSpPr>
        <p:spPr>
          <a:xfrm>
            <a:off x="3093129" y="411480"/>
            <a:ext cx="1377725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>
                <a:tab pos="490965" algn="l"/>
                <a:tab pos="981931" algn="l"/>
              </a:tabLst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1	%</a:t>
            </a:r>
            <a:endParaRPr lang="en-US" sz="4275" dirty="0"/>
          </a:p>
        </p:txBody>
      </p:sp>
      <p:sp>
        <p:nvSpPr>
          <p:cNvPr id="3" name="OPF metric 20 unit line 1"/>
          <p:cNvSpPr/>
          <p:nvPr>
            <p:custDataLst>
              <p:tags r:id="rId2"/>
            </p:custDataLst>
          </p:nvPr>
        </p:nvSpPr>
        <p:spPr>
          <a:xfrm>
            <a:off x="4528005" y="782955"/>
            <a:ext cx="204015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350" dirty="0"/>
          </a:p>
        </p:txBody>
      </p:sp>
      <p:sp>
        <p:nvSpPr>
          <p:cNvPr id="4" name="OPF metric 20 label line 1"/>
          <p:cNvSpPr/>
          <p:nvPr>
            <p:custDataLst>
              <p:tags r:id="rId3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>
                <a:tab pos="155042" algn="l"/>
                <a:tab pos="620167" algn="l"/>
              </a:tabLst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Before	After  </a:t>
            </a:r>
            <a:endParaRPr lang="en-US" sz="1350" dirty="0"/>
          </a:p>
        </p:txBody>
      </p:sp>
      <p:sp>
        <p:nvSpPr>
          <p:cNvPr id="5" name="OPF metric 20 description line 1"/>
          <p:cNvSpPr/>
          <p:nvPr>
            <p:custDataLst>
              <p:tags r:id="rId4"/>
            </p:custDataLst>
          </p:nvPr>
        </p:nvSpPr>
        <p:spPr>
          <a:xfrm>
            <a:off x="411480" y="1425893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>
                <a:tab pos="155042" algn="l"/>
              </a:tabLst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4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3" name="OPF metric 24 value line 2"/>
          <p:cNvSpPr/>
          <p:nvPr>
            <p:custDataLst>
              <p:tags r:id="rId2"/>
            </p:custDataLst>
          </p:nvPr>
        </p:nvSpPr>
        <p:spPr>
          <a:xfrm>
            <a:off x="411480" y="1073849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4" name="OPF metric 24 value line 3"/>
          <p:cNvSpPr/>
          <p:nvPr>
            <p:custDataLst>
              <p:tags r:id="rId3"/>
            </p:custDataLst>
          </p:nvPr>
        </p:nvSpPr>
        <p:spPr>
          <a:xfrm>
            <a:off x="411480" y="1736217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5" name="OPF metric 24 value line 4"/>
          <p:cNvSpPr/>
          <p:nvPr>
            <p:custDataLst>
              <p:tags r:id="rId4"/>
            </p:custDataLst>
          </p:nvPr>
        </p:nvSpPr>
        <p:spPr>
          <a:xfrm>
            <a:off x="411480" y="2398586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6" name="OPF metric 24 label line 1"/>
          <p:cNvSpPr/>
          <p:nvPr>
            <p:custDataLst>
              <p:tags r:id="rId5"/>
            </p:custDataLst>
          </p:nvPr>
        </p:nvSpPr>
        <p:spPr>
          <a:xfrm>
            <a:off x="411480" y="3146679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>
                <a:tab pos="155042" algn="l"/>
              </a:tabLst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  </a:t>
            </a:r>
            <a:endParaRPr lang="en-US" sz="1350" dirty="0"/>
          </a:p>
        </p:txBody>
      </p:sp>
      <p:sp>
        <p:nvSpPr>
          <p:cNvPr id="7" name="OPF metric 24 description line 1"/>
          <p:cNvSpPr/>
          <p:nvPr>
            <p:custDataLst>
              <p:tags r:id="rId6"/>
            </p:custDataLst>
          </p:nvPr>
        </p:nvSpPr>
        <p:spPr>
          <a:xfrm>
            <a:off x="411480" y="3412998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1350" dirty="0"/>
          </a:p>
        </p:txBody>
      </p:sp>
      <p:sp>
        <p:nvSpPr>
          <p:cNvPr id="8" name="OPF metric 24 description line 2"/>
          <p:cNvSpPr/>
          <p:nvPr>
            <p:custDataLst>
              <p:tags r:id="rId7"/>
            </p:custDataLst>
          </p:nvPr>
        </p:nvSpPr>
        <p:spPr>
          <a:xfrm>
            <a:off x="411480" y="3622167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222C22726F6C65223A22616E63686F72222C2270617274223A302C226C696E65223A302C2276616C7565223A302C227061727473223A5B7B22726F6C65223A2276616C7565222C2276697369626C65223A747275652C226C696E6573223A5B7B227374617274223A302C22656E64223A312C226E6578745374617274223A312C22626F756E64617279223A22656E64227D5D7D5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222C22726F6C65223A22616E63686F72222C2270617274223A302C226C696E65223A302C2276616C7565223A22222C227061727473223A5B7B22726F6C65223A2276616C7565222C2276697369626C65223A747275652C226C696E6573223A5B7B227374617274223A302C22656E64223A302C226E6578745374617274223A302C22626F756E64617279223A22656E64227D5D7D5D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16E63686F72222C2270617274223A302C226C696E65223A302C2276616C7565223A7B2276616C7565223A34322C22756E6974223A226D73222C226C6162656C223A224C6566745C7452696768742020222C226465736372697074696F6E223A2245786163745C725C6E5C725C6E636F6E74657874222C2264656C7461223A302C227472656E64223A22666C6174227D2C227061727473223A5B7B22726F6C65223A2276616C7565222C2276697369626C65223A747275652C226C696E6573223A5B7B227374617274223A302C22656E64223A322C226E6578745374617274223A32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22C226E6578745374617274223A31322C22626F756E64617279223A22656E64227D5D7D2C7B22726F6C65223A226465736372697074696F6E222C2276697369626C65223A747275652C226C696E6573223A5B7B227374617274223A302C22656E64223A352C226E6578745374617274223A372C22626F756E64617279223A2268617264227D2C7B227374617274223A372C22656E64223A372C226E6578745374617274223A392C22626F756E64617279223A2268617264227D2C7B227374617274223A392C22656E64223A31362C226E6578745374617274223A31362C22626F756E64617279223A22656E64227D5D7D2C7B22726F6C65223A2264656C7461222C2276697369626C65223A747275652C226C696E6573223A5B7B227374617274223A302C22656E64223A312C226E6578745374617274223A312C22626F756E64617279223A22656E64227D5D7D2C7B22726F6C65223A227472656E64222C2276697369626C65223A747275652C226C696E6573223A5B7B227374617274223A302C22656E64223A342C226E6578745374617274223A342C22626F756E64617279223A22656E64227D5D7D5D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12C226C696E65223A30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22C226C696E65223A30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0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1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2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42C226C696E65223A30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52C226C696E65223A30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16E63686F72222C2270617274223A302C226C696E65223A302C2276616C7565223A7B2276616C7565223A2234325C725C6E2D302E35222C22756E6974223A226D696C6C697365636F6E6473206163726F737320616C6C20636F6D706C657465642070726F64756374696F6E207265717565737473222C226C6162656C223A224C6174656E6379227D2C227061727473223A5B7B22726F6C65223A2276616C7565222C2276697369626C65223A747275652C226C696E6573223A5B7B227374617274223A302C22656E64223A322C226E6578745374617274223A342C22626F756E64617279223A2268617264227D2C7B227374617274223A342C22656E64223A382C226E6578745374617274223A382C22626F756E64617279223A22656E64227D5D7D2C7B22726F6C65223A22756E6974222C2276697369626C65223A747275652C226C696E6573223A5B7B227374617274223A302C22656E64223A35332C226E6578745374617274223A35332C22626F756E64617279223A22656E64227D5D7D2C7B22726F6C65223A226C6162656C222C2276697369626C65223A747275652C226C696E6573223A5B7B227374617274223A302C22656E64223A372C226E6578745374617274223A372C22626F756E64617279223A22656E64227D5D7D5D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02C226C696E65223A31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12C226C696E65223A30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22C226C696E65223A307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16E63686F72222C2270617274223A302C226C696E65223A302C2276616C7565223A7B2276616C7565223A22222C22756E6974223A22222C226C6162656C223A22222C226465736372697074696F6E223A22222C2264656C7461223A22222C227472656E64223A227570227D2C227061727473223A5B7B22726F6C65223A2276616C7565222C2276697369626C65223A747275652C226C696E6573223A5B7B227374617274223A302C22656E64223A302C226E6578745374617274223A302C22626F756E64617279223A22656E64227D5D7D2C7B22726F6C65223A22756E6974222C2276697369626C65223A66616C73652C226C696E6573223A5B5D7D2C7B22726F6C65223A226C6162656C222C2276697369626C65223A66616C73652C226C696E6573223A5B5D7D2C7B22726F6C65223A226465736372697074696F6E222C2276697369626C65223A66616C73652C226C696E6573223A5B5D7D2C7B22726F6C65223A2264656C7461222C2276697369626C65223A66616C73652C226C696E6573223A5B5D7D2C7B22726F6C65223A227472656E64222C2276697369626C65223A747275652C226C696E6573223A5B7B227374617274223A302C22656E64223A322C226E6578745374617274223A322C22626F756E64617279223A22656E64227D5D7D5D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C696E65222C2270617274223A352C226C696E65223A307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16E63686F72222C2270617274223A302C226C696E65223A302C2276616C7565223A7B2276616C7565223A312C22756E6974223A2225222C226C6162656C223A22436F6D706C6574696F6E227D2C227061727473223A5B7B22726F6C65223A2276616C7565222C2276697369626C65223A747275652C226C696E6573223A5B7B227374617274223A302C22656E64223A312C226E6578745374617274223A312C22626F756E64617279223A22656E64227D5D7D2C7B22726F6C65223A22756E6974222C2276697369626C65223A747275652C226C696E6573223A5B7B227374617274223A302C22656E64223A312C226E6578745374617274223A312C22626F756E64617279223A22656E64227D5D7D2C7B22726F6C65223A226C6162656C222C2276697369626C65223A747275652C226C696E6573223A5B7B227374617274223A302C22656E64223A31302C226E6578745374617274223A31302C22626F756E64617279223A22656E64227D5D7D5D7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12C226C696E65223A30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22C226C696E65223A307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16E63686F72222C2270617274223A302C226C696E65223A302C2276616C7565223A7B2276616C7565223A225C74315C7425222C22756E6974223A226D73222C226C6162656C223A225C744265666F72655C7441667465722020222C226465736372697074696F6E223A225C74227D2C227061727473223A5B7B22726F6C65223A2276616C7565222C2276697369626C65223A747275652C226C696E6573223A5B7B227374617274223A302C22656E64223A342C226E6578745374617274223A34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52C226E6578745374617274223A31352C22626F756E64617279223A22656E64227D5D7D2C7B22726F6C65223A226465736372697074696F6E222C2276697369626C65223A747275652C226C696E6573223A5B7B227374617274223A302C22656E64223A312C226E6578745374617274223A312C22626F756E64617279223A22656E64227D5D7D5D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12C226C696E65223A307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22C226C696E65223A30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32C226C696E65223A307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16E63686F72222C2270617274223A302C226C696E65223A302C2276616C7565223A7B2276616C7565223A225C725C6E5C725C6E5C6E222C226C6162656C223A225C742020222C226465736372697074696F6E223A225C6E227D2C227061727473223A5B7B22726F6C65223A2276616C7565222C2276697369626C65223A747275652C226C696E6573223A5B7B227374617274223A302C22656E64223A302C226E6578745374617274223A322C22626F756E64617279223A2268617264227D2C7B227374617274223A322C22656E64223A322C226E6578745374617274223A342C22626F756E64617279223A2268617264227D2C7B227374617274223A342C22656E64223A342C226E6578745374617274223A352C22626F756E64617279223A2268617264227D2C7B227374617274223A352C22656E64223A352C226E6578745374617274223A352C22626F756E64617279223A22656E64227D5D7D2C7B22726F6C65223A226C6162656C222C2276697369626C65223A747275652C226C696E6573223A5B7B227374617274223A302C22656E64223A332C226E6578745374617274223A332C22626F756E64617279223A22656E64227D5D7D2C7B22726F6C65223A226465736372697074696F6E222C2276697369626C65223A747275652C226C696E6573223A5B7B227374617274223A302C22656E64223A302C226E6578745374617274223A312C22626F756E64617279223A2268617264227D2C7B227374617274223A312C22656E64223A312C226E6578745374617274223A312C22626F756E64617279223A22656E64227D5D7D5D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17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27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37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12C226C696E65223A307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07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</Words>
  <Application>Microsoft Office PowerPoint</Application>
  <PresentationFormat>On-screen Show (16:9)</PresentationFormat>
  <Paragraphs>29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2026-09-10T18:19:21Z</dcterms:modified>
</cp:coreProperties>
</file>