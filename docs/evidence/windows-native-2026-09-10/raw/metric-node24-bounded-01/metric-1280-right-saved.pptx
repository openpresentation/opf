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528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10561342" y="548640"/>
            <a:ext cx="73379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1371339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486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4864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11036848" y="548640"/>
            <a:ext cx="36689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11479947" y="1043940"/>
            <a:ext cx="16341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9458172" y="548640"/>
            <a:ext cx="183696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11371339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Widescreen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2026-09-10T18:20:59Z</dcterms:modified>
</cp:coreProperties>
</file>