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532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018978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743804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84635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2026-09-10T18:21:02Z</dcterms:modified>
</cp:coreProperties>
</file>