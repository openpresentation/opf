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5395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73379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358637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36689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991739" y="1043940"/>
            <a:ext cx="16341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83696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2461807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/>
              <a:t>Edited </a:t>
            </a: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2026-09-10T18:18:10Z</dcterms:modified>
</cp:coreProperties>
</file>