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8532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4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550348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4275" dirty="0"/>
          </a:p>
        </p:txBody>
      </p:sp>
      <p:sp>
        <p:nvSpPr>
          <p:cNvPr id="3" name="OPF metric 3 unit line 1"/>
          <p:cNvSpPr/>
          <p:nvPr>
            <p:custDataLst>
              <p:tags r:id="rId2"/>
            </p:custDataLst>
          </p:nvPr>
        </p:nvSpPr>
        <p:spPr>
          <a:xfrm>
            <a:off x="1018978" y="782955"/>
            <a:ext cx="204015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350" dirty="0"/>
          </a:p>
        </p:txBody>
      </p:sp>
      <p:sp>
        <p:nvSpPr>
          <p:cNvPr id="4" name="OPF metric 3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310083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	Right  </a:t>
            </a:r>
            <a:endParaRPr lang="en-US" sz="1350" dirty="0"/>
          </a:p>
        </p:txBody>
      </p:sp>
      <p:sp>
        <p:nvSpPr>
          <p:cNvPr id="5" name="OPF metric 3 description line 1"/>
          <p:cNvSpPr/>
          <p:nvPr>
            <p:custDataLst>
              <p:tags r:id="rId4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1350" dirty="0"/>
          </a:p>
        </p:txBody>
      </p:sp>
      <p:sp>
        <p:nvSpPr>
          <p:cNvPr id="6" name="OPF metric 3 description line 2"/>
          <p:cNvSpPr/>
          <p:nvPr>
            <p:custDataLst>
              <p:tags r:id="rId5"/>
            </p:custDataLst>
          </p:nvPr>
        </p:nvSpPr>
        <p:spPr>
          <a:xfrm>
            <a:off x="411480" y="163506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7" name="OPF metric 3 description line 3"/>
          <p:cNvSpPr/>
          <p:nvPr>
            <p:custDataLst>
              <p:tags r:id="rId6"/>
            </p:custDataLst>
          </p:nvPr>
        </p:nvSpPr>
        <p:spPr>
          <a:xfrm>
            <a:off x="411480" y="184423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50" dirty="0"/>
          </a:p>
        </p:txBody>
      </p:sp>
      <p:sp>
        <p:nvSpPr>
          <p:cNvPr id="8" name="OPF metric 3 delta line 1"/>
          <p:cNvSpPr/>
          <p:nvPr>
            <p:custDataLst>
              <p:tags r:id="rId7"/>
            </p:custDataLst>
          </p:nvPr>
        </p:nvSpPr>
        <p:spPr>
          <a:xfrm>
            <a:off x="411480" y="2110550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9" name="OPF metric 3 trend line 1"/>
          <p:cNvSpPr/>
          <p:nvPr>
            <p:custDataLst>
              <p:tags r:id="rId8"/>
            </p:custDataLst>
          </p:nvPr>
        </p:nvSpPr>
        <p:spPr>
          <a:xfrm>
            <a:off x="411480" y="237686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4275" dirty="0"/>
          </a:p>
        </p:txBody>
      </p:sp>
      <p:sp>
        <p:nvSpPr>
          <p:cNvPr id="3" name="OPF metric 11 value line 2"/>
          <p:cNvSpPr/>
          <p:nvPr>
            <p:custDataLst>
              <p:tags r:id="rId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4275" dirty="0"/>
          </a:p>
        </p:txBody>
      </p:sp>
      <p:sp>
        <p:nvSpPr>
          <p:cNvPr id="4" name="OPF metric 11 unit line 1"/>
          <p:cNvSpPr/>
          <p:nvPr>
            <p:custDataLst>
              <p:tags r:id="rId3"/>
            </p:custDataLst>
          </p:nvPr>
        </p:nvSpPr>
        <p:spPr>
          <a:xfrm>
            <a:off x="411480" y="182194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across all completed production requests</a:t>
            </a:r>
            <a:endParaRPr lang="en-US" sz="1350" dirty="0"/>
          </a:p>
        </p:txBody>
      </p:sp>
      <p:sp>
        <p:nvSpPr>
          <p:cNvPr id="5" name="OPF metric 11 label line 1"/>
          <p:cNvSpPr/>
          <p:nvPr>
            <p:custDataLst>
              <p:tags r:id="rId4"/>
            </p:custDataLst>
          </p:nvPr>
        </p:nvSpPr>
        <p:spPr>
          <a:xfrm>
            <a:off x="411480" y="208826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3" name="OPF metric 15 trend line 1"/>
          <p:cNvSpPr/>
          <p:nvPr>
            <p:custDataLst>
              <p:tags r:id="rId2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275174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275" dirty="0"/>
          </a:p>
        </p:txBody>
      </p:sp>
      <p:sp>
        <p:nvSpPr>
          <p:cNvPr id="3" name="OPF metric 17 unit line 1"/>
          <p:cNvSpPr/>
          <p:nvPr>
            <p:custDataLst>
              <p:tags r:id="rId2"/>
            </p:custDataLst>
          </p:nvPr>
        </p:nvSpPr>
        <p:spPr>
          <a:xfrm>
            <a:off x="743804" y="782955"/>
            <a:ext cx="12256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350" dirty="0"/>
          </a:p>
        </p:txBody>
      </p:sp>
      <p:sp>
        <p:nvSpPr>
          <p:cNvPr id="4" name="OPF metric 17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1377725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490965" algn="l"/>
                <a:tab pos="981931" algn="l"/>
              </a:tabLst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1	%</a:t>
            </a:r>
            <a:endParaRPr lang="en-US" sz="4275" dirty="0"/>
          </a:p>
        </p:txBody>
      </p:sp>
      <p:sp>
        <p:nvSpPr>
          <p:cNvPr id="3" name="OPF metric 20 unit line 1"/>
          <p:cNvSpPr/>
          <p:nvPr>
            <p:custDataLst>
              <p:tags r:id="rId2"/>
            </p:custDataLst>
          </p:nvPr>
        </p:nvSpPr>
        <p:spPr>
          <a:xfrm>
            <a:off x="1846355" y="782955"/>
            <a:ext cx="204015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350" dirty="0"/>
          </a:p>
        </p:txBody>
      </p:sp>
      <p:sp>
        <p:nvSpPr>
          <p:cNvPr id="4" name="OPF metric 20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155042" algn="l"/>
                <a:tab pos="620167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Before	After  </a:t>
            </a:r>
            <a:endParaRPr lang="en-US" sz="1350" dirty="0"/>
          </a:p>
        </p:txBody>
      </p:sp>
      <p:sp>
        <p:nvSpPr>
          <p:cNvPr id="5" name="OPF metric 20 description line 1"/>
          <p:cNvSpPr/>
          <p:nvPr>
            <p:custDataLst>
              <p:tags r:id="rId4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3" name="OPF metric 24 value line 2"/>
          <p:cNvSpPr/>
          <p:nvPr>
            <p:custDataLst>
              <p:tags r:id="rId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4" name="OPF metric 24 value line 3"/>
          <p:cNvSpPr/>
          <p:nvPr>
            <p:custDataLst>
              <p:tags r:id="rId3"/>
            </p:custDataLst>
          </p:nvPr>
        </p:nvSpPr>
        <p:spPr>
          <a:xfrm>
            <a:off x="411480" y="1736217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5" name="OPF metric 24 value line 4"/>
          <p:cNvSpPr/>
          <p:nvPr>
            <p:custDataLst>
              <p:tags r:id="rId4"/>
            </p:custDataLst>
          </p:nvPr>
        </p:nvSpPr>
        <p:spPr>
          <a:xfrm>
            <a:off x="411480" y="2398586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6" name="OPF metric 24 label line 1"/>
          <p:cNvSpPr/>
          <p:nvPr>
            <p:custDataLst>
              <p:tags r:id="rId5"/>
            </p:custDataLst>
          </p:nvPr>
        </p:nvSpPr>
        <p:spPr>
          <a:xfrm>
            <a:off x="411480" y="314667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</a:t>
            </a:r>
            <a:endParaRPr lang="en-US" sz="1350" dirty="0"/>
          </a:p>
        </p:txBody>
      </p:sp>
      <p:sp>
        <p:nvSpPr>
          <p:cNvPr id="7" name="OPF metric 24 description line 1"/>
          <p:cNvSpPr/>
          <p:nvPr>
            <p:custDataLst>
              <p:tags r:id="rId6"/>
            </p:custDataLst>
          </p:nvPr>
        </p:nvSpPr>
        <p:spPr>
          <a:xfrm>
            <a:off x="411480" y="3412998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8" name="OPF metric 24 description line 2"/>
          <p:cNvSpPr/>
          <p:nvPr>
            <p:custDataLst>
              <p:tags r:id="rId7"/>
            </p:custDataLst>
          </p:nvPr>
        </p:nvSpPr>
        <p:spPr>
          <a:xfrm>
            <a:off x="411480" y="3622167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12C226C696E65223A30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2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1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4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5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02C226C696E65223A31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12C226C696E65223A30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22C226C696E65223A30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C696E65222C2270617274223A352C226C696E65223A30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12C226C696E65223A30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22C226C696E65223A30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1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22C226C696E65223A30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32C226C696E65223A30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1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3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12C226C696E65223A30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0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Microsoft Office PowerPoint</Application>
  <PresentationFormat>On-screen Show (16:9)</PresentationFormat>
  <Paragraphs>29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2026-09-10T18:21:02Z</dcterms:modified>
</cp:coreProperties>
</file>