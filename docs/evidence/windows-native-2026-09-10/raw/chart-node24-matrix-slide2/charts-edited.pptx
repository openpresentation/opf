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36-4FDC-9AD1-9F7C4E93E2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36-4FDC-9AD1-9F7C4E93E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57-4C18-A4DC-DC51A6DF652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57-4C18-A4DC-DC51A6DF6526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57-4C18-A4DC-DC51A6DF6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6-4C11-BB19-85E4120710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6-4C11-BB19-85E412071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5E-498B-98E1-8399DD37DB8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5E-498B-98E1-8399DD37DB8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5E-498B-98E1-8399DD37D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0B-4565-A991-4F7853AEB4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0B-4565-A991-4F7853AEB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D8-48F0-B6A3-9F18C0AE8A34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D8-48F0-B6A3-9F18C0AE8A3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D8-48F0-B6A3-9F18C0AE8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05-46C2-80DE-800DCAE73C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05-46C2-80DE-800DCAE73C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D4-4123-9D71-EC694C1C9D8C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D4-4123-9D71-EC694C1C9D8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D4-4123-9D71-EC694C1C9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71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>
            <p:extLst>
              <p:ext uri="{D42A27DB-BD31-4B8C-83A1-F6EECF244321}">
                <p14:modId xmlns:p14="http://schemas.microsoft.com/office/powerpoint/2010/main" val="653554380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2026-09-10T18:43:52Z</dcterms:modified>
</cp:coreProperties>
</file>