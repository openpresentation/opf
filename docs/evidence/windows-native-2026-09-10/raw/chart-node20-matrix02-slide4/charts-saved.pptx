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9C-4C18-B873-100366A3B8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9C-4C18-B873-100366A3B8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8E-4A54-B22A-61D6A47C1F2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8E-4A54-B22A-61D6A47C1F2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8E-4A54-B22A-61D6A47C1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2-4F0C-A884-870E2D0B06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2-4F0C-A884-870E2D0B0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BA-4CD7-AF09-6635171377C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BA-4CD7-AF09-6635171377C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BA-4CD7-AF09-6635171377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72-4285-A144-6D7AC9EE74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72-4285-A144-6D7AC9EE7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3E-4839-96B0-25FD4836DA0A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3E-4839-96B0-25FD4836DA0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3E-4839-96B0-25FD4836D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73-4329-B906-A02DC8EED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73-4329-B906-A02DC8EED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E6-4C11-8EA1-F5F1F1097DC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E6-4C11-8EA1-F5F1F1097DC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E6-4C11-8EA1-F5F1F1097D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52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2026-09-10T18:50:00Z</dcterms:modified>
</cp:coreProperties>
</file>