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9C-4C18-B873-100366A3B8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9C-4C18-B873-100366A3B8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D8E-4A54-B22A-61D6A47C1F26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D8E-4A54-B22A-61D6A47C1F26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8E-4A54-B22A-61D6A47C1F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82-4F0C-A884-870E2D0B06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82-4F0C-A884-870E2D0B06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Native 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3BA-4CD7-AF09-6635171377C7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3BA-4CD7-AF09-6635171377C7}"/>
              </c:ext>
            </c:extLst>
          </c:dPt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BA-4CD7-AF09-6635171377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72-4285-A144-6D7AC9EE74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72-4285-A144-6D7AC9EE74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83E-4839-96B0-25FD4836DA0A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83E-4839-96B0-25FD4836DA0A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83E-4839-96B0-25FD4836DA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73-4329-B906-A02DC8EED5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73-4329-B906-A02DC8EED5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4E6-4C11-8EA1-F5F1F1097DC3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4E6-4C11-8EA1-F5F1F1097DC3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4E6-4C11-8EA1-F5F1F1097D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523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>
            <p:extLst>
              <p:ext uri="{D42A27DB-BD31-4B8C-83A1-F6EECF244321}">
                <p14:modId xmlns:p14="http://schemas.microsoft.com/office/powerpoint/2010/main" val="3173786093"/>
              </p:ext>
            </p:extLst>
          </p:nvPr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2026-09-10T18:50:02Z</dcterms:modified>
</cp:coreProperties>
</file>