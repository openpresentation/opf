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F-4DA3-B6E2-71227E9815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DF-4DA3-B6E2-71227E9815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43-41EC-BAD6-89BBEC28C1DB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43-41EC-BAD6-89BBEC28C1D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43-41EC-BAD6-89BBEC28C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9B-477B-8B1D-99063F02E1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9B-477B-8B1D-99063F02E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06-45B1-824A-0CC3DFB086E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06-45B1-824A-0CC3DFB086E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D06-45B1-824A-0CC3DFB08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6-4EE0-B92C-5B5D62E145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6-4EE0-B92C-5B5D62E145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A6-4608-9A2A-2CF5D76CEA80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A6-4608-9A2A-2CF5D76CEA80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A6-4608-9A2A-2CF5D76CE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29-46D8-86F8-C73A85874E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29-46D8-86F8-C73A85874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68-4575-95C5-998B01B85FF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68-4575-95C5-998B01B85FF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F68-4575-95C5-998B01B85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66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>
            <p:extLst>
              <p:ext uri="{D42A27DB-BD31-4B8C-83A1-F6EECF244321}">
                <p14:modId xmlns:p14="http://schemas.microsoft.com/office/powerpoint/2010/main" val="2954380025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2026-09-10T17:39:20Z</dcterms:modified>
</cp:coreProperties>
</file>