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47-40ED-8738-4317BDC994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47-40ED-8738-4317BDC994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B67-4C1A-A22C-9CC9345A169C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67-4C1A-A22C-9CC9345A169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67-4C1A-A22C-9CC9345A1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A4-4E7D-8251-AA94E24A4A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A4-4E7D-8251-AA94E24A4A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BD3-42B3-8998-D59FBD549F11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D3-42B3-8998-D59FBD549F1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BD3-42B3-8998-D59FBD549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3F-4D04-AD42-B0E39C4D2C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3F-4D04-AD42-B0E39C4D2C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2A0-4317-B419-322EAA836D8F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A0-4317-B419-322EAA836D8F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A0-4317-B419-322EAA836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B4-4FBA-9124-72D5C84F28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B4-4FBA-9124-72D5C84F2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747-498E-810D-EC386C25C0DB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47-498E-810D-EC386C25C0D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47-498E-810D-EC386C25C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4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2026-09-10T18:44:33Z</dcterms:modified>
</cp:coreProperties>
</file>