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Native 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47-40ED-8738-4317BDC994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47-40ED-8738-4317BDC994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B67-4C1A-A22C-9CC9345A169C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B67-4C1A-A22C-9CC9345A169C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B67-4C1A-A22C-9CC9345A16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A4-4E7D-8251-AA94E24A4A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A4-4E7D-8251-AA94E24A4A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BD3-42B3-8998-D59FBD549F11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BD3-42B3-8998-D59FBD549F11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BD3-42B3-8998-D59FBD549F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3F-4D04-AD42-B0E39C4D2C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3F-4D04-AD42-B0E39C4D2C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2A0-4317-B419-322EAA836D8F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2A0-4317-B419-322EAA836D8F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2A0-4317-B419-322EAA836D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B4-4FBA-9124-72D5C84F28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B4-4FBA-9124-72D5C84F2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747-498E-810D-EC386C25C0DB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747-498E-810D-EC386C25C0DB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747-498E-810D-EC386C25C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142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>
            <p:extLst>
              <p:ext uri="{D42A27DB-BD31-4B8C-83A1-F6EECF244321}">
                <p14:modId xmlns:p14="http://schemas.microsoft.com/office/powerpoint/2010/main" val="1937109685"/>
              </p:ext>
            </p:extLst>
          </p:nvPr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2026-09-10T18:44:35Z</dcterms:modified>
</cp:coreProperties>
</file>