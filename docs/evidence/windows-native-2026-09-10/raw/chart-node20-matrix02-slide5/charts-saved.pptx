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13-472B-843E-329631DBB4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13-472B-843E-329631DBB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267-4FBE-AF4F-89FC4A2578A6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67-4FBE-AF4F-89FC4A2578A6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267-4FBE-AF4F-89FC4A2578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31-49DC-A517-F84E28A327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31-49DC-A517-F84E28A327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96-47C9-A597-6822EB24DAA4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96-47C9-A597-6822EB24DAA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96-47C9-A597-6822EB24DA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91-41D8-AC97-B141BA4CEB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91-41D8-AC97-B141BA4CEB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AA-433C-B5F7-6B9769D80835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AA-433C-B5F7-6B9769D80835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AA-433C-B5F7-6B9769D808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93-4604-A57E-43CFF0E060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93-4604-A57E-43CFF0E060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105-42F5-AC4B-10B6D1B9A2CC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05-42F5-AC4B-10B6D1B9A2C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05-42F5-AC4B-10B6D1B9A2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95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2026-09-10T18:50:09Z</dcterms:modified>
</cp:coreProperties>
</file>