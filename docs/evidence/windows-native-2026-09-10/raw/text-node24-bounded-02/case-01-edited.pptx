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9292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554072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12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557160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 wraps when space is narrow</a:t>
            </a:r>
            <a:endParaRPr lang="en-US" sz="4050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551770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875" dirty="0"/>
          </a:p>
        </p:txBody>
      </p:sp>
      <p:sp>
        <p:nvSpPr>
          <p:cNvPr id="5" name="Native renamed line 3"/>
          <p:cNvSpPr/>
          <p:nvPr/>
        </p:nvSpPr>
        <p:spPr>
          <a:xfrm>
            <a:off x="548640" y="2109788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Exact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spacing </a:t>
            </a:r>
            <a:r>
              <a:rPr lang="en-US" sz="187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875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875" dirty="0"/>
          </a:p>
        </p:txBody>
      </p:sp>
      <p:sp>
        <p:nvSpPr>
          <p:cNvPr id="6" name="Native renamed line 4"/>
          <p:cNvSpPr/>
          <p:nvPr/>
        </p:nvSpPr>
        <p:spPr>
          <a:xfrm>
            <a:off x="548640" y="2400300"/>
            <a:ext cx="1109472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13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2026-09-10T18:01:22Z</dcterms:modified>
</cp:coreProperties>
</file>