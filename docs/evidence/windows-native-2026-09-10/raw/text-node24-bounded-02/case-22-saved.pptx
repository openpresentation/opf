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475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08466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09987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05655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07476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6514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497205" y="2827211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2026-09-10T18:03:36Z</dcterms:modified>
</cp:coreProperties>
</file>