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ard1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ard1" Type="http://schemas.openxmlformats.org/officeDocument/2006/relationships/tags" Target="../tags/opfCard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OpfCard1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607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opfCard1.xml><?xml version="1.0" encoding="utf-8"?>
<p:tagLst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