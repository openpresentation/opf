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667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renamed line 0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Source</a:t>
            </a:r>
            <a:endParaRPr lang="en-US" sz="900" dirty="0"/>
          </a:p>
        </p:txBody>
      </p:sp>
      <p:sp>
        <p:nvSpPr>
          <p:cNvPr id="3" name="Native renamed line 1"/>
          <p:cNvSpPr/>
          <p:nvPr>
            <p:custDataLst>
              <p:tags r:id="rId2"/>
            </p:custDataLst>
          </p:nvPr>
        </p:nvSpPr>
        <p:spPr>
          <a:xfrm>
            <a:off x="411480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A </a:t>
            </a: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measured title that</a:t>
            </a:r>
            <a:endParaRPr lang="en-US" sz="3038" dirty="0"/>
          </a:p>
        </p:txBody>
      </p:sp>
      <p:sp>
        <p:nvSpPr>
          <p:cNvPr id="4" name="Native renamed line 2"/>
          <p:cNvSpPr/>
          <p:nvPr>
            <p:custDataLst>
              <p:tags r:id="rId3"/>
            </p:custDataLst>
          </p:nvPr>
        </p:nvSpPr>
        <p:spPr>
          <a:xfrm>
            <a:off x="411480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Native renamed line 3"/>
          <p:cNvSpPr/>
          <p:nvPr>
            <p:custDataLst>
              <p:tags r:id="rId4"/>
            </p:custDataLst>
          </p:nvPr>
        </p:nvSpPr>
        <p:spPr>
          <a:xfrm>
            <a:off x="411480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Native renamed line 4"/>
          <p:cNvSpPr/>
          <p:nvPr>
            <p:custDataLst>
              <p:tags r:id="rId5"/>
            </p:custDataLst>
          </p:nvPr>
        </p:nvSpPr>
        <p:spPr>
          <a:xfrm>
            <a:off x="411480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6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Supporting 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1406" dirty="0"/>
          </a:p>
        </p:txBody>
      </p:sp>
      <p:sp>
        <p:nvSpPr>
          <p:cNvPr id="7" name="Native renamed line 5"/>
          <p:cNvSpPr/>
          <p:nvPr/>
        </p:nvSpPr>
        <p:spPr>
          <a:xfrm>
            <a:off x="411480" y="2523601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6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Exact 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spacing </a:t>
            </a:r>
            <a:r>
              <a:rPr lang="en-US" sz="1406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406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406" dirty="0"/>
          </a:p>
        </p:txBody>
      </p:sp>
      <p:sp>
        <p:nvSpPr>
          <p:cNvPr id="8" name="Native renamed line 6"/>
          <p:cNvSpPr/>
          <p:nvPr/>
        </p:nvSpPr>
        <p:spPr>
          <a:xfrm>
            <a:off x="411480" y="2741486"/>
            <a:ext cx="432054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84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406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On-screen Show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2026-09-10T18:03:14Z</dcterms:modified>
</cp:coreProperties>
</file>