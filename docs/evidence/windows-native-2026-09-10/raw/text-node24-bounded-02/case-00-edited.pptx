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213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5407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5716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5177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Native renamed line 3"/>
          <p:cNvSpPr/>
          <p:nvPr/>
        </p:nvSpPr>
        <p:spPr>
          <a:xfrm>
            <a:off x="548640" y="2109788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875" dirty="0"/>
          </a:p>
        </p:txBody>
      </p:sp>
      <p:sp>
        <p:nvSpPr>
          <p:cNvPr id="6" name="Native renamed line 4"/>
          <p:cNvSpPr/>
          <p:nvPr/>
        </p:nvSpPr>
        <p:spPr>
          <a:xfrm>
            <a:off x="551770" y="2400300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2026-09-10T18:00:49Z</dcterms:modified>
</cp:coreProperties>
</file>