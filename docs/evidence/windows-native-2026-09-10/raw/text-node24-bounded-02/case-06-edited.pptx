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7991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554072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12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557160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 wraps when space is narrow</a:t>
            </a:r>
            <a:endParaRPr lang="en-US" sz="4050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551770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875" dirty="0"/>
          </a:p>
        </p:txBody>
      </p:sp>
      <p:sp>
        <p:nvSpPr>
          <p:cNvPr id="5" name="OPF card slides.0.text"/>
          <p:cNvSpPr/>
          <p:nvPr>
            <p:custDataLst>
              <p:tags r:id="rId4"/>
            </p:custDataLst>
          </p:nvPr>
        </p:nvSpPr>
        <p:spPr>
          <a:xfrm>
            <a:off x="548640" y="2109788"/>
            <a:ext cx="11094720" cy="4199573"/>
          </a:xfrm>
          <a:prstGeom prst="roundRect">
            <a:avLst>
              <a:gd name="adj" fmla="val 1814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Native renamed line 3"/>
          <p:cNvSpPr/>
          <p:nvPr/>
        </p:nvSpPr>
        <p:spPr>
          <a:xfrm>
            <a:off x="662940" y="2224088"/>
            <a:ext cx="108661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Full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875" dirty="0"/>
          </a:p>
        </p:txBody>
      </p:sp>
      <p:sp>
        <p:nvSpPr>
          <p:cNvPr id="7" name="Native renamed line 4"/>
          <p:cNvSpPr/>
          <p:nvPr/>
        </p:nvSpPr>
        <p:spPr>
          <a:xfrm>
            <a:off x="666070" y="2514600"/>
            <a:ext cx="108661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53438363430222C2279223A2232313039373838227D2C22613A657874223A7B226378223A223131303934373230222C226379223A2234313939353733227D7D2C22613A7072737447656F6D223A7B22613A61764C7374223A7B22613A6764223A7B226E616D65223A2261646A222C22666D6C61223A2276616C2031383134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2026-09-10T18:01:38Z</dcterms:modified>
</cp:coreProperties>
</file>