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775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 renamed line 5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Native renamed line 6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2026-09-10T18:03:40Z</dcterms:modified>
</cp:coreProperties>
</file>