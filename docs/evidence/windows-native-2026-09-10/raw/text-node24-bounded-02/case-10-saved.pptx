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4725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1"/>
            </p:custDataLst>
          </p:nvPr>
        </p:nvSpPr>
        <p:spPr>
          <a:xfrm>
            <a:off x="544622" y="548640"/>
            <a:ext cx="110947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dirty="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1200" dirty="0"/>
          </a:p>
        </p:txBody>
      </p:sp>
      <p:sp>
        <p:nvSpPr>
          <p:cNvPr id="3" name="OPF heading slides.0.title line 0"/>
          <p:cNvSpPr/>
          <p:nvPr>
            <p:custDataLst>
              <p:tags r:id="rId2"/>
            </p:custDataLst>
          </p:nvPr>
        </p:nvSpPr>
        <p:spPr>
          <a:xfrm>
            <a:off x="540873" y="84886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measured title that wraps when space is narrow</a:t>
            </a:r>
            <a:endParaRPr lang="en-US" sz="4050" dirty="0"/>
          </a:p>
        </p:txBody>
      </p:sp>
      <p:sp>
        <p:nvSpPr>
          <p:cNvPr id="4" name="OPF heading slides.0.subtitle line 0"/>
          <p:cNvSpPr/>
          <p:nvPr>
            <p:custDataLst>
              <p:tags r:id="rId3"/>
            </p:custDataLst>
          </p:nvPr>
        </p:nvSpPr>
        <p:spPr>
          <a:xfrm>
            <a:off x="543301" y="159067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875" dirty="0"/>
          </a:p>
        </p:txBody>
      </p:sp>
      <p:sp>
        <p:nvSpPr>
          <p:cNvPr id="5" name="OPF card slides.0.text"/>
          <p:cNvSpPr/>
          <p:nvPr>
            <p:custDataLst>
              <p:tags r:id="rId4"/>
            </p:custDataLst>
          </p:nvPr>
        </p:nvSpPr>
        <p:spPr>
          <a:xfrm>
            <a:off x="548640" y="2109788"/>
            <a:ext cx="11094720" cy="4199573"/>
          </a:xfrm>
          <a:prstGeom prst="roundRect">
            <a:avLst>
              <a:gd name="adj" fmla="val 1814"/>
            </a:avLst>
          </a:prstGeom>
          <a:solidFill>
            <a:srgbClr val="011842"/>
          </a:solidFill>
          <a:ln w="12700">
            <a:solidFill>
              <a:srgbClr val="3AC6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62019" y="2224088"/>
            <a:ext cx="108661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 source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662940" y="2514600"/>
            <a:ext cx="108661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Second paragraph.</a:t>
            </a:r>
            <a:endParaRPr lang="en-US" sz="1875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ARD_V1" val="7B2276223A312C2270617468223A22736C696465732E302E74657874222C2270726F70657274696573223A7B22613A7866726D223A7B22613A6F6666223A7B2278223A22353438363430222C2279223A2232313039373838227D2C22613A657874223A7B226378223A223131303934373230222C226379223A2234313939353733227D7D2C22613A7072737447656F6D223A7B22613A61764C7374223A7B22613A6764223A7B226E616D65223A2261646A222C22666D6C61223A2276616C2031383134227D7D2C2270727374223A22726F756E6452656374227D2C22613A736F6C696446696C6C223A7B22613A73726762436C72223A7B2276616C223A22303131383432227D7D2C22613A6C6E223A7B22613A736F6C696446696C6C223A7B22613A73726762436C72223A7B2276616C223A22334143363741227D7D2C22613A7072737444617368223A7B2276616C223A22736F6C6964227D2C2277223A223132373030227D7D2C227374796C65223A6E756C6C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2026-09-10T18:02:28Z</dcterms:modified>
</cp:coreProperties>
</file>