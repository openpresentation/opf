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292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5407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5716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5177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48640" y="2400300"/>
            <a:ext cx="110947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2026-09-10T18:01:22Z</dcterms:modified>
</cp:coreProperties>
</file>