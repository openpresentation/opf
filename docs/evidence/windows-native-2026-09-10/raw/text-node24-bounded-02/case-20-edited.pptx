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786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9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41148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</a:t>
            </a:r>
            <a:endParaRPr lang="en-US" sz="3038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Native renamed line 3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Native renamed line 4"/>
          <p:cNvSpPr/>
          <p:nvPr>
            <p:custDataLst>
              <p:tags r:id="rId5"/>
            </p:custDataLst>
          </p:nvPr>
        </p:nvSpPr>
        <p:spPr>
          <a:xfrm>
            <a:off x="411480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6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Native renamed line 5"/>
          <p:cNvSpPr/>
          <p:nvPr/>
        </p:nvSpPr>
        <p:spPr>
          <a:xfrm>
            <a:off x="497205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Full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406" dirty="0"/>
          </a:p>
        </p:txBody>
      </p:sp>
      <p:sp>
        <p:nvSpPr>
          <p:cNvPr id="9" name="Native renamed line 6"/>
          <p:cNvSpPr/>
          <p:nvPr/>
        </p:nvSpPr>
        <p:spPr>
          <a:xfrm>
            <a:off x="497205" y="2827211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2026-09-10T18:03:30Z</dcterms:modified>
</cp:coreProperties>
</file>