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760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54864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4864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4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2940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662940" y="2514600"/>
            <a:ext cx="108661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2026-09-10T18:02:25Z</dcterms:modified>
</cp:coreProperties>
</file>