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7786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497205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2026-09-10T18:03:30Z</dcterms:modified>
</cp:coreProperties>
</file>