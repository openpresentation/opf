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64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415554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41787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3"/>
            </p:custDataLst>
          </p:nvPr>
        </p:nvSpPr>
        <p:spPr>
          <a:xfrm>
            <a:off x="417305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5"/>
            </p:custDataLst>
          </p:nvPr>
        </p:nvSpPr>
        <p:spPr>
          <a:xfrm>
            <a:off x="413828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Text 5"/>
          <p:cNvSpPr/>
          <p:nvPr/>
        </p:nvSpPr>
        <p:spPr>
          <a:xfrm>
            <a:off x="411480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413828" y="2741486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2026-09-10T18:02:35Z</dcterms:modified>
</cp:coreProperties>
</file>