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opfHeading1.xml" ContentType="application/vnd.openxmlformats-officedocument.presentationml.tags+xml"/>
  <Override PartName="/ppt/tags/opfHeading2.xml" ContentType="application/vnd.openxmlformats-officedocument.presentationml.tags+xml"/>
  <Override PartName="/ppt/tags/opfHeading3.xml" ContentType="application/vnd.openxmlformats-officedocument.presentationml.tag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OpfHeading1" Type="http://schemas.openxmlformats.org/officeDocument/2006/relationships/tags" Target="../tags/opfHeading1.xml"/><Relationship Id="rIdOpfHeading2" Type="http://schemas.openxmlformats.org/officeDocument/2006/relationships/tags" Target="../tags/opfHeading2.xml"/><Relationship Id="rIdOpfHeading3" Type="http://schemas.openxmlformats.org/officeDocument/2006/relationships/tags" Target="../tags/opfHeading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ag line 0"/>
          <p:cNvSpPr/>
          <p:nvPr>
            <p:custDataLst>
              <p:tags r:id="rIdOpfHeading1"/>
            </p:custDataLst>
          </p:nvPr>
        </p:nvSpPr>
        <p:spPr>
          <a:xfrm>
            <a:off x="554072" y="548640"/>
            <a:ext cx="110947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874A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Source</a:t>
            </a:r>
            <a:endParaRPr lang="en-US" sz="1200" dirty="0"/>
          </a:p>
        </p:txBody>
      </p:sp>
      <p:sp>
        <p:nvSpPr>
          <p:cNvPr id="3" name="OPF heading slides.0.title line 0"/>
          <p:cNvSpPr/>
          <p:nvPr>
            <p:custDataLst>
              <p:tags r:id="rIdOpfHeading2"/>
            </p:custDataLst>
          </p:nvPr>
        </p:nvSpPr>
        <p:spPr>
          <a:xfrm>
            <a:off x="557160" y="848868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5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measured title that wraps when space is narrow</a:t>
            </a:r>
            <a:endParaRPr lang="en-US" sz="4050" dirty="0"/>
          </a:p>
        </p:txBody>
      </p:sp>
      <p:sp>
        <p:nvSpPr>
          <p:cNvPr id="4" name="OPF heading slides.0.subtitle line 0"/>
          <p:cNvSpPr/>
          <p:nvPr>
            <p:custDataLst>
              <p:tags r:id="rIdOpfHeading3"/>
            </p:custDataLst>
          </p:nvPr>
        </p:nvSpPr>
        <p:spPr>
          <a:xfrm>
            <a:off x="551770" y="1590675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Supporting text</a:t>
            </a:r>
            <a:endParaRPr lang="en-US" sz="1875" dirty="0"/>
          </a:p>
        </p:txBody>
      </p:sp>
      <p:sp>
        <p:nvSpPr>
          <p:cNvPr id="5" name="Text 3"/>
          <p:cNvSpPr/>
          <p:nvPr/>
        </p:nvSpPr>
        <p:spPr>
          <a:xfrm>
            <a:off x="548640" y="2109788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Full source</a:t>
            </a:r>
            <a:endParaRPr lang="en-US" sz="1875" dirty="0"/>
          </a:p>
        </p:txBody>
      </p:sp>
      <p:sp>
        <p:nvSpPr>
          <p:cNvPr id="6" name="Text 4"/>
          <p:cNvSpPr/>
          <p:nvPr/>
        </p:nvSpPr>
        <p:spPr>
          <a:xfrm>
            <a:off x="551770" y="2400300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Second paragraph.</a:t>
            </a:r>
            <a:endParaRPr lang="en-US" sz="1875" dirty="0"/>
          </a:p>
        </p:txBody>
      </p:sp>
    </p:spTree>
  </p:cSld>
  <p:clrMapOvr>
    <a:masterClrMapping/>
  </p:clrMapOvr>
</p:sld>
</file>

<file path=ppt/tags/opfHeading1.xml><?xml version="1.0" encoding="utf-8"?>
<p:tagLst xmlns:p="http://schemas.openxmlformats.org/presentationml/2006/main">
  <p:tag name="OPF_HEADING_V1" val="7B2276223A312C2267726F7570223A22736C696465732E302E746167222C226669656C64223A22746167222C226C696E65223A302C22636F756E74223A317D"/>
</p:tagLst>
</file>

<file path=ppt/tags/opfHeading2.xml><?xml version="1.0" encoding="utf-8"?>
<p:tagLst xmlns:p="http://schemas.openxmlformats.org/presentationml/2006/main">
  <p:tag name="OPF_HEADING_V1" val="7B2276223A312C2267726F7570223A22736C696465732E302E7469746C65222C226669656C64223A227469746C65222C226C696E65223A302C22636F756E74223A317D"/>
</p:tagLst>
</file>

<file path=ppt/tags/opfHeading3.xml><?xml version="1.0" encoding="utf-8"?>
<p:tagLst xmlns:p="http://schemas.openxmlformats.org/presentationml/2006/main">
  <p:tag name="OPF_HEADING_V1" val="7B2276223A312C2267726F7570223A22736C696465732E302E7375627469746C65222C226669656C64223A227375627469746C65222C226C696E65223A302C22636F756E74223A31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rli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rli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OpenPresentation</cp:lastModifiedBy>
  <cp:revision>1</cp:revision>
  <dcterms:created xsi:type="dcterms:W3CDTF">1980-01-01T00:00:00Z</dcterms:created>
  <dcterms:modified xsi:type="dcterms:W3CDTF">1980-01-01T00:00:00Z</dcterms:modified>
</cp:coreProperties>
</file>