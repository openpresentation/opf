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6-464A-84FA-51CE2D39A0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76-464A-84FA-51CE2D39A0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16-4C22-A11C-A8DC96656A93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16-4C22-A11C-A8DC96656A9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16-4C22-A11C-A8DC96656A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4D-4F5A-9074-186127030C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4D-4F5A-9074-186127030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21-4E48-8388-94695DE5933E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21-4E48-8388-94695DE5933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21-4E48-8388-94695DE59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BD-4F3E-98FC-D7D486734E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BD-4F3E-98FC-D7D486734E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AC-4408-906A-80318BEC5A9E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AC-4408-906A-80318BEC5A9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AC-4408-906A-80318BEC5A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B-4D40-99A3-47CEA15348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EB-4D40-99A3-47CEA15348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5B-434C-B38D-D5AE3919B89F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5B-434C-B38D-D5AE3919B89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5B-434C-B38D-D5AE3919B8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37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2026-09-10T18:45:23Z</dcterms:modified>
</cp:coreProperties>
</file>