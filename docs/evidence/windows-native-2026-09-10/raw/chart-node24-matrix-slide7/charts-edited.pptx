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notesSlides/notesSlide7.xml" ContentType="application/vnd.openxmlformats-officedocument.presentationml.notesSlide+xml"/>
  <Override PartName="/ppt/charts/chart7.xml" ContentType="application/vnd.openxmlformats-officedocument.drawingml.chart+xml"/>
  <Override PartName="/ppt/notesSlides/notesSlide8.xml" ContentType="application/vnd.openxmlformats-officedocument.presentationml.notesSlide+xml"/>
  <Override PartName="/ppt/charts/chart8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5591B8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BFC-4258-9EE0-9044FC51937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6E8FA5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BFC-4258-9EE0-9044FC5193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33415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591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D8E-4F60-9DEE-D85E9DAADFA9}"/>
              </c:ext>
            </c:extLst>
          </c:dPt>
          <c:dPt>
            <c:idx val="1"/>
            <c:bubble3D val="0"/>
            <c:spPr>
              <a:solidFill>
                <a:srgbClr val="6E8F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D8E-4F60-9DEE-D85E9DAADFA9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D8E-4F60-9DEE-D85E9DAADF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334155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1CE-4B4C-9013-8140D326036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1CE-4B4C-9013-8140D32603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000000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A8C-4A8C-9F9E-E3E676ADBAF7}"/>
              </c:ext>
            </c:extLst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A8C-4A8C-9F9E-E3E676ADBAF7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A8C-4A8C-9F9E-E3E676ADBA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000000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2CA-4399-AD75-FD5C15E0260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3C698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2CA-4399-AD75-FD5C15E026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AA2-45E2-A542-9EBDAB1312AD}"/>
              </c:ext>
            </c:extLst>
          </c:dPt>
          <c:dPt>
            <c:idx val="1"/>
            <c:bubble3D val="0"/>
            <c:spPr>
              <a:solidFill>
                <a:srgbClr val="3C69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AA2-45E2-A542-9EBDAB1312AD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AA2-45E2-A542-9EBDAB1312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Native 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Edited 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DB3-40DC-8592-600300B3F12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Edited 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DB3-40DC-8592-600300B3F1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50196"/>
      </a:srgbClr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F21-4161-80C8-2CE5DB9C2703}"/>
              </c:ext>
            </c:extLst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F21-4161-80C8-2CE5DB9C2703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F21-4161-80C8-2CE5DB9C27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50196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259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1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2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3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4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5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6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7"/>
          <p:cNvGraphicFramePr/>
          <p:nvPr>
            <p:extLst>
              <p:ext uri="{D42A27DB-BD31-4B8C-83A1-F6EECF244321}">
                <p14:modId xmlns:p14="http://schemas.microsoft.com/office/powerpoint/2010/main" val="3180115608"/>
              </p:ext>
            </p:extLst>
          </p:nvPr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8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Widescreen</PresentationFormat>
  <Paragraphs>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2026-09-10T18:45:16Z</dcterms:modified>
</cp:coreProperties>
</file>