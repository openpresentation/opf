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FC-4258-9EE0-9044FC5193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FC-4258-9EE0-9044FC5193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8E-4F60-9DEE-D85E9DAADFA9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8E-4F60-9DEE-D85E9DAADFA9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8E-4F60-9DEE-D85E9DAADF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CE-4B4C-9013-8140D32603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CE-4B4C-9013-8140D32603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A8C-4A8C-9F9E-E3E676ADBAF7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A8C-4A8C-9F9E-E3E676ADBAF7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A8C-4A8C-9F9E-E3E676ADBA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CA-4399-AD75-FD5C15E026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CA-4399-AD75-FD5C15E02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AA2-45E2-A542-9EBDAB1312AD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AA2-45E2-A542-9EBDAB1312AD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AA2-45E2-A542-9EBDAB1312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B3-40DC-8592-600300B3F1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B3-40DC-8592-600300B3F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F21-4161-80C8-2CE5DB9C2703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F21-4161-80C8-2CE5DB9C2703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F21-4161-80C8-2CE5DB9C27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59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2026-09-10T18:45:14Z</dcterms:modified>
</cp:coreProperties>
</file>