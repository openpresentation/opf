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F481-B39F-64D1-0352-9A9B71770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408EF-AEE2-528F-E15B-A57161C53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E055D-88F7-507E-7E5C-0E10ABF2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14F5-DFB7-4AA8-820F-B6C95EF695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B6340-CFD3-C55F-8CE8-BFD6D752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FA12B-E55A-2F78-822E-9F93FD06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15A-7E9F-4209-A7E0-872B06037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8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BB9E-700F-CEAB-CD10-20EEB4DEF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A32D0-51B9-FD50-B960-67A49DDFE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741AF-7FA4-105A-B5CA-E160B2C89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14F5-DFB7-4AA8-820F-B6C95EF695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C2011-3C96-F35D-9E00-C8EDA69B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DB4C1-A22C-B3B7-5704-4DB60C27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15A-7E9F-4209-A7E0-872B06037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0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87D4-EBA4-4433-B50A-2DD768796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4EDD3-CF28-4DE6-6BE0-ACC055900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DCF44-7C94-6FE4-53EF-A162CFB0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14F5-DFB7-4AA8-820F-B6C95EF695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14134-0526-F59C-6A60-EAACE461E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A2DC7-BCC4-F582-F8DA-CF10C905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15A-7E9F-4209-A7E0-872B06037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67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2176E-0CA2-162F-DC5B-9CA85134A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66A4-1C47-3495-03A5-6326313C0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BA7BF-88E2-7560-B6CC-83571C9C0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BEE4E-DDD0-9950-3E92-1C4CBFBA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14F5-DFB7-4AA8-820F-B6C95EF695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368CC-F3B1-5BD5-C4B8-A8A95D44D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3AEC5-7D68-F350-E5CF-6EA085011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15A-7E9F-4209-A7E0-872B06037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6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CD06F-3F1E-80CC-1664-21621ACA2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72A13-D58D-F6E0-0C04-0CD5AEE06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8E4CF3-8261-BCF4-B14C-099634003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2DA091-2AC4-8F5C-B627-D1593978E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B63201-5E53-DFCD-15CD-37B81D898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57992C-6C55-EB53-4C37-D0EE2D69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14F5-DFB7-4AA8-820F-B6C95EF695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203243-B8AE-5808-2B1E-7B14A8072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A9955D-726E-A3A1-90A7-175CD45F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15A-7E9F-4209-A7E0-872B06037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0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FD92-4433-0051-4573-C36E9143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BE209B-D544-7B35-A459-0388CC74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14F5-DFB7-4AA8-820F-B6C95EF695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0AAD8-6000-02D7-8DA3-FB90B44DC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0123D-D1E2-26CC-FB57-A804E921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15A-7E9F-4209-A7E0-872B06037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1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4F80BC-FF33-43BD-D2ED-C1C88514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14F5-DFB7-4AA8-820F-B6C95EF695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161ADF-7CD5-C10B-2002-ABA1B45C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F5926-7072-FDA8-EB07-963BA28E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15A-7E9F-4209-A7E0-872B06037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6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26335-24B4-F5C5-726B-469FBC83D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AD7FA-AB67-2AB5-E0F2-466663205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E5E24-58BA-0E6C-3289-461FF5319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F1F1F-70AA-DBE8-A0CE-61001AD2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14F5-DFB7-4AA8-820F-B6C95EF695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B82E7-1BE8-87B5-01B3-A0F65292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77DFF-4B68-DE4B-4142-1F566842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15A-7E9F-4209-A7E0-872B06037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7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F63A3-18FF-480C-44E6-9E10F2A1F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96091D-2A07-BC80-2A16-AB59A647A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47C42-9DEC-F9E6-7BFF-6F47CF1B6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BBFBE-F49B-EC1E-3B41-BC07AC68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14F5-DFB7-4AA8-820F-B6C95EF695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4FADC-2C0B-0FF6-B38E-87FE4F03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749A8-0C29-1B03-9252-21420F0C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15A-7E9F-4209-A7E0-872B06037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9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33F6-7D09-6280-E53A-CAE74338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67DC0-FC32-C873-8623-B12314A5F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36209-EDFC-5833-19CC-A70CF2B5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14F5-DFB7-4AA8-820F-B6C95EF695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E7543-0230-9E0E-9177-3F1F07D5C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4759B-7CE2-3CE1-B421-9D9AFAB1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15A-7E9F-4209-A7E0-872B06037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01CEE7-3A1D-28A9-416C-FC9F93F999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0CE5A-A896-D3BD-8E4B-5C2DEF6A5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4883A-3910-BD98-C798-75F6805AE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14F5-DFB7-4AA8-820F-B6C95EF695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E662A-9C5D-0352-5A81-842908D2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C6DDA-96BC-3A12-0A6C-1553A458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15A-7E9F-4209-A7E0-872B06037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7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85B0A-84D7-8C5D-B159-91770A18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C63CB-3574-8183-AED2-E013F1E3C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6935D-1DB5-49DF-8BBE-230DA4AE76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214F5-DFB7-4AA8-820F-B6C95EF695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16EF-42C1-D083-0A4F-973B410A8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D2D3E-FC32-E189-468F-F6DD41C78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1215A-7E9F-4209-A7E0-872B06037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3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1</cp:revision>
  <dcterms:created xsi:type="dcterms:W3CDTF">2026-09-10T18:35:05Z</dcterms:created>
  <dcterms:modified xsi:type="dcterms:W3CDTF">2026-09-10T18:35:05Z</dcterms:modified>
</cp:coreProperties>
</file>