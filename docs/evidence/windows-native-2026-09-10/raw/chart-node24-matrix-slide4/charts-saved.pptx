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E2-43A6-B787-BE995B4000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E2-43A6-B787-BE995B4000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7E5-47CF-8C7B-E9B37838FF21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7E5-47CF-8C7B-E9B37838FF21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7E5-47CF-8C7B-E9B37838FF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5D-4E11-BE91-D3A69C6430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5D-4E11-BE91-D3A69C6430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800-44D5-AB4B-C46589C64CDA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00-44D5-AB4B-C46589C64CDA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800-44D5-AB4B-C46589C64C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16-4AC3-8F27-C1DAD24F63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16-4AC3-8F27-C1DAD24F63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C10-4402-832B-F8097E1F8718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C10-4402-832B-F8097E1F8718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C10-4402-832B-F8097E1F87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56-474D-AF4C-7CCA1D1CF0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56-474D-AF4C-7CCA1D1CF0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F45-45F4-8CB8-80D86D98D05B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F45-45F4-8CB8-80D86D98D05B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F45-45F4-8CB8-80D86D98D0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94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2026-09-10T18:44:51Z</dcterms:modified>
</cp:coreProperties>
</file>