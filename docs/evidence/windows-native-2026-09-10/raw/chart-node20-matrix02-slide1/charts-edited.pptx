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Native 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83-45B2-BC38-9DE1DF8121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C83-45B2-BC38-9DE1DF8121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2E2-4E61-9F43-C3F6A32252C8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2E2-4E61-9F43-C3F6A32252C8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2E2-4E61-9F43-C3F6A32252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32-43B9-9E39-546E3BC1DF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32-43B9-9E39-546E3BC1DF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9E8-4A9A-B115-EA580424BE26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9E8-4A9A-B115-EA580424BE26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9E8-4A9A-B115-EA580424BE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D6-4AA0-BE2D-912A122078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D6-4AA0-BE2D-912A122078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164-4E8D-9C0E-F7684089B655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164-4E8D-9C0E-F7684089B655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164-4E8D-9C0E-F7684089B6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64-4272-BA57-590E4C9FF4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64-4272-BA57-590E4C9FF4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D2C-4EF4-A2B7-CBDB1F08D6F4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D2C-4EF4-A2B7-CBDB1F08D6F4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D2C-4EF4-A2B7-CBDB1F08D6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580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>
            <p:extLst>
              <p:ext uri="{D42A27DB-BD31-4B8C-83A1-F6EECF244321}">
                <p14:modId xmlns:p14="http://schemas.microsoft.com/office/powerpoint/2010/main" val="2936634761"/>
              </p:ext>
            </p:extLst>
          </p:nvPr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2026-09-10T18:49:37Z</dcterms:modified>
</cp:coreProperties>
</file>