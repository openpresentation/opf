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7D-4AAC-B6D6-4316D9C640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7D-4AAC-B6D6-4316D9C640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5C-4E2F-A63C-B739F47DDD95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5C-4E2F-A63C-B739F47DDD95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5C-4E2F-A63C-B739F47DD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F0-45FA-B093-E62E9270B2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F0-45FA-B093-E62E9270B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41-449C-88AE-810FB502837F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41-449C-88AE-810FB502837F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41-449C-88AE-810FB5028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91-4026-8FD6-18236A25D9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91-4026-8FD6-18236A25D9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FA1-4C5F-9805-758A46BBDB5A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A1-4C5F-9805-758A46BBDB5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FA1-4C5F-9805-758A46BBD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71-412E-B27A-13CF2E3E97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71-412E-B27A-13CF2E3E9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03-412C-B820-8BCB2BB09EF2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03-412C-B820-8BCB2BB09EF2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03-412C-B820-8BCB2BB09E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01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2026-09-10T18:45:07Z</dcterms:modified>
</cp:coreProperties>
</file>