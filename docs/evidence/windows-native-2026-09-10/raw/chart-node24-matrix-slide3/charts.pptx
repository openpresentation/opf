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</c:v>
                  </c:pt>
                  <c:pt idx="1">
                    <c:v>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 descr=""/>
          <p:cNvGraphicFramePr/>
          <p:nvPr/>
        </p:nvGraphicFramePr>
        <p:xfrm>
          <a:off x="548640" y="548640"/>
          <a:ext cx="11094720" cy="5760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