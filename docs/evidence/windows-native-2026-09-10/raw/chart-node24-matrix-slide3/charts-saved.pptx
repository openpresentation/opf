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B-4FEF-91B2-BAEE4ECA45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7B-4FEF-91B2-BAEE4ECA45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46-47F9-ACF0-87B529F657F7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46-47F9-ACF0-87B529F657F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46-47F9-ACF0-87B529F65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CB-49E8-926C-60A649B020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CB-49E8-926C-60A649B020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EA-429E-9A49-6D6FDCA9825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EA-429E-9A49-6D6FDCA9825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EA-429E-9A49-6D6FDCA98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0-48EF-9527-9640F3EB57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60-48EF-9527-9640F3EB5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E0-45D1-B847-68BA6EEC29CC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E0-45D1-B847-68BA6EEC29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E0-45D1-B847-68BA6EEC2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10-435B-A6CB-62924C5918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10-435B-A6CB-62924C591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32-4760-B287-1EAFB360F5E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32-4760-B287-1EAFB360F5E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32-4760-B287-1EAFB360F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2026-09-10T18:44:43Z</dcterms:modified>
</cp:coreProperties>
</file>