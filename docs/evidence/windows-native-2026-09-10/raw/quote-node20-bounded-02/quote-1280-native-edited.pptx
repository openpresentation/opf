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891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1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2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190157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20090" y="222694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20090" y="255231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20090" y="287769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20090" y="320306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20090" y="352844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20090" y="3853815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0090" y="4179189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A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20090" y="4504563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20090" y="482993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readable when the words change. A shared layout keeps the evidence readable when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0090" y="5155311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 change. A shared layout keeps the evidence readable when the words change. "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20090" y="5756910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3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720090" y="18667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720090" y="21572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720090" y="24477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720090" y="27382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720090" y="30287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720090" y="331927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20090" y="360978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720090" y="390029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720090" y="419081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720090" y="4481322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20090" y="4771835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A shared layout keeps the evidence readable when the words change. A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720090" y="5062347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layout keeps the evidence readable when the words change. A shared layout keeps the evidence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720090" y="5352860"/>
            <a:ext cx="107518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when the words change. "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4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4" name="Text 2"/>
          <p:cNvSpPr/>
          <p:nvPr/>
        </p:nvSpPr>
        <p:spPr>
          <a:xfrm>
            <a:off x="720090" y="18434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720090" y="2110740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20090" y="237801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720090" y="2645283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720090" y="29125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720090" y="3179826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720090" y="34470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720090" y="3714369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720090" y="3981641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20090" y="4248912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720090" y="4516184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A shared layout keeps the evidence readable when the words change.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720090" y="4783455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layout keeps the evidence readable when the words change. A shared layout keeps the evidence readable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720090" y="5050727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words change. A shared layout keeps the evidence readable when the words change. A shared layout keeps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720090" y="5317998"/>
            <a:ext cx="10751820" cy="26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readable when the words change. "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5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the complete source visible."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4755071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720090" y="4952619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720090" y="5150168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720090" y="5347716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720090" y="5545265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Long attribution Long attribution Long attribution Long attribution Long attribution Long attribution Long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720090" y="5742813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Long attribution Long attribution Long attribution Long attribution Long attribution Long attribution Long attribution Long attribution Long attribution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20090" y="5940362"/>
            <a:ext cx="10751820" cy="197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5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attribution Long attribution Long attribution - Recorded interview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/>
          <p:nvPr>
            <p:custDataLst>
              <p:tags r:id="rId1"/>
            </p:custDataLst>
          </p:nvPr>
        </p:nvSpPr>
        <p:spPr>
          <a:xfrm>
            <a:off x="551808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edit quote-1280 slide 6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0090" y="1576197"/>
            <a:ext cx="10751820" cy="325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source keeps the selected readability floor."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20090" y="53012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Repeated source Repeated source Repeated source Repeated source Repeated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0090" y="55801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Repeated source Repeated source Repeated source Repeated source Repeated source Repeated source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20090" y="585901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source Repeated source - Recorded interview</a:t>
            </a: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32E7469746C65222C226669656C64223A227469746C65222C226C696E65223A302C22636F756E74223A31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42E7469746C65222C226669656C64223A2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52E7469746C65222C226669656C64223A2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Microsoft Office PowerPoint</Application>
  <PresentationFormat>Widescreen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2026-09-10T19:08:00Z</dcterms:modified>
</cp:coreProperties>
</file>