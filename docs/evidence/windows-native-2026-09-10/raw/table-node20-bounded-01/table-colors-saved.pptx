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944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PF 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PF 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PF 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PF 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PF 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2026-09-10T19:02:39Z</dcterms:modified>
</cp:coreProperties>
</file>