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7944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8911617"/>
              </p:ext>
            </p:extLst>
          </p:nvPr>
        </p:nvGraphicFramePr>
        <p:xfrm>
          <a:off x="548640" y="548640"/>
          <a:ext cx="11094720" cy="1028700"/>
        </p:xfrm>
        <a:graphic>
          <a:graphicData uri="http://schemas.openxmlformats.org/drawingml/2006/table">
            <a:tbl>
              <a:tblPr firstRow="1"/>
              <a:tblGrid>
                <a:gridCol w="554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Header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Inherited</a:t>
                      </a:r>
                      <a:r>
                        <a:rPr lang="en-US" sz="1125" b="1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Native Body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BodyInherited</a:t>
                      </a:r>
                      <a:r>
                        <a:rPr lang="en-US" sz="1125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PF 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604472"/>
              </p:ext>
            </p:extLst>
          </p:nvPr>
        </p:nvGraphicFramePr>
        <p:xfrm>
          <a:off x="548640" y="548640"/>
          <a:ext cx="11094720" cy="1028700"/>
        </p:xfrm>
        <a:graphic>
          <a:graphicData uri="http://schemas.openxmlformats.org/drawingml/2006/table">
            <a:tbl>
              <a:tblPr firstRow="1"/>
              <a:tblGrid>
                <a:gridCol w="554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Header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Inherited</a:t>
                      </a:r>
                      <a:r>
                        <a:rPr lang="en-US" sz="1125" b="1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Native Body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BodyInherited</a:t>
                      </a:r>
                      <a:r>
                        <a:rPr lang="en-US" sz="1125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PF 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2115307"/>
              </p:ext>
            </p:extLst>
          </p:nvPr>
        </p:nvGraphicFramePr>
        <p:xfrm>
          <a:off x="548640" y="548640"/>
          <a:ext cx="11094720" cy="1028700"/>
        </p:xfrm>
        <a:graphic>
          <a:graphicData uri="http://schemas.openxmlformats.org/drawingml/2006/table">
            <a:tbl>
              <a:tblPr firstRow="1"/>
              <a:tblGrid>
                <a:gridCol w="554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Header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77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Inherited</a:t>
                      </a:r>
                      <a:r>
                        <a:rPr lang="en-US" sz="1125" b="1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77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Native Body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77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BodyInherited</a:t>
                      </a:r>
                      <a:r>
                        <a:rPr lang="en-US" sz="1125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77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PF 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916646"/>
              </p:ext>
            </p:extLst>
          </p:nvPr>
        </p:nvGraphicFramePr>
        <p:xfrm>
          <a:off x="548640" y="548640"/>
          <a:ext cx="11094720" cy="1028700"/>
        </p:xfrm>
        <a:graphic>
          <a:graphicData uri="http://schemas.openxmlformats.org/drawingml/2006/table">
            <a:tbl>
              <a:tblPr firstRow="1"/>
              <a:tblGrid>
                <a:gridCol w="554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Header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Inherited</a:t>
                      </a:r>
                      <a:r>
                        <a:rPr lang="en-US" sz="1125" b="1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6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Native Body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BodyInherited</a:t>
                      </a:r>
                      <a:r>
                        <a:rPr lang="en-US" sz="1125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6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PF 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8152482"/>
              </p:ext>
            </p:extLst>
          </p:nvPr>
        </p:nvGraphicFramePr>
        <p:xfrm>
          <a:off x="548640" y="548640"/>
          <a:ext cx="11094720" cy="1028700"/>
        </p:xfrm>
        <a:graphic>
          <a:graphicData uri="http://schemas.openxmlformats.org/drawingml/2006/table">
            <a:tbl>
              <a:tblPr firstRow="1"/>
              <a:tblGrid>
                <a:gridCol w="554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Header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Inherited</a:t>
                      </a:r>
                      <a:r>
                        <a:rPr lang="en-US" sz="1125" b="1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Native Body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BodyInherited</a:t>
                      </a:r>
                      <a:r>
                        <a:rPr lang="en-US" sz="1125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PF 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7639645"/>
              </p:ext>
            </p:extLst>
          </p:nvPr>
        </p:nvGraphicFramePr>
        <p:xfrm>
          <a:off x="548640" y="548640"/>
          <a:ext cx="11094720" cy="1028700"/>
        </p:xfrm>
        <a:graphic>
          <a:graphicData uri="http://schemas.openxmlformats.org/drawingml/2006/table">
            <a:tbl>
              <a:tblPr firstRow="1"/>
              <a:tblGrid>
                <a:gridCol w="554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Header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Inherited</a:t>
                      </a:r>
                      <a:r>
                        <a:rPr lang="en-US" sz="1125" b="1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Native Body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BodyInherited</a:t>
                      </a:r>
                      <a:r>
                        <a:rPr lang="en-US" sz="1125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</Words>
  <Application>Microsoft Office PowerPoint</Application>
  <PresentationFormat>Widescreen</PresentationFormat>
  <Paragraphs>30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2026-09-10T19:02:41Z</dcterms:modified>
</cp:coreProperties>
</file>