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E0-4B0C-93A5-C146ED47B9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E0-4B0C-93A5-C146ED47B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E9-4221-A861-6C710BDDDB84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E9-4221-A861-6C710BDDDB8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E9-4221-A861-6C710BDDD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7B-4A8F-9833-D46E6B6468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7B-4A8F-9833-D46E6B646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F1-4D29-AA94-967E197AB1CC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F1-4D29-AA94-967E197AB1C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F1-4D29-AA94-967E197AB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80-432A-9E22-0ADF82B879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80-432A-9E22-0ADF82B87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FB-4C28-86E6-6BF6E3AA6C07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FB-4C28-86E6-6BF6E3AA6C0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FB-4C28-86E6-6BF6E3AA6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2-42DE-9C89-EEE9418A55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62-42DE-9C89-EEE9418A5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41-4DB1-A1F4-7A14A52A049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41-4DB1-A1F4-7A14A52A049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41-4DB1-A1F4-7A14A52A0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72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>
            <p:extLst>
              <p:ext uri="{D42A27DB-BD31-4B8C-83A1-F6EECF244321}">
                <p14:modId xmlns:p14="http://schemas.microsoft.com/office/powerpoint/2010/main" val="1693777037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2026-09-10T18:45:00Z</dcterms:modified>
</cp:coreProperties>
</file>