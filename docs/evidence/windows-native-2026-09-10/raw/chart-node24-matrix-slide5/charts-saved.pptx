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E0-4B0C-93A5-C146ED47B9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E0-4B0C-93A5-C146ED47B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9E9-4221-A861-6C710BDDDB84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E9-4221-A861-6C710BDDDB8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E9-4221-A861-6C710BDDDB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7B-4A8F-9833-D46E6B6468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7B-4A8F-9833-D46E6B6468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1F1-4D29-AA94-967E197AB1CC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F1-4D29-AA94-967E197AB1C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F1-4D29-AA94-967E197AB1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80-432A-9E22-0ADF82B879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80-432A-9E22-0ADF82B879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CFB-4C28-86E6-6BF6E3AA6C07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CFB-4C28-86E6-6BF6E3AA6C07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CFB-4C28-86E6-6BF6E3AA6C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62-42DE-9C89-EEE9418A55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62-42DE-9C89-EEE9418A55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741-4DB1-A1F4-7A14A52A0492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41-4DB1-A1F4-7A14A52A0492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741-4DB1-A1F4-7A14A52A04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72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2026-09-10T18:44:58Z</dcterms:modified>
</cp:coreProperties>
</file>