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opfMetric1.xml" ContentType="application/vnd.openxmlformats-officedocument.presentationml.tags+xml"/>
  <Override PartName="/ppt/tags/opfMetric2.xml" ContentType="application/vnd.openxmlformats-officedocument.presentationml.tags+xml"/>
  <Override PartName="/ppt/tags/opfMetric3.xml" ContentType="application/vnd.openxmlformats-officedocument.presentationml.tags+xml"/>
  <Override PartName="/ppt/tags/opfMetric4.xml" ContentType="application/vnd.openxmlformats-officedocument.presentationml.tags+xml"/>
  <Override PartName="/ppt/tags/opfMetric5.xml" ContentType="application/vnd.openxmlformats-officedocument.presentationml.tags+xml"/>
  <Override PartName="/ppt/tags/opfMetric6.xml" ContentType="application/vnd.openxmlformats-officedocument.presentationml.tags+xml"/>
  <Override PartName="/ppt/tags/opfMetric7.xml" ContentType="application/vnd.openxmlformats-officedocument.presentationml.tags+xml"/>
  <Override PartName="/ppt/tags/opfMetric8.xml" ContentType="application/vnd.openxmlformats-officedocument.presentationml.tags+xml"/>
  <Override PartName="/ppt/tags/opfMetric9.xml" ContentType="application/vnd.openxmlformats-officedocument.presentationml.tags+xml"/>
  <Override PartName="/ppt/tags/opfMetric10.xml" ContentType="application/vnd.openxmlformats-officedocument.presentationml.tags+xml"/>
  <Override PartName="/ppt/tags/opfMetric11.xml" ContentType="application/vnd.openxmlformats-officedocument.presentationml.tags+xml"/>
  <Override PartName="/ppt/tags/opfMetric12.xml" ContentType="application/vnd.openxmlformats-officedocument.presentationml.tags+xml"/>
  <Override PartName="/ppt/tags/opfMetric13.xml" ContentType="application/vnd.openxmlformats-officedocument.presentationml.tags+xml"/>
  <Override PartName="/ppt/tags/opfMetric14.xml" ContentType="application/vnd.openxmlformats-officedocument.presentationml.tags+xml"/>
  <Override PartName="/ppt/tags/opfMetric15.xml" ContentType="application/vnd.openxmlformats-officedocument.presentationml.tags+xml"/>
  <Override PartName="/ppt/tags/opfMetric16.xml" ContentType="application/vnd.openxmlformats-officedocument.presentationml.tags+xml"/>
  <Override PartName="/ppt/tags/opfMetric17.xml" ContentType="application/vnd.openxmlformats-officedocument.presentationml.tags+xml"/>
  <Override PartName="/ppt/tags/opfMetric18.xml" ContentType="application/vnd.openxmlformats-officedocument.presentationml.tags+xml"/>
  <Override PartName="/ppt/tags/opfMetric19.xml" ContentType="application/vnd.openxmlformats-officedocument.presentationml.tags+xml"/>
  <Override PartName="/ppt/tags/opfMetric20.xml" ContentType="application/vnd.openxmlformats-officedocument.presentationml.tags+xml"/>
  <Override PartName="/ppt/tags/opfMetric21.xml" ContentType="application/vnd.openxmlformats-officedocument.presentationml.tags+xml"/>
  <Override PartName="/ppt/tags/opfMetric22.xml" ContentType="application/vnd.openxmlformats-officedocument.presentationml.tags+xml"/>
  <Override PartName="/ppt/tags/opfMetric23.xml" ContentType="application/vnd.openxmlformats-officedocument.presentationml.tags+xml"/>
  <Override PartName="/ppt/tags/opfMetric24.xml" ContentType="application/vnd.openxmlformats-officedocument.presentationml.tags+xml"/>
  <Override PartName="/ppt/tags/opfMetric25.xml" ContentType="application/vnd.openxmlformats-officedocument.presentationml.tags+xml"/>
  <Override PartName="/ppt/tags/opfMetric26.xml" ContentType="application/vnd.openxmlformats-officedocument.presentationml.tags+xml"/>
  <Override PartName="/ppt/tags/opfMetric27.xml" ContentType="application/vnd.openxmlformats-officedocument.presentationml.tags+xml"/>
  <Override PartName="/ppt/tags/opfMetric28.xml" ContentType="application/vnd.openxmlformats-officedocument.presentationml.tags+xml"/>
  <Override PartName="/ppt/tags/opfMetric29.xml" ContentType="application/vnd.openxmlformats-officedocument.presentationml.tags+xml"/>
  <Override PartName="/ppt/tags/opfMetric30.xml" ContentType="application/vnd.openxmlformats-officedocument.presentationml.tag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OpfMetric1" Type="http://schemas.openxmlformats.org/officeDocument/2006/relationships/tags" Target="../tags/opfMetric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OpfMetric2" Type="http://schemas.openxmlformats.org/officeDocument/2006/relationships/tags" Target="../tags/opfMetric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OpfMetric3" Type="http://schemas.openxmlformats.org/officeDocument/2006/relationships/tags" Target="../tags/opfMetric3.xml"/><Relationship Id="rIdOpfMetric4" Type="http://schemas.openxmlformats.org/officeDocument/2006/relationships/tags" Target="../tags/opfMetric4.xml"/><Relationship Id="rIdOpfMetric5" Type="http://schemas.openxmlformats.org/officeDocument/2006/relationships/tags" Target="../tags/opfMetric5.xml"/><Relationship Id="rIdOpfMetric6" Type="http://schemas.openxmlformats.org/officeDocument/2006/relationships/tags" Target="../tags/opfMetric6.xml"/><Relationship Id="rIdOpfMetric7" Type="http://schemas.openxmlformats.org/officeDocument/2006/relationships/tags" Target="../tags/opfMetric7.xml"/><Relationship Id="rIdOpfMetric8" Type="http://schemas.openxmlformats.org/officeDocument/2006/relationships/tags" Target="../tags/opfMetric8.xml"/><Relationship Id="rIdOpfMetric9" Type="http://schemas.openxmlformats.org/officeDocument/2006/relationships/tags" Target="../tags/opfMetric9.xml"/><Relationship Id="rIdOpfMetric10" Type="http://schemas.openxmlformats.org/officeDocument/2006/relationships/tags" Target="../tags/opfMetric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OpfMetric11" Type="http://schemas.openxmlformats.org/officeDocument/2006/relationships/tags" Target="../tags/opfMetric11.xml"/><Relationship Id="rIdOpfMetric12" Type="http://schemas.openxmlformats.org/officeDocument/2006/relationships/tags" Target="../tags/opfMetric12.xml"/><Relationship Id="rIdOpfMetric13" Type="http://schemas.openxmlformats.org/officeDocument/2006/relationships/tags" Target="../tags/opfMetric13.xml"/><Relationship Id="rIdOpfMetric14" Type="http://schemas.openxmlformats.org/officeDocument/2006/relationships/tags" Target="../tags/opfMetric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OpfMetric15" Type="http://schemas.openxmlformats.org/officeDocument/2006/relationships/tags" Target="../tags/opfMetric15.xml"/><Relationship Id="rIdOpfMetric16" Type="http://schemas.openxmlformats.org/officeDocument/2006/relationships/tags" Target="../tags/opfMetric1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OpfMetric17" Type="http://schemas.openxmlformats.org/officeDocument/2006/relationships/tags" Target="../tags/opfMetric17.xml"/><Relationship Id="rIdOpfMetric18" Type="http://schemas.openxmlformats.org/officeDocument/2006/relationships/tags" Target="../tags/opfMetric18.xml"/><Relationship Id="rIdOpfMetric19" Type="http://schemas.openxmlformats.org/officeDocument/2006/relationships/tags" Target="../tags/opfMetric1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OpfMetric20" Type="http://schemas.openxmlformats.org/officeDocument/2006/relationships/tags" Target="../tags/opfMetric20.xml"/><Relationship Id="rIdOpfMetric21" Type="http://schemas.openxmlformats.org/officeDocument/2006/relationships/tags" Target="../tags/opfMetric21.xml"/><Relationship Id="rIdOpfMetric22" Type="http://schemas.openxmlformats.org/officeDocument/2006/relationships/tags" Target="../tags/opfMetric22.xml"/><Relationship Id="rIdOpfMetric23" Type="http://schemas.openxmlformats.org/officeDocument/2006/relationships/tags" Target="../tags/opfMetric2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OpfMetric24" Type="http://schemas.openxmlformats.org/officeDocument/2006/relationships/tags" Target="../tags/opfMetric24.xml"/><Relationship Id="rIdOpfMetric25" Type="http://schemas.openxmlformats.org/officeDocument/2006/relationships/tags" Target="../tags/opfMetric25.xml"/><Relationship Id="rIdOpfMetric26" Type="http://schemas.openxmlformats.org/officeDocument/2006/relationships/tags" Target="../tags/opfMetric26.xml"/><Relationship Id="rIdOpfMetric27" Type="http://schemas.openxmlformats.org/officeDocument/2006/relationships/tags" Target="../tags/opfMetric27.xml"/><Relationship Id="rIdOpfMetric28" Type="http://schemas.openxmlformats.org/officeDocument/2006/relationships/tags" Target="../tags/opfMetric28.xml"/><Relationship Id="rIdOpfMetric29" Type="http://schemas.openxmlformats.org/officeDocument/2006/relationships/tags" Target="../tags/opfMetric29.xml"/><Relationship Id="rIdOpfMetric30" Type="http://schemas.openxmlformats.org/officeDocument/2006/relationships/tags" Target="../tags/opfMetric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 value line 1"/>
          <p:cNvSpPr/>
          <p:nvPr>
            <p:custDataLst>
              <p:tags r:id="rIdOpfMetric1"/>
            </p:custDataLst>
          </p:nvPr>
        </p:nvSpPr>
        <p:spPr>
          <a:xfrm>
            <a:off x="548640" y="548640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7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5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2 value line 1"/>
          <p:cNvSpPr/>
          <p:nvPr>
            <p:custDataLst>
              <p:tags r:id="rIdOpfMetric2"/>
            </p:custDataLst>
          </p:nvPr>
        </p:nvSpPr>
        <p:spPr>
          <a:xfrm>
            <a:off x="548640" y="548640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endParaRPr lang="en-US" sz="5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3 value line 1"/>
          <p:cNvSpPr/>
          <p:nvPr>
            <p:custDataLst>
              <p:tags r:id="rIdOpfMetric3"/>
            </p:custDataLst>
          </p:nvPr>
        </p:nvSpPr>
        <p:spPr>
          <a:xfrm>
            <a:off x="5554991" y="548640"/>
            <a:ext cx="733797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7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5700" dirty="0"/>
          </a:p>
        </p:txBody>
      </p:sp>
      <p:sp>
        <p:nvSpPr>
          <p:cNvPr id="3" name="OPF metric 3 unit line 1"/>
          <p:cNvSpPr/>
          <p:nvPr>
            <p:custDataLst>
              <p:tags r:id="rIdOpfMetric4"/>
            </p:custDataLst>
          </p:nvPr>
        </p:nvSpPr>
        <p:spPr>
          <a:xfrm>
            <a:off x="6364988" y="1043940"/>
            <a:ext cx="272021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</a:t>
            </a:r>
            <a:endParaRPr lang="en-US" sz="1800" dirty="0"/>
          </a:p>
        </p:txBody>
      </p:sp>
      <p:sp>
        <p:nvSpPr>
          <p:cNvPr id="4" name="OPF metric 3 label line 1"/>
          <p:cNvSpPr/>
          <p:nvPr>
            <p:custDataLst>
              <p:tags r:id="rIdOpfMetric5"/>
            </p:custDataLst>
          </p:nvPr>
        </p:nvSpPr>
        <p:spPr>
          <a:xfrm>
            <a:off x="548640" y="1546098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  <a:tabLst>
                <a:tab pos="413445" algn="l"/>
              </a:tabLst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	Right  </a:t>
            </a:r>
            <a:endParaRPr lang="en-US" sz="1800" dirty="0"/>
          </a:p>
        </p:txBody>
      </p:sp>
      <p:sp>
        <p:nvSpPr>
          <p:cNvPr id="5" name="OPF metric 3 description line 1"/>
          <p:cNvSpPr/>
          <p:nvPr>
            <p:custDataLst>
              <p:tags r:id="rIdOpfMetric6"/>
            </p:custDataLst>
          </p:nvPr>
        </p:nvSpPr>
        <p:spPr>
          <a:xfrm>
            <a:off x="548640" y="1901190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</a:t>
            </a:r>
            <a:endParaRPr lang="en-US" sz="1800" dirty="0"/>
          </a:p>
        </p:txBody>
      </p:sp>
      <p:sp>
        <p:nvSpPr>
          <p:cNvPr id="6" name="OPF metric 3 description line 2"/>
          <p:cNvSpPr/>
          <p:nvPr>
            <p:custDataLst>
              <p:tags r:id="rIdOpfMetric7"/>
            </p:custDataLst>
          </p:nvPr>
        </p:nvSpPr>
        <p:spPr>
          <a:xfrm>
            <a:off x="548640" y="2180082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endParaRPr lang="en-US" sz="1800" dirty="0"/>
          </a:p>
        </p:txBody>
      </p:sp>
      <p:sp>
        <p:nvSpPr>
          <p:cNvPr id="7" name="OPF metric 3 description line 3"/>
          <p:cNvSpPr/>
          <p:nvPr>
            <p:custDataLst>
              <p:tags r:id="rIdOpfMetric8"/>
            </p:custDataLst>
          </p:nvPr>
        </p:nvSpPr>
        <p:spPr>
          <a:xfrm>
            <a:off x="548640" y="2458974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800" dirty="0"/>
          </a:p>
        </p:txBody>
      </p:sp>
      <p:sp>
        <p:nvSpPr>
          <p:cNvPr id="8" name="OPF metric 3 delta line 1"/>
          <p:cNvSpPr/>
          <p:nvPr>
            <p:custDataLst>
              <p:tags r:id="rIdOpfMetric9"/>
            </p:custDataLst>
          </p:nvPr>
        </p:nvSpPr>
        <p:spPr>
          <a:xfrm>
            <a:off x="548640" y="2814066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800" dirty="0"/>
          </a:p>
        </p:txBody>
      </p:sp>
      <p:sp>
        <p:nvSpPr>
          <p:cNvPr id="9" name="OPF metric 3 trend line 1"/>
          <p:cNvSpPr/>
          <p:nvPr>
            <p:custDataLst>
              <p:tags r:id="rIdOpfMetric10"/>
            </p:custDataLst>
          </p:nvPr>
        </p:nvSpPr>
        <p:spPr>
          <a:xfrm>
            <a:off x="548640" y="3169158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1 value line 1"/>
          <p:cNvSpPr/>
          <p:nvPr>
            <p:custDataLst>
              <p:tags r:id="rIdOpfMetric11"/>
            </p:custDataLst>
          </p:nvPr>
        </p:nvSpPr>
        <p:spPr>
          <a:xfrm>
            <a:off x="548640" y="548640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7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5700" dirty="0"/>
          </a:p>
        </p:txBody>
      </p:sp>
      <p:sp>
        <p:nvSpPr>
          <p:cNvPr id="3" name="OPF metric 11 value line 2"/>
          <p:cNvSpPr/>
          <p:nvPr>
            <p:custDataLst>
              <p:tags r:id="rIdOpfMetric12"/>
            </p:custDataLst>
          </p:nvPr>
        </p:nvSpPr>
        <p:spPr>
          <a:xfrm>
            <a:off x="548640" y="1431798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7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-0.5</a:t>
            </a:r>
            <a:endParaRPr lang="en-US" sz="5700" dirty="0"/>
          </a:p>
        </p:txBody>
      </p:sp>
      <p:sp>
        <p:nvSpPr>
          <p:cNvPr id="4" name="OPF metric 11 unit line 1"/>
          <p:cNvSpPr/>
          <p:nvPr>
            <p:custDataLst>
              <p:tags r:id="rIdOpfMetric13"/>
            </p:custDataLst>
          </p:nvPr>
        </p:nvSpPr>
        <p:spPr>
          <a:xfrm>
            <a:off x="548640" y="2429256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milliseconds across all completed production requests</a:t>
            </a:r>
            <a:endParaRPr lang="en-US" sz="1800" dirty="0"/>
          </a:p>
        </p:txBody>
      </p:sp>
      <p:sp>
        <p:nvSpPr>
          <p:cNvPr id="5" name="OPF metric 11 label line 1"/>
          <p:cNvSpPr/>
          <p:nvPr>
            <p:custDataLst>
              <p:tags r:id="rIdOpfMetric14"/>
            </p:custDataLst>
          </p:nvPr>
        </p:nvSpPr>
        <p:spPr>
          <a:xfrm>
            <a:off x="548640" y="2784348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5 value line 1"/>
          <p:cNvSpPr/>
          <p:nvPr>
            <p:custDataLst>
              <p:tags r:id="rIdOpfMetric15"/>
            </p:custDataLst>
          </p:nvPr>
        </p:nvSpPr>
        <p:spPr>
          <a:xfrm>
            <a:off x="548640" y="548640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endParaRPr lang="en-US" sz="5700" dirty="0"/>
          </a:p>
        </p:txBody>
      </p:sp>
      <p:sp>
        <p:nvSpPr>
          <p:cNvPr id="3" name="OPF metric 15 trend line 1"/>
          <p:cNvSpPr/>
          <p:nvPr>
            <p:custDataLst>
              <p:tags r:id="rIdOpfMetric16"/>
            </p:custDataLst>
          </p:nvPr>
        </p:nvSpPr>
        <p:spPr>
          <a:xfrm>
            <a:off x="548640" y="1546098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7 value line 1"/>
          <p:cNvSpPr/>
          <p:nvPr>
            <p:custDataLst>
              <p:tags r:id="rIdOpfMetric17"/>
            </p:custDataLst>
          </p:nvPr>
        </p:nvSpPr>
        <p:spPr>
          <a:xfrm>
            <a:off x="5792744" y="548640"/>
            <a:ext cx="366899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7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5700" dirty="0"/>
          </a:p>
        </p:txBody>
      </p:sp>
      <p:sp>
        <p:nvSpPr>
          <p:cNvPr id="3" name="OPF metric 17 unit line 1"/>
          <p:cNvSpPr/>
          <p:nvPr>
            <p:custDataLst>
              <p:tags r:id="rIdOpfMetric18"/>
            </p:custDataLst>
          </p:nvPr>
        </p:nvSpPr>
        <p:spPr>
          <a:xfrm>
            <a:off x="6235843" y="1043940"/>
            <a:ext cx="163413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1800" dirty="0"/>
          </a:p>
        </p:txBody>
      </p:sp>
      <p:sp>
        <p:nvSpPr>
          <p:cNvPr id="4" name="OPF metric 17 label line 1"/>
          <p:cNvSpPr/>
          <p:nvPr>
            <p:custDataLst>
              <p:tags r:id="rIdOpfMetric19"/>
            </p:custDataLst>
          </p:nvPr>
        </p:nvSpPr>
        <p:spPr>
          <a:xfrm>
            <a:off x="548640" y="1546098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20 value line 1"/>
          <p:cNvSpPr/>
          <p:nvPr>
            <p:custDataLst>
              <p:tags r:id="rIdOpfMetric20"/>
            </p:custDataLst>
          </p:nvPr>
        </p:nvSpPr>
        <p:spPr>
          <a:xfrm>
            <a:off x="5003406" y="548640"/>
            <a:ext cx="1836967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  <a:tabLst>
                <a:tab pos="654621" algn="l"/>
                <a:tab pos="1309241" algn="l"/>
              </a:tabLst>
            </a:pPr>
            <a:r>
              <a:rPr lang="en-US" sz="57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1	%</a:t>
            </a:r>
            <a:endParaRPr lang="en-US" sz="5700" dirty="0"/>
          </a:p>
        </p:txBody>
      </p:sp>
      <p:sp>
        <p:nvSpPr>
          <p:cNvPr id="3" name="OPF metric 20 unit line 1"/>
          <p:cNvSpPr/>
          <p:nvPr>
            <p:custDataLst>
              <p:tags r:id="rIdOpfMetric21"/>
            </p:custDataLst>
          </p:nvPr>
        </p:nvSpPr>
        <p:spPr>
          <a:xfrm>
            <a:off x="6916573" y="1043940"/>
            <a:ext cx="272021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</a:t>
            </a:r>
            <a:endParaRPr lang="en-US" sz="1800" dirty="0"/>
          </a:p>
        </p:txBody>
      </p:sp>
      <p:sp>
        <p:nvSpPr>
          <p:cNvPr id="4" name="OPF metric 20 label line 1"/>
          <p:cNvSpPr/>
          <p:nvPr>
            <p:custDataLst>
              <p:tags r:id="rIdOpfMetric22"/>
            </p:custDataLst>
          </p:nvPr>
        </p:nvSpPr>
        <p:spPr>
          <a:xfrm>
            <a:off x="548640" y="1546098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  <a:tabLst>
                <a:tab pos="206722" algn="l"/>
                <a:tab pos="826889" algn="l"/>
              </a:tabLst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Before	After  </a:t>
            </a:r>
            <a:endParaRPr lang="en-US" sz="1800" dirty="0"/>
          </a:p>
        </p:txBody>
      </p:sp>
      <p:sp>
        <p:nvSpPr>
          <p:cNvPr id="5" name="OPF metric 20 description line 1"/>
          <p:cNvSpPr/>
          <p:nvPr>
            <p:custDataLst>
              <p:tags r:id="rIdOpfMetric23"/>
            </p:custDataLst>
          </p:nvPr>
        </p:nvSpPr>
        <p:spPr>
          <a:xfrm>
            <a:off x="548640" y="1901190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  <a:tabLst>
                <a:tab pos="206722" algn="l"/>
              </a:tabLst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24 value line 1"/>
          <p:cNvSpPr/>
          <p:nvPr>
            <p:custDataLst>
              <p:tags r:id="rIdOpfMetric24"/>
            </p:custDataLst>
          </p:nvPr>
        </p:nvSpPr>
        <p:spPr>
          <a:xfrm>
            <a:off x="548640" y="548640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endParaRPr lang="en-US" sz="5700" dirty="0"/>
          </a:p>
        </p:txBody>
      </p:sp>
      <p:sp>
        <p:nvSpPr>
          <p:cNvPr id="3" name="OPF metric 24 value line 2"/>
          <p:cNvSpPr/>
          <p:nvPr>
            <p:custDataLst>
              <p:tags r:id="rIdOpfMetric25"/>
            </p:custDataLst>
          </p:nvPr>
        </p:nvSpPr>
        <p:spPr>
          <a:xfrm>
            <a:off x="548640" y="1431798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endParaRPr lang="en-US" sz="5700" dirty="0"/>
          </a:p>
        </p:txBody>
      </p:sp>
      <p:sp>
        <p:nvSpPr>
          <p:cNvPr id="4" name="OPF metric 24 value line 3"/>
          <p:cNvSpPr/>
          <p:nvPr>
            <p:custDataLst>
              <p:tags r:id="rIdOpfMetric26"/>
            </p:custDataLst>
          </p:nvPr>
        </p:nvSpPr>
        <p:spPr>
          <a:xfrm>
            <a:off x="548640" y="2314956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endParaRPr lang="en-US" sz="5700" dirty="0"/>
          </a:p>
        </p:txBody>
      </p:sp>
      <p:sp>
        <p:nvSpPr>
          <p:cNvPr id="5" name="OPF metric 24 value line 4"/>
          <p:cNvSpPr/>
          <p:nvPr>
            <p:custDataLst>
              <p:tags r:id="rIdOpfMetric27"/>
            </p:custDataLst>
          </p:nvPr>
        </p:nvSpPr>
        <p:spPr>
          <a:xfrm>
            <a:off x="548640" y="3198114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endParaRPr lang="en-US" sz="5700" dirty="0"/>
          </a:p>
        </p:txBody>
      </p:sp>
      <p:sp>
        <p:nvSpPr>
          <p:cNvPr id="6" name="OPF metric 24 label line 1"/>
          <p:cNvSpPr/>
          <p:nvPr>
            <p:custDataLst>
              <p:tags r:id="rIdOpfMetric28"/>
            </p:custDataLst>
          </p:nvPr>
        </p:nvSpPr>
        <p:spPr>
          <a:xfrm>
            <a:off x="548640" y="4195572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  <a:tabLst>
                <a:tab pos="206722" algn="l"/>
              </a:tabLst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  </a:t>
            </a:r>
            <a:endParaRPr lang="en-US" sz="1800" dirty="0"/>
          </a:p>
        </p:txBody>
      </p:sp>
      <p:sp>
        <p:nvSpPr>
          <p:cNvPr id="7" name="OPF metric 24 description line 1"/>
          <p:cNvSpPr/>
          <p:nvPr>
            <p:custDataLst>
              <p:tags r:id="rIdOpfMetric29"/>
            </p:custDataLst>
          </p:nvPr>
        </p:nvSpPr>
        <p:spPr>
          <a:xfrm>
            <a:off x="548640" y="4550664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endParaRPr lang="en-US" sz="1800" dirty="0"/>
          </a:p>
        </p:txBody>
      </p:sp>
      <p:sp>
        <p:nvSpPr>
          <p:cNvPr id="8" name="OPF metric 24 description line 2"/>
          <p:cNvSpPr/>
          <p:nvPr>
            <p:custDataLst>
              <p:tags r:id="rIdOpfMetric30"/>
            </p:custDataLst>
          </p:nvPr>
        </p:nvSpPr>
        <p:spPr>
          <a:xfrm>
            <a:off x="548640" y="4829556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tags/opfMetric1.xml><?xml version="1.0" encoding="utf-8"?>
<p:tagLst xmlns:p="http://schemas.openxmlformats.org/presentationml/2006/main">
  <p:tag name="OPF_METRIC_V1" val="7B2276223A312C2267726F7570223A2231222C22726F6C65223A22616E63686F72222C2270617274223A302C226C696E65223A302C2276616C7565223A302C227061727473223A5B7B22726F6C65223A2276616C7565222C2276697369626C65223A747275652C226C696E6573223A5B7B227374617274223A302C22656E64223A312C226E6578745374617274223A312C22626F756E64617279223A22656E64227D5D7D5D7D"/>
</p:tagLst>
</file>

<file path=ppt/tags/opfMetric2.xml><?xml version="1.0" encoding="utf-8"?>
<p:tagLst xmlns:p="http://schemas.openxmlformats.org/presentationml/2006/main">
  <p:tag name="OPF_METRIC_V1" val="7B2276223A312C2267726F7570223A2232222C22726F6C65223A22616E63686F72222C2270617274223A302C226C696E65223A302C2276616C7565223A22222C227061727473223A5B7B22726F6C65223A2276616C7565222C2276697369626C65223A747275652C226C696E6573223A5B7B227374617274223A302C22656E64223A302C226E6578745374617274223A302C22626F756E64617279223A22656E64227D5D7D5D7D"/>
</p:tagLst>
</file>

<file path=ppt/tags/opfMetric3.xml><?xml version="1.0" encoding="utf-8"?>
<p:tagLst xmlns:p="http://schemas.openxmlformats.org/presentationml/2006/main">
  <p:tag name="OPF_METRIC_V1" val="7B2276223A312C2267726F7570223A2233222C22726F6C65223A22616E63686F72222C2270617274223A302C226C696E65223A302C2276616C7565223A7B2276616C7565223A34322C22756E6974223A226D73222C226C6162656C223A224C6566745C7452696768742020222C226465736372697074696F6E223A2245786163745C725C6E5C725C6E636F6E74657874222C2264656C7461223A302C227472656E64223A22666C6174227D2C227061727473223A5B7B22726F6C65223A2276616C7565222C2276697369626C65223A747275652C226C696E6573223A5B7B227374617274223A302C22656E64223A322C226E6578745374617274223A322C22626F756E64617279223A22656E64227D5D7D2C7B22726F6C65223A22756E6974222C2276697369626C65223A747275652C226C696E6573223A5B7B227374617274223A302C22656E64223A322C226E6578745374617274223A322C22626F756E64617279223A22656E64227D5D7D2C7B22726F6C65223A226C6162656C222C2276697369626C65223A747275652C226C696E6573223A5B7B227374617274223A302C22656E64223A31322C226E6578745374617274223A31322C22626F756E64617279223A22656E64227D5D7D2C7B22726F6C65223A226465736372697074696F6E222C2276697369626C65223A747275652C226C696E6573223A5B7B227374617274223A302C22656E64223A352C226E6578745374617274223A372C22626F756E64617279223A2268617264227D2C7B227374617274223A372C22656E64223A372C226E6578745374617274223A392C22626F756E64617279223A2268617264227D2C7B227374617274223A392C22656E64223A31362C226E6578745374617274223A31362C22626F756E64617279223A22656E64227D5D7D2C7B22726F6C65223A2264656C7461222C2276697369626C65223A747275652C226C696E6573223A5B7B227374617274223A302C22656E64223A312C226E6578745374617274223A312C22626F756E64617279223A22656E64227D5D7D2C7B22726F6C65223A227472656E64222C2276697369626C65223A747275652C226C696E6573223A5B7B227374617274223A302C22656E64223A342C226E6578745374617274223A342C22626F756E64617279223A22656E64227D5D7D5D7D"/>
</p:tagLst>
</file>

<file path=ppt/tags/opfMetric4.xml><?xml version="1.0" encoding="utf-8"?>
<p:tagLst xmlns:p="http://schemas.openxmlformats.org/presentationml/2006/main">
  <p:tag name="OPF_METRIC_V1" val="7B2276223A312C2267726F7570223A2233222C22726F6C65223A226C696E65222C2270617274223A312C226C696E65223A307D"/>
</p:tagLst>
</file>

<file path=ppt/tags/opfMetric5.xml><?xml version="1.0" encoding="utf-8"?>
<p:tagLst xmlns:p="http://schemas.openxmlformats.org/presentationml/2006/main">
  <p:tag name="OPF_METRIC_V1" val="7B2276223A312C2267726F7570223A2233222C22726F6C65223A226C696E65222C2270617274223A322C226C696E65223A307D"/>
</p:tagLst>
</file>

<file path=ppt/tags/opfMetric6.xml><?xml version="1.0" encoding="utf-8"?>
<p:tagLst xmlns:p="http://schemas.openxmlformats.org/presentationml/2006/main">
  <p:tag name="OPF_METRIC_V1" val="7B2276223A312C2267726F7570223A2233222C22726F6C65223A226C696E65222C2270617274223A332C226C696E65223A307D"/>
</p:tagLst>
</file>

<file path=ppt/tags/opfMetric7.xml><?xml version="1.0" encoding="utf-8"?>
<p:tagLst xmlns:p="http://schemas.openxmlformats.org/presentationml/2006/main">
  <p:tag name="OPF_METRIC_V1" val="7B2276223A312C2267726F7570223A2233222C22726F6C65223A226C696E65222C2270617274223A332C226C696E65223A317D"/>
</p:tagLst>
</file>

<file path=ppt/tags/opfMetric8.xml><?xml version="1.0" encoding="utf-8"?>
<p:tagLst xmlns:p="http://schemas.openxmlformats.org/presentationml/2006/main">
  <p:tag name="OPF_METRIC_V1" val="7B2276223A312C2267726F7570223A2233222C22726F6C65223A226C696E65222C2270617274223A332C226C696E65223A327D"/>
</p:tagLst>
</file>

<file path=ppt/tags/opfMetric9.xml><?xml version="1.0" encoding="utf-8"?>
<p:tagLst xmlns:p="http://schemas.openxmlformats.org/presentationml/2006/main">
  <p:tag name="OPF_METRIC_V1" val="7B2276223A312C2267726F7570223A2233222C22726F6C65223A226C696E65222C2270617274223A342C226C696E65223A307D"/>
</p:tagLst>
</file>

<file path=ppt/tags/opfMetric10.xml><?xml version="1.0" encoding="utf-8"?>
<p:tagLst xmlns:p="http://schemas.openxmlformats.org/presentationml/2006/main">
  <p:tag name="OPF_METRIC_V1" val="7B2276223A312C2267726F7570223A2233222C22726F6C65223A226C696E65222C2270617274223A352C226C696E65223A307D"/>
</p:tagLst>
</file>

<file path=ppt/tags/opfMetric11.xml><?xml version="1.0" encoding="utf-8"?>
<p:tagLst xmlns:p="http://schemas.openxmlformats.org/presentationml/2006/main">
  <p:tag name="OPF_METRIC_V1" val="7B2276223A312C2267726F7570223A223131222C22726F6C65223A22616E63686F72222C2270617274223A302C226C696E65223A302C2276616C7565223A7B2276616C7565223A2234325C725C6E2D302E35222C22756E6974223A226D696C6C697365636F6E6473206163726F737320616C6C20636F6D706C657465642070726F64756374696F6E207265717565737473222C226C6162656C223A224C6174656E6379227D2C227061727473223A5B7B22726F6C65223A2276616C7565222C2276697369626C65223A747275652C226C696E6573223A5B7B227374617274223A302C22656E64223A322C226E6578745374617274223A342C22626F756E64617279223A2268617264227D2C7B227374617274223A342C22656E64223A382C226E6578745374617274223A382C22626F756E64617279223A22656E64227D5D7D2C7B22726F6C65223A22756E6974222C2276697369626C65223A747275652C226C696E6573223A5B7B227374617274223A302C22656E64223A35332C226E6578745374617274223A35332C22626F756E64617279223A22656E64227D5D7D2C7B22726F6C65223A226C6162656C222C2276697369626C65223A747275652C226C696E6573223A5B7B227374617274223A302C22656E64223A372C226E6578745374617274223A372C22626F756E64617279223A22656E64227D5D7D5D7D"/>
</p:tagLst>
</file>

<file path=ppt/tags/opfMetric12.xml><?xml version="1.0" encoding="utf-8"?>
<p:tagLst xmlns:p="http://schemas.openxmlformats.org/presentationml/2006/main">
  <p:tag name="OPF_METRIC_V1" val="7B2276223A312C2267726F7570223A223131222C22726F6C65223A226C696E65222C2270617274223A302C226C696E65223A317D"/>
</p:tagLst>
</file>

<file path=ppt/tags/opfMetric13.xml><?xml version="1.0" encoding="utf-8"?>
<p:tagLst xmlns:p="http://schemas.openxmlformats.org/presentationml/2006/main">
  <p:tag name="OPF_METRIC_V1" val="7B2276223A312C2267726F7570223A223131222C22726F6C65223A226C696E65222C2270617274223A312C226C696E65223A307D"/>
</p:tagLst>
</file>

<file path=ppt/tags/opfMetric14.xml><?xml version="1.0" encoding="utf-8"?>
<p:tagLst xmlns:p="http://schemas.openxmlformats.org/presentationml/2006/main">
  <p:tag name="OPF_METRIC_V1" val="7B2276223A312C2267726F7570223A223131222C22726F6C65223A226C696E65222C2270617274223A322C226C696E65223A307D"/>
</p:tagLst>
</file>

<file path=ppt/tags/opfMetric15.xml><?xml version="1.0" encoding="utf-8"?>
<p:tagLst xmlns:p="http://schemas.openxmlformats.org/presentationml/2006/main">
  <p:tag name="OPF_METRIC_V1" val="7B2276223A312C2267726F7570223A223135222C22726F6C65223A22616E63686F72222C2270617274223A302C226C696E65223A302C2276616C7565223A7B2276616C7565223A22222C22756E6974223A22222C226C6162656C223A22222C226465736372697074696F6E223A22222C2264656C7461223A22222C227472656E64223A227570227D2C227061727473223A5B7B22726F6C65223A2276616C7565222C2276697369626C65223A747275652C226C696E6573223A5B7B227374617274223A302C22656E64223A302C226E6578745374617274223A302C22626F756E64617279223A22656E64227D5D7D2C7B22726F6C65223A22756E6974222C2276697369626C65223A66616C73652C226C696E6573223A5B5D7D2C7B22726F6C65223A226C6162656C222C2276697369626C65223A66616C73652C226C696E6573223A5B5D7D2C7B22726F6C65223A226465736372697074696F6E222C2276697369626C65223A66616C73652C226C696E6573223A5B5D7D2C7B22726F6C65223A2264656C7461222C2276697369626C65223A66616C73652C226C696E6573223A5B5D7D2C7B22726F6C65223A227472656E64222C2276697369626C65223A747275652C226C696E6573223A5B7B227374617274223A302C22656E64223A322C226E6578745374617274223A322C22626F756E64617279223A22656E64227D5D7D5D7D"/>
</p:tagLst>
</file>

<file path=ppt/tags/opfMetric16.xml><?xml version="1.0" encoding="utf-8"?>
<p:tagLst xmlns:p="http://schemas.openxmlformats.org/presentationml/2006/main">
  <p:tag name="OPF_METRIC_V1" val="7B2276223A312C2267726F7570223A223135222C22726F6C65223A226C696E65222C2270617274223A352C226C696E65223A307D"/>
</p:tagLst>
</file>

<file path=ppt/tags/opfMetric17.xml><?xml version="1.0" encoding="utf-8"?>
<p:tagLst xmlns:p="http://schemas.openxmlformats.org/presentationml/2006/main">
  <p:tag name="OPF_METRIC_V1" val="7B2276223A312C2267726F7570223A223137222C22726F6C65223A22616E63686F72222C2270617274223A302C226C696E65223A302C2276616C7565223A7B2276616C7565223A312C22756E6974223A2225222C226C6162656C223A22436F6D706C6574696F6E227D2C227061727473223A5B7B22726F6C65223A2276616C7565222C2276697369626C65223A747275652C226C696E6573223A5B7B227374617274223A302C22656E64223A312C226E6578745374617274223A312C22626F756E64617279223A22656E64227D5D7D2C7B22726F6C65223A22756E6974222C2276697369626C65223A747275652C226C696E6573223A5B7B227374617274223A302C22656E64223A312C226E6578745374617274223A312C22626F756E64617279223A22656E64227D5D7D2C7B22726F6C65223A226C6162656C222C2276697369626C65223A747275652C226C696E6573223A5B7B227374617274223A302C22656E64223A31302C226E6578745374617274223A31302C22626F756E64617279223A22656E64227D5D7D5D7D"/>
</p:tagLst>
</file>

<file path=ppt/tags/opfMetric18.xml><?xml version="1.0" encoding="utf-8"?>
<p:tagLst xmlns:p="http://schemas.openxmlformats.org/presentationml/2006/main">
  <p:tag name="OPF_METRIC_V1" val="7B2276223A312C2267726F7570223A223137222C22726F6C65223A226C696E65222C2270617274223A312C226C696E65223A307D"/>
</p:tagLst>
</file>

<file path=ppt/tags/opfMetric19.xml><?xml version="1.0" encoding="utf-8"?>
<p:tagLst xmlns:p="http://schemas.openxmlformats.org/presentationml/2006/main">
  <p:tag name="OPF_METRIC_V1" val="7B2276223A312C2267726F7570223A223137222C22726F6C65223A226C696E65222C2270617274223A322C226C696E65223A307D"/>
</p:tagLst>
</file>

<file path=ppt/tags/opfMetric20.xml><?xml version="1.0" encoding="utf-8"?>
<p:tagLst xmlns:p="http://schemas.openxmlformats.org/presentationml/2006/main">
  <p:tag name="OPF_METRIC_V1" val="7B2276223A312C2267726F7570223A223230222C22726F6C65223A22616E63686F72222C2270617274223A302C226C696E65223A302C2276616C7565223A7B2276616C7565223A225C74315C7425222C22756E6974223A226D73222C226C6162656C223A225C744265666F72655C7441667465722020222C226465736372697074696F6E223A225C74227D2C227061727473223A5B7B22726F6C65223A2276616C7565222C2276697369626C65223A747275652C226C696E6573223A5B7B227374617274223A302C22656E64223A342C226E6578745374617274223A342C22626F756E64617279223A22656E64227D5D7D2C7B22726F6C65223A22756E6974222C2276697369626C65223A747275652C226C696E6573223A5B7B227374617274223A302C22656E64223A322C226E6578745374617274223A322C22626F756E64617279223A22656E64227D5D7D2C7B22726F6C65223A226C6162656C222C2276697369626C65223A747275652C226C696E6573223A5B7B227374617274223A302C22656E64223A31352C226E6578745374617274223A31352C22626F756E64617279223A22656E64227D5D7D2C7B22726F6C65223A226465736372697074696F6E222C2276697369626C65223A747275652C226C696E6573223A5B7B227374617274223A302C22656E64223A312C226E6578745374617274223A312C22626F756E64617279223A22656E64227D5D7D5D7D"/>
</p:tagLst>
</file>

<file path=ppt/tags/opfMetric21.xml><?xml version="1.0" encoding="utf-8"?>
<p:tagLst xmlns:p="http://schemas.openxmlformats.org/presentationml/2006/main">
  <p:tag name="OPF_METRIC_V1" val="7B2276223A312C2267726F7570223A223230222C22726F6C65223A226C696E65222C2270617274223A312C226C696E65223A307D"/>
</p:tagLst>
</file>

<file path=ppt/tags/opfMetric22.xml><?xml version="1.0" encoding="utf-8"?>
<p:tagLst xmlns:p="http://schemas.openxmlformats.org/presentationml/2006/main">
  <p:tag name="OPF_METRIC_V1" val="7B2276223A312C2267726F7570223A223230222C22726F6C65223A226C696E65222C2270617274223A322C226C696E65223A307D"/>
</p:tagLst>
</file>

<file path=ppt/tags/opfMetric23.xml><?xml version="1.0" encoding="utf-8"?>
<p:tagLst xmlns:p="http://schemas.openxmlformats.org/presentationml/2006/main">
  <p:tag name="OPF_METRIC_V1" val="7B2276223A312C2267726F7570223A223230222C22726F6C65223A226C696E65222C2270617274223A332C226C696E65223A307D"/>
</p:tagLst>
</file>

<file path=ppt/tags/opfMetric24.xml><?xml version="1.0" encoding="utf-8"?>
<p:tagLst xmlns:p="http://schemas.openxmlformats.org/presentationml/2006/main">
  <p:tag name="OPF_METRIC_V1" val="7B2276223A312C2267726F7570223A223234222C22726F6C65223A22616E63686F72222C2270617274223A302C226C696E65223A302C2276616C7565223A7B2276616C7565223A225C725C6E5C725C6E5C6E222C226C6162656C223A225C742020222C226465736372697074696F6E223A225C6E227D2C227061727473223A5B7B22726F6C65223A2276616C7565222C2276697369626C65223A747275652C226C696E6573223A5B7B227374617274223A302C22656E64223A302C226E6578745374617274223A322C22626F756E64617279223A2268617264227D2C7B227374617274223A322C22656E64223A322C226E6578745374617274223A342C22626F756E64617279223A2268617264227D2C7B227374617274223A342C22656E64223A342C226E6578745374617274223A352C22626F756E64617279223A2268617264227D2C7B227374617274223A352C22656E64223A352C226E6578745374617274223A352C22626F756E64617279223A22656E64227D5D7D2C7B22726F6C65223A226C6162656C222C2276697369626C65223A747275652C226C696E6573223A5B7B227374617274223A302C22656E64223A332C226E6578745374617274223A332C22626F756E64617279223A22656E64227D5D7D2C7B22726F6C65223A226465736372697074696F6E222C2276697369626C65223A747275652C226C696E6573223A5B7B227374617274223A302C22656E64223A302C226E6578745374617274223A312C22626F756E64617279223A2268617264227D2C7B227374617274223A312C22656E64223A312C226E6578745374617274223A312C22626F756E64617279223A22656E64227D5D7D5D7D"/>
</p:tagLst>
</file>

<file path=ppt/tags/opfMetric25.xml><?xml version="1.0" encoding="utf-8"?>
<p:tagLst xmlns:p="http://schemas.openxmlformats.org/presentationml/2006/main">
  <p:tag name="OPF_METRIC_V1" val="7B2276223A312C2267726F7570223A223234222C22726F6C65223A226C696E65222C2270617274223A302C226C696E65223A317D"/>
</p:tagLst>
</file>

<file path=ppt/tags/opfMetric26.xml><?xml version="1.0" encoding="utf-8"?>
<p:tagLst xmlns:p="http://schemas.openxmlformats.org/presentationml/2006/main">
  <p:tag name="OPF_METRIC_V1" val="7B2276223A312C2267726F7570223A223234222C22726F6C65223A226C696E65222C2270617274223A302C226C696E65223A327D"/>
</p:tagLst>
</file>

<file path=ppt/tags/opfMetric27.xml><?xml version="1.0" encoding="utf-8"?>
<p:tagLst xmlns:p="http://schemas.openxmlformats.org/presentationml/2006/main">
  <p:tag name="OPF_METRIC_V1" val="7B2276223A312C2267726F7570223A223234222C22726F6C65223A226C696E65222C2270617274223A302C226C696E65223A337D"/>
</p:tagLst>
</file>

<file path=ppt/tags/opfMetric28.xml><?xml version="1.0" encoding="utf-8"?>
<p:tagLst xmlns:p="http://schemas.openxmlformats.org/presentationml/2006/main">
  <p:tag name="OPF_METRIC_V1" val="7B2276223A312C2267726F7570223A223234222C22726F6C65223A226C696E65222C2270617274223A312C226C696E65223A307D"/>
</p:tagLst>
</file>

<file path=ppt/tags/opfMetric29.xml><?xml version="1.0" encoding="utf-8"?>
<p:tagLst xmlns:p="http://schemas.openxmlformats.org/presentationml/2006/main">
  <p:tag name="OPF_METRIC_V1" val="7B2276223A312C2267726F7570223A223234222C22726F6C65223A226C696E65222C2270617274223A322C226C696E65223A307D"/>
</p:tagLst>
</file>

<file path=ppt/tags/opfMetric30.xml><?xml version="1.0" encoding="utf-8"?>
<p:tagLst xmlns:p="http://schemas.openxmlformats.org/presentationml/2006/main">
  <p:tag name="OPF_METRIC_V1" val="7B2276223A312C2267726F7570223A223234222C22726F6C65223A226C696E65222C2270617274223A322C226C696E65223A31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OpenPresentation</cp:lastModifiedBy>
  <cp:revision>1</cp:revision>
  <dcterms:created xsi:type="dcterms:W3CDTF">1980-01-01T00:00:00Z</dcterms:created>
  <dcterms:modified xsi:type="dcterms:W3CDTF">1980-01-01T00:00:00Z</dcterms:modified>
</cp:coreProperties>
</file>