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548640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35863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548640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991739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548640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2461807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