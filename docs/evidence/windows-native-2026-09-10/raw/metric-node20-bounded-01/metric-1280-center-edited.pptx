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8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54991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92744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003406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2026-09-10T18:22:01Z</dcterms:modified>
</cp:coreProperties>
</file>