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915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550348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018978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275174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743804" y="782955"/>
            <a:ext cx="12256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137772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1846355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2026-09-10T18:22:09Z</dcterms:modified>
</cp:coreProperties>
</file>