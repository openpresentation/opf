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419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10561342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11036848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1479947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9458172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2026-09-10T18:22:05Z</dcterms:modified>
</cp:coreProperties>
</file>