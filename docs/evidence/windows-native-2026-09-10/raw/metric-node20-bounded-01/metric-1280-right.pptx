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Metric11.xml" ContentType="application/vnd.openxmlformats-officedocument.presentationml.tags+xml"/>
  <Override PartName="/ppt/tags/opfMetric12.xml" ContentType="application/vnd.openxmlformats-officedocument.presentationml.tags+xml"/>
  <Override PartName="/ppt/tags/opfMetric13.xml" ContentType="application/vnd.openxmlformats-officedocument.presentationml.tags+xml"/>
  <Override PartName="/ppt/tags/opfMetric14.xml" ContentType="application/vnd.openxmlformats-officedocument.presentationml.tags+xml"/>
  <Override PartName="/ppt/tags/opfMetric15.xml" ContentType="application/vnd.openxmlformats-officedocument.presentationml.tags+xml"/>
  <Override PartName="/ppt/tags/opfMetric16.xml" ContentType="application/vnd.openxmlformats-officedocument.presentationml.tags+xml"/>
  <Override PartName="/ppt/tags/opfMetric17.xml" ContentType="application/vnd.openxmlformats-officedocument.presentationml.tags+xml"/>
  <Override PartName="/ppt/tags/opfMetric18.xml" ContentType="application/vnd.openxmlformats-officedocument.presentationml.tags+xml"/>
  <Override PartName="/ppt/tags/opfMetric19.xml" ContentType="application/vnd.openxmlformats-officedocument.presentationml.tags+xml"/>
  <Override PartName="/ppt/tags/opfMetric20.xml" ContentType="application/vnd.openxmlformats-officedocument.presentationml.tags+xml"/>
  <Override PartName="/ppt/tags/opfMetric21.xml" ContentType="application/vnd.openxmlformats-officedocument.presentationml.tags+xml"/>
  <Override PartName="/ppt/tags/opfMetric22.xml" ContentType="application/vnd.openxmlformats-officedocument.presentationml.tags+xml"/>
  <Override PartName="/ppt/tags/opfMetric23.xml" ContentType="application/vnd.openxmlformats-officedocument.presentationml.tags+xml"/>
  <Override PartName="/ppt/tags/opfMetric24.xml" ContentType="application/vnd.openxmlformats-officedocument.presentationml.tags+xml"/>
  <Override PartName="/ppt/tags/opfMetric25.xml" ContentType="application/vnd.openxmlformats-officedocument.presentationml.tags+xml"/>
  <Override PartName="/ppt/tags/opfMetric26.xml" ContentType="application/vnd.openxmlformats-officedocument.presentationml.tags+xml"/>
  <Override PartName="/ppt/tags/opfMetric27.xml" ContentType="application/vnd.openxmlformats-officedocument.presentationml.tags+xml"/>
  <Override PartName="/ppt/tags/opfMetric28.xml" ContentType="application/vnd.openxmlformats-officedocument.presentationml.tags+xml"/>
  <Override PartName="/ppt/tags/opfMetric29.xml" ContentType="application/vnd.openxmlformats-officedocument.presentationml.tags+xml"/>
  <Override PartName="/ppt/tags/opfMetric3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Metric2" Type="http://schemas.openxmlformats.org/officeDocument/2006/relationships/tags" Target="../tags/opfMetric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Metric11" Type="http://schemas.openxmlformats.org/officeDocument/2006/relationships/tags" Target="../tags/opfMetric11.xml"/><Relationship Id="rIdOpfMetric12" Type="http://schemas.openxmlformats.org/officeDocument/2006/relationships/tags" Target="../tags/opfMetric12.xml"/><Relationship Id="rIdOpfMetric13" Type="http://schemas.openxmlformats.org/officeDocument/2006/relationships/tags" Target="../tags/opfMetric13.xml"/><Relationship Id="rIdOpfMetric14" Type="http://schemas.openxmlformats.org/officeDocument/2006/relationships/tags" Target="../tags/opfMetric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Metric15" Type="http://schemas.openxmlformats.org/officeDocument/2006/relationships/tags" Target="../tags/opfMetric15.xml"/><Relationship Id="rIdOpfMetric16" Type="http://schemas.openxmlformats.org/officeDocument/2006/relationships/tags" Target="../tags/opfMetric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7" Type="http://schemas.openxmlformats.org/officeDocument/2006/relationships/tags" Target="../tags/opfMetric17.xml"/><Relationship Id="rIdOpfMetric18" Type="http://schemas.openxmlformats.org/officeDocument/2006/relationships/tags" Target="../tags/opfMetric18.xml"/><Relationship Id="rIdOpfMetric19" Type="http://schemas.openxmlformats.org/officeDocument/2006/relationships/tags" Target="../tags/opfMetric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OpfMetric20" Type="http://schemas.openxmlformats.org/officeDocument/2006/relationships/tags" Target="../tags/opfMetric20.xml"/><Relationship Id="rIdOpfMetric21" Type="http://schemas.openxmlformats.org/officeDocument/2006/relationships/tags" Target="../tags/opfMetric21.xml"/><Relationship Id="rIdOpfMetric22" Type="http://schemas.openxmlformats.org/officeDocument/2006/relationships/tags" Target="../tags/opfMetric22.xml"/><Relationship Id="rIdOpfMetric23" Type="http://schemas.openxmlformats.org/officeDocument/2006/relationships/tags" Target="../tags/opfMetric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OpfMetric24" Type="http://schemas.openxmlformats.org/officeDocument/2006/relationships/tags" Target="../tags/opfMetric24.xml"/><Relationship Id="rIdOpfMetric25" Type="http://schemas.openxmlformats.org/officeDocument/2006/relationships/tags" Target="../tags/opfMetric25.xml"/><Relationship Id="rIdOpfMetric26" Type="http://schemas.openxmlformats.org/officeDocument/2006/relationships/tags" Target="../tags/opfMetric26.xml"/><Relationship Id="rIdOpfMetric27" Type="http://schemas.openxmlformats.org/officeDocument/2006/relationships/tags" Target="../tags/opfMetric27.xml"/><Relationship Id="rIdOpfMetric28" Type="http://schemas.openxmlformats.org/officeDocument/2006/relationships/tags" Target="../tags/opfMetric28.xml"/><Relationship Id="rIdOpfMetric29" Type="http://schemas.openxmlformats.org/officeDocument/2006/relationships/tags" Target="../tags/opfMetric29.xml"/><Relationship Id="rIdOpfMetric30" Type="http://schemas.openxmlformats.org/officeDocument/2006/relationships/tags" Target="../tags/opfMetric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OpfMetric2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OpfMetric3"/>
            </p:custDataLst>
          </p:nvPr>
        </p:nvSpPr>
        <p:spPr>
          <a:xfrm>
            <a:off x="10561342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OpfMetric4"/>
            </p:custDataLst>
          </p:nvPr>
        </p:nvSpPr>
        <p:spPr>
          <a:xfrm>
            <a:off x="11371339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OpfMetric5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OpfMetric6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OpfMetric7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OpfMetric8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OpfMetric9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OpfMetric10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OpfMetric1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OpfMetric1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OpfMetric1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OpfMetric1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OpfMetric15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OpfMetric16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OpfMetric17"/>
            </p:custDataLst>
          </p:nvPr>
        </p:nvSpPr>
        <p:spPr>
          <a:xfrm>
            <a:off x="11036848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OpfMetric18"/>
            </p:custDataLst>
          </p:nvPr>
        </p:nvSpPr>
        <p:spPr>
          <a:xfrm>
            <a:off x="11479947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OpfMetric19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OpfMetric20"/>
            </p:custDataLst>
          </p:nvPr>
        </p:nvSpPr>
        <p:spPr>
          <a:xfrm>
            <a:off x="9458172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OpfMetric21"/>
            </p:custDataLst>
          </p:nvPr>
        </p:nvSpPr>
        <p:spPr>
          <a:xfrm>
            <a:off x="11371339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OpfMetric2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OpfMetric23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OpfMetric24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OpfMetric25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OpfMetric26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OpfMetric27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OpfMetric28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OpfMetric29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OpfMetric30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opfMetric3.xml><?xml version="1.0" encoding="utf-8"?>
<p:tagLst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opfMetric4.xml><?xml version="1.0" encoding="utf-8"?>
<p:tagLst xmlns:p="http://schemas.openxmlformats.org/presentationml/2006/main">
  <p:tag name="OPF_METRIC_V1" val="7B2276223A312C2267726F7570223A2233222C22726F6C65223A226C696E65222C2270617274223A312C226C696E65223A307D"/>
</p:tagLst>
</file>

<file path=ppt/tags/opfMetric5.xml><?xml version="1.0" encoding="utf-8"?>
<p:tagLst xmlns:p="http://schemas.openxmlformats.org/presentationml/2006/main">
  <p:tag name="OPF_METRIC_V1" val="7B2276223A312C2267726F7570223A2233222C22726F6C65223A226C696E65222C2270617274223A322C226C696E65223A307D"/>
</p:tagLst>
</file>

<file path=ppt/tags/opfMetric6.xml><?xml version="1.0" encoding="utf-8"?>
<p:tagLst xmlns:p="http://schemas.openxmlformats.org/presentationml/2006/main">
  <p:tag name="OPF_METRIC_V1" val="7B2276223A312C2267726F7570223A2233222C22726F6C65223A226C696E65222C2270617274223A332C226C696E65223A307D"/>
</p:tagLst>
</file>

<file path=ppt/tags/opfMetric7.xml><?xml version="1.0" encoding="utf-8"?>
<p:tagLst xmlns:p="http://schemas.openxmlformats.org/presentationml/2006/main">
  <p:tag name="OPF_METRIC_V1" val="7B2276223A312C2267726F7570223A2233222C22726F6C65223A226C696E65222C2270617274223A332C226C696E65223A317D"/>
</p:tagLst>
</file>

<file path=ppt/tags/opfMetric8.xml><?xml version="1.0" encoding="utf-8"?>
<p:tagLst xmlns:p="http://schemas.openxmlformats.org/presentationml/2006/main">
  <p:tag name="OPF_METRIC_V1" val="7B2276223A312C2267726F7570223A2233222C22726F6C65223A226C696E65222C2270617274223A332C226C696E65223A327D"/>
</p:tagLst>
</file>

<file path=ppt/tags/opfMetric9.xml><?xml version="1.0" encoding="utf-8"?>
<p:tagLst xmlns:p="http://schemas.openxmlformats.org/presentationml/2006/main">
  <p:tag name="OPF_METRIC_V1" val="7B2276223A312C2267726F7570223A2233222C22726F6C65223A226C696E65222C2270617274223A342C226C696E65223A307D"/>
</p:tagLst>
</file>

<file path=ppt/tags/opfMetric10.xml><?xml version="1.0" encoding="utf-8"?>
<p:tagLst xmlns:p="http://schemas.openxmlformats.org/presentationml/2006/main">
  <p:tag name="OPF_METRIC_V1" val="7B2276223A312C2267726F7570223A2233222C22726F6C65223A226C696E65222C2270617274223A352C226C696E65223A307D"/>
</p:tagLst>
</file>

<file path=ppt/tags/opfMetric11.xml><?xml version="1.0" encoding="utf-8"?>
<p:tagLst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opfMetric12.xml><?xml version="1.0" encoding="utf-8"?>
<p:tagLst xmlns:p="http://schemas.openxmlformats.org/presentationml/2006/main">
  <p:tag name="OPF_METRIC_V1" val="7B2276223A312C2267726F7570223A223131222C22726F6C65223A226C696E65222C2270617274223A302C226C696E65223A317D"/>
</p:tagLst>
</file>

<file path=ppt/tags/opfMetric13.xml><?xml version="1.0" encoding="utf-8"?>
<p:tagLst xmlns:p="http://schemas.openxmlformats.org/presentationml/2006/main">
  <p:tag name="OPF_METRIC_V1" val="7B2276223A312C2267726F7570223A223131222C22726F6C65223A226C696E65222C2270617274223A312C226C696E65223A307D"/>
</p:tagLst>
</file>

<file path=ppt/tags/opfMetric14.xml><?xml version="1.0" encoding="utf-8"?>
<p:tagLst xmlns:p="http://schemas.openxmlformats.org/presentationml/2006/main">
  <p:tag name="OPF_METRIC_V1" val="7B2276223A312C2267726F7570223A223131222C22726F6C65223A226C696E65222C2270617274223A322C226C696E65223A307D"/>
</p:tagLst>
</file>

<file path=ppt/tags/opfMetric15.xml><?xml version="1.0" encoding="utf-8"?>
<p:tagLst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opfMetric16.xml><?xml version="1.0" encoding="utf-8"?>
<p:tagLst xmlns:p="http://schemas.openxmlformats.org/presentationml/2006/main">
  <p:tag name="OPF_METRIC_V1" val="7B2276223A312C2267726F7570223A223135222C22726F6C65223A226C696E65222C2270617274223A352C226C696E65223A307D"/>
</p:tagLst>
</file>

<file path=ppt/tags/opfMetric17.xml><?xml version="1.0" encoding="utf-8"?>
<p:tagLst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opfMetric18.xml><?xml version="1.0" encoding="utf-8"?>
<p:tagLst xmlns:p="http://schemas.openxmlformats.org/presentationml/2006/main">
  <p:tag name="OPF_METRIC_V1" val="7B2276223A312C2267726F7570223A223137222C22726F6C65223A226C696E65222C2270617274223A312C226C696E65223A307D"/>
</p:tagLst>
</file>

<file path=ppt/tags/opfMetric19.xml><?xml version="1.0" encoding="utf-8"?>
<p:tagLst xmlns:p="http://schemas.openxmlformats.org/presentationml/2006/main">
  <p:tag name="OPF_METRIC_V1" val="7B2276223A312C2267726F7570223A223137222C22726F6C65223A226C696E65222C2270617274223A322C226C696E65223A307D"/>
</p:tagLst>
</file>

<file path=ppt/tags/opfMetric20.xml><?xml version="1.0" encoding="utf-8"?>
<p:tagLst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opfMetric21.xml><?xml version="1.0" encoding="utf-8"?>
<p:tagLst xmlns:p="http://schemas.openxmlformats.org/presentationml/2006/main">
  <p:tag name="OPF_METRIC_V1" val="7B2276223A312C2267726F7570223A223230222C22726F6C65223A226C696E65222C2270617274223A312C226C696E65223A307D"/>
</p:tagLst>
</file>

<file path=ppt/tags/opfMetric22.xml><?xml version="1.0" encoding="utf-8"?>
<p:tagLst xmlns:p="http://schemas.openxmlformats.org/presentationml/2006/main">
  <p:tag name="OPF_METRIC_V1" val="7B2276223A312C2267726F7570223A223230222C22726F6C65223A226C696E65222C2270617274223A322C226C696E65223A307D"/>
</p:tagLst>
</file>

<file path=ppt/tags/opfMetric23.xml><?xml version="1.0" encoding="utf-8"?>
<p:tagLst xmlns:p="http://schemas.openxmlformats.org/presentationml/2006/main">
  <p:tag name="OPF_METRIC_V1" val="7B2276223A312C2267726F7570223A223230222C22726F6C65223A226C696E65222C2270617274223A332C226C696E65223A307D"/>
</p:tagLst>
</file>

<file path=ppt/tags/opfMetric24.xml><?xml version="1.0" encoding="utf-8"?>
<p:tagLst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opfMetric25.xml><?xml version="1.0" encoding="utf-8"?>
<p:tagLst xmlns:p="http://schemas.openxmlformats.org/presentationml/2006/main">
  <p:tag name="OPF_METRIC_V1" val="7B2276223A312C2267726F7570223A223234222C22726F6C65223A226C696E65222C2270617274223A302C226C696E65223A317D"/>
</p:tagLst>
</file>

<file path=ppt/tags/opfMetric26.xml><?xml version="1.0" encoding="utf-8"?>
<p:tagLst xmlns:p="http://schemas.openxmlformats.org/presentationml/2006/main">
  <p:tag name="OPF_METRIC_V1" val="7B2276223A312C2267726F7570223A223234222C22726F6C65223A226C696E65222C2270617274223A302C226C696E65223A327D"/>
</p:tagLst>
</file>

<file path=ppt/tags/opfMetric27.xml><?xml version="1.0" encoding="utf-8"?>
<p:tagLst xmlns:p="http://schemas.openxmlformats.org/presentationml/2006/main">
  <p:tag name="OPF_METRIC_V1" val="7B2276223A312C2267726F7570223A223234222C22726F6C65223A226C696E65222C2270617274223A302C226C696E65223A337D"/>
</p:tagLst>
</file>

<file path=ppt/tags/opfMetric28.xml><?xml version="1.0" encoding="utf-8"?>
<p:tagLst xmlns:p="http://schemas.openxmlformats.org/presentationml/2006/main">
  <p:tag name="OPF_METRIC_V1" val="7B2276223A312C2267726F7570223A223234222C22726F6C65223A226C696E65222C2270617274223A312C226C696E65223A307D"/>
</p:tagLst>
</file>

<file path=ppt/tags/opfMetric29.xml><?xml version="1.0" encoding="utf-8"?>
<p:tagLst xmlns:p="http://schemas.openxmlformats.org/presentationml/2006/main">
  <p:tag name="OPF_METRIC_V1" val="7B2276223A312C2267726F7570223A223234222C22726F6C65223A226C696E65222C2270617274223A322C226C696E65223A307D"/>
</p:tagLst>
</file>

<file path=ppt/tags/opfMetric30.xml><?xml version="1.0" encoding="utf-8"?>
<p:tagLst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