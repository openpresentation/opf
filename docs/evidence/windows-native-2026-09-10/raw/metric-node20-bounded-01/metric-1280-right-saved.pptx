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3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4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5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6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9419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5" Type="http://schemas.openxmlformats.org/officeDocument/2006/relationships/tags" Target="../tags/tag7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6.xml"/><Relationship Id="rId9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9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5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1"/>
            </p:custDataLst>
          </p:nvPr>
        </p:nvSpPr>
        <p:spPr>
          <a:xfrm>
            <a:off x="10561342" y="548640"/>
            <a:ext cx="73379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3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3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413445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800" dirty="0"/>
          </a:p>
        </p:txBody>
      </p:sp>
      <p:sp>
        <p:nvSpPr>
          <p:cNvPr id="5" name="OPF metric 3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800" dirty="0"/>
          </a:p>
        </p:txBody>
      </p:sp>
      <p:sp>
        <p:nvSpPr>
          <p:cNvPr id="6" name="OPF metric 3 description line 2"/>
          <p:cNvSpPr/>
          <p:nvPr>
            <p:custDataLst>
              <p:tags r:id="rId5"/>
            </p:custDataLst>
          </p:nvPr>
        </p:nvSpPr>
        <p:spPr>
          <a:xfrm>
            <a:off x="548640" y="218008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7" name="OPF metric 3 description line 3"/>
          <p:cNvSpPr/>
          <p:nvPr>
            <p:custDataLst>
              <p:tags r:id="rId6"/>
            </p:custDataLst>
          </p:nvPr>
        </p:nvSpPr>
        <p:spPr>
          <a:xfrm>
            <a:off x="548640" y="245897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800" dirty="0"/>
          </a:p>
        </p:txBody>
      </p:sp>
      <p:sp>
        <p:nvSpPr>
          <p:cNvPr id="8" name="OPF metric 3 delta line 1"/>
          <p:cNvSpPr/>
          <p:nvPr>
            <p:custDataLst>
              <p:tags r:id="rId7"/>
            </p:custDataLst>
          </p:nvPr>
        </p:nvSpPr>
        <p:spPr>
          <a:xfrm>
            <a:off x="548640" y="281406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800" dirty="0"/>
          </a:p>
        </p:txBody>
      </p:sp>
      <p:sp>
        <p:nvSpPr>
          <p:cNvPr id="9" name="OPF metric 3 trend line 1"/>
          <p:cNvSpPr/>
          <p:nvPr>
            <p:custDataLst>
              <p:tags r:id="rId8"/>
            </p:custDataLst>
          </p:nvPr>
        </p:nvSpPr>
        <p:spPr>
          <a:xfrm>
            <a:off x="548640" y="316915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5700" dirty="0"/>
          </a:p>
        </p:txBody>
      </p:sp>
      <p:sp>
        <p:nvSpPr>
          <p:cNvPr id="3" name="OPF metric 11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5700" dirty="0"/>
          </a:p>
        </p:txBody>
      </p:sp>
      <p:sp>
        <p:nvSpPr>
          <p:cNvPr id="4" name="OPF metric 11 unit line 1"/>
          <p:cNvSpPr/>
          <p:nvPr>
            <p:custDataLst>
              <p:tags r:id="rId3"/>
            </p:custDataLst>
          </p:nvPr>
        </p:nvSpPr>
        <p:spPr>
          <a:xfrm>
            <a:off x="548640" y="24292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800" dirty="0"/>
          </a:p>
        </p:txBody>
      </p:sp>
      <p:sp>
        <p:nvSpPr>
          <p:cNvPr id="5" name="OPF metric 11 label line 1"/>
          <p:cNvSpPr/>
          <p:nvPr>
            <p:custDataLst>
              <p:tags r:id="rId4"/>
            </p:custDataLst>
          </p:nvPr>
        </p:nvSpPr>
        <p:spPr>
          <a:xfrm>
            <a:off x="548640" y="278434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15 trend line 1"/>
          <p:cNvSpPr/>
          <p:nvPr>
            <p:custDataLst>
              <p:tags r:id="rId2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1"/>
            </p:custDataLst>
          </p:nvPr>
        </p:nvSpPr>
        <p:spPr>
          <a:xfrm>
            <a:off x="11036848" y="548640"/>
            <a:ext cx="366899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5700" dirty="0"/>
          </a:p>
        </p:txBody>
      </p:sp>
      <p:sp>
        <p:nvSpPr>
          <p:cNvPr id="3" name="OPF metric 17 unit line 1"/>
          <p:cNvSpPr/>
          <p:nvPr>
            <p:custDataLst>
              <p:tags r:id="rId2"/>
            </p:custDataLst>
          </p:nvPr>
        </p:nvSpPr>
        <p:spPr>
          <a:xfrm>
            <a:off x="11479947" y="1043940"/>
            <a:ext cx="163413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800" dirty="0"/>
          </a:p>
        </p:txBody>
      </p:sp>
      <p:sp>
        <p:nvSpPr>
          <p:cNvPr id="4" name="OPF metric 17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1"/>
            </p:custDataLst>
          </p:nvPr>
        </p:nvSpPr>
        <p:spPr>
          <a:xfrm>
            <a:off x="9458172" y="548640"/>
            <a:ext cx="1836967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654621" algn="l"/>
                <a:tab pos="1309241" algn="l"/>
              </a:tabLst>
            </a:pPr>
            <a:r>
              <a:rPr lang="en-US" sz="5700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5700" dirty="0"/>
          </a:p>
        </p:txBody>
      </p:sp>
      <p:sp>
        <p:nvSpPr>
          <p:cNvPr id="3" name="OPF metric 20 unit line 1"/>
          <p:cNvSpPr/>
          <p:nvPr>
            <p:custDataLst>
              <p:tags r:id="rId2"/>
            </p:custDataLst>
          </p:nvPr>
        </p:nvSpPr>
        <p:spPr>
          <a:xfrm>
            <a:off x="11371339" y="1043940"/>
            <a:ext cx="272021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800" dirty="0"/>
          </a:p>
        </p:txBody>
      </p:sp>
      <p:sp>
        <p:nvSpPr>
          <p:cNvPr id="4" name="OPF metric 20 label line 1"/>
          <p:cNvSpPr/>
          <p:nvPr>
            <p:custDataLst>
              <p:tags r:id="rId3"/>
            </p:custDataLst>
          </p:nvPr>
        </p:nvSpPr>
        <p:spPr>
          <a:xfrm>
            <a:off x="548640" y="1546098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  <a:tab pos="826889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800" dirty="0"/>
          </a:p>
        </p:txBody>
      </p:sp>
      <p:sp>
        <p:nvSpPr>
          <p:cNvPr id="5" name="OPF metric 20 description line 1"/>
          <p:cNvSpPr/>
          <p:nvPr>
            <p:custDataLst>
              <p:tags r:id="rId4"/>
            </p:custDataLst>
          </p:nvPr>
        </p:nvSpPr>
        <p:spPr>
          <a:xfrm>
            <a:off x="548640" y="1901190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1"/>
            </p:custDataLst>
          </p:nvPr>
        </p:nvSpPr>
        <p:spPr>
          <a:xfrm>
            <a:off x="548640" y="548640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3" name="OPF metric 24 value line 2"/>
          <p:cNvSpPr/>
          <p:nvPr>
            <p:custDataLst>
              <p:tags r:id="rId2"/>
            </p:custDataLst>
          </p:nvPr>
        </p:nvSpPr>
        <p:spPr>
          <a:xfrm>
            <a:off x="548640" y="1431798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4" name="OPF metric 24 value line 3"/>
          <p:cNvSpPr/>
          <p:nvPr>
            <p:custDataLst>
              <p:tags r:id="rId3"/>
            </p:custDataLst>
          </p:nvPr>
        </p:nvSpPr>
        <p:spPr>
          <a:xfrm>
            <a:off x="548640" y="2314956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5" name="OPF metric 24 value line 4"/>
          <p:cNvSpPr/>
          <p:nvPr>
            <p:custDataLst>
              <p:tags r:id="rId4"/>
            </p:custDataLst>
          </p:nvPr>
        </p:nvSpPr>
        <p:spPr>
          <a:xfrm>
            <a:off x="548640" y="3198114"/>
            <a:ext cx="11094720" cy="883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5700" dirty="0"/>
          </a:p>
        </p:txBody>
      </p:sp>
      <p:sp>
        <p:nvSpPr>
          <p:cNvPr id="6" name="OPF metric 24 label line 1"/>
          <p:cNvSpPr/>
          <p:nvPr>
            <p:custDataLst>
              <p:tags r:id="rId5"/>
            </p:custDataLst>
          </p:nvPr>
        </p:nvSpPr>
        <p:spPr>
          <a:xfrm>
            <a:off x="548640" y="4195572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  <a:tabLst>
                <a:tab pos="206722" algn="l"/>
              </a:tabLst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800" dirty="0"/>
          </a:p>
        </p:txBody>
      </p:sp>
      <p:sp>
        <p:nvSpPr>
          <p:cNvPr id="7" name="OPF metric 24 description line 1"/>
          <p:cNvSpPr/>
          <p:nvPr>
            <p:custDataLst>
              <p:tags r:id="rId6"/>
            </p:custDataLst>
          </p:nvPr>
        </p:nvSpPr>
        <p:spPr>
          <a:xfrm>
            <a:off x="548640" y="4550664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  <p:sp>
        <p:nvSpPr>
          <p:cNvPr id="8" name="OPF metric 24 description line 2"/>
          <p:cNvSpPr/>
          <p:nvPr>
            <p:custDataLst>
              <p:tags r:id="rId7"/>
            </p:custDataLst>
          </p:nvPr>
        </p:nvSpPr>
        <p:spPr>
          <a:xfrm>
            <a:off x="548640" y="4829556"/>
            <a:ext cx="11094720" cy="2788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0000"/>
              </a:lnSpc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12C226C696E65223A30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2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1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32C226C696E65223A32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4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3222C22726F6C65223A226C696E65222C2270617274223A35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02C226C696E65223A31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12C226C696E65223A30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1222C22726F6C65223A226C696E65222C2270617274223A322C226C696E65223A30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5222C22726F6C65223A226C696E65222C2270617274223A352C226C696E65223A30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12C226C696E65223A30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137222C22726F6C65223A226C696E65222C2270617274223A322C226C696E65223A30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1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22C226C696E65223A30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0222C22726F6C65223A226C696E65222C2270617274223A332C226C696E65223A30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1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2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02C226C696E65223A33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12C226C696E65223A30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0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</Words>
  <Application>Microsoft Office PowerPoint</Application>
  <PresentationFormat>Widescreen</PresentationFormat>
  <Paragraphs>29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2</cp:revision>
  <dcterms:created xsi:type="dcterms:W3CDTF">1980-01-01T00:00:00Z</dcterms:created>
  <dcterms:modified xsi:type="dcterms:W3CDTF">2026-09-10T18:22:05Z</dcterms:modified>
</cp:coreProperties>
</file>