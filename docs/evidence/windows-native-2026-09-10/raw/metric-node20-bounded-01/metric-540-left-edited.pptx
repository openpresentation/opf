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1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18978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43804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4635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2026-09-10T18:22:09Z</dcterms:modified>
</cp:coreProperties>
</file>