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91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920507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77136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609460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93129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2026-09-10T18:22:16Z</dcterms:modified>
</cp:coreProperties>
</file>