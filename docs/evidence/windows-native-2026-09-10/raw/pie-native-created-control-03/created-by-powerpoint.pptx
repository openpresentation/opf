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D6-49D2-BDAC-200B1EAB7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0080-5B9D-089F-84B2-7476CDBE0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2418C-03B1-89FF-126A-F98EA8C5D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27B7-1179-BFF5-B0C2-26F76D59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173F-4E96-E9E1-BDE7-FFF43C9A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571E-69EB-1F07-50D0-BC0D6973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2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D177-CD0F-D1DF-3A2A-51503B8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09E6-C3E4-C500-BC9E-74B4493A6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6987-78BB-EB80-40AD-BA0E10C8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48F3D-3170-C8C0-163C-E134D39C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4A42-7E31-BC9F-4BA6-4ADCCC66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F1400-6FED-C1FB-BF2A-61E47233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955B-661F-1A23-ED43-F83C12BB4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6D62-78D9-946E-41DF-035AC812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0A4D6-CDB4-F2BF-F301-03D7D1F1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304F4-07E5-5198-3B1E-CA4D49B6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5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8494-9CA0-0E71-B157-80E8BE8B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1BF4-AEF6-93BB-3973-DD75FA8CA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63D3C-C25F-9A08-47F8-101838012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C708D-EEC9-B53A-B876-ADDE8D13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1B7AA-FEE6-A8F5-C983-556EFF9F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861E0-8929-A015-D054-D0EFF57D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1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DDC1-4A78-4F4B-E809-CF6C2B40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FC2C2-B133-1E16-B446-62C1F895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08C73-F51A-B04E-9682-6CC69578C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2D92C-E683-A7B3-7766-87E6F1783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2DFFD-B382-EF28-8436-91A4BFEDC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DD309-629B-9199-508B-5732207C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D5229-7DA2-035E-CBB6-78ED5210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4F57F-44B5-8EF8-845E-AD0850C3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7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1C3C-EE1D-3E99-8E3D-8BC2D321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42044-F4AA-6478-7F59-B40CB743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CCC56-DBDA-8D34-3378-97EC629D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36015-488B-CDAD-8739-F091F127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3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C4D43-AED7-58E1-AD66-B6F19C58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102E3-C0D2-800B-49C3-7D0F2F0C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6BC1-B6D0-F317-B6FE-FE487A81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8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4DDA-2D1D-480C-12A7-559C1FD6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65EB3-13BF-3080-38D3-5973B1270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9B356-F878-62B0-85A2-A67C32C20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221E-C02C-70F8-9D9F-35640034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A30E-9D1A-38FB-AD05-8065F871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0BDB0-FD13-96E1-C713-6CF0F392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9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E360-E39A-8C5B-D70F-B6A61093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029FD-9C98-6410-72B8-BCDBB6177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3F4D0-760B-7D9A-6EDA-59E7D7B4E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8376-F319-3187-9A8D-FF7DCD51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CADBD-68BB-86A9-F873-6C04FD8E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02E23-4B3C-48EC-7775-AC28D0F2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8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A758-C150-F8B4-29A4-2BD30F66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F621D-337D-00BB-D928-6C549CB26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C5BD-6C0D-13B0-4558-43F533FF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78ABB-267C-E6FF-A9A5-7A8E14A7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362C-8FCB-6CF1-93BE-3719803F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73736-21D6-0974-6B7B-578DD69E8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B5B38-3B08-5AC5-6843-28C7A2D55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0B4F-3E9B-3F26-2E80-76671768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2719-E1A0-63CF-B7D9-FFA16AD9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0EA9-D098-F9FC-C8BC-6EF7040E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C3D22-7AA6-2B56-9EBB-60EFAFB0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755DE-362F-A4CB-AACC-132CC239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D649-1429-E755-AC18-F6C78739C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48DE2-064C-4F85-837B-9F736152E4C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0C394-8D77-1124-5BA8-1F9EB1829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0A98-0243-0AA2-46BA-AB71C0770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E4457-FD65-4AE9-8CCA-7B8A62A9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8BE6EF6-0269-1FDC-C74D-E1EAB42FB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8853370"/>
              </p:ext>
            </p:extLst>
          </p:nvPr>
        </p:nvGraphicFramePr>
        <p:xfrm>
          <a:off x="0" y="0"/>
          <a:ext cx="812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527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2</cp:revision>
  <dcterms:created xsi:type="dcterms:W3CDTF">2026-09-10T18:37:09Z</dcterms:created>
  <dcterms:modified xsi:type="dcterms:W3CDTF">2026-09-10T18:37:10Z</dcterms:modified>
</cp:coreProperties>
</file>