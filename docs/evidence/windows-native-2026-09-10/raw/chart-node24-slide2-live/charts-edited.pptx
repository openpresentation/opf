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5591B8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19-4CAD-98F7-F9BBFE298A0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E8FA5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919-4CAD-98F7-F9BBFE298A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Native 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591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523-4B01-82B5-069746C0EA44}"/>
              </c:ext>
            </c:extLst>
          </c:dPt>
          <c:dPt>
            <c:idx val="1"/>
            <c:bubble3D val="0"/>
            <c:spPr>
              <a:solidFill>
                <a:srgbClr val="6E8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523-4B01-82B5-069746C0EA44}"/>
              </c:ext>
            </c:extLst>
          </c:dPt>
          <c:cat>
            <c:strRef>
              <c:f>Sheet1!$A$2:$A$3</c:f>
              <c:strCache>
                <c:ptCount val="2"/>
                <c:pt idx="0">
                  <c:v>Edited 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523-4B01-82B5-069746C0EA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33415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05-469D-980B-A18156B41D1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B05-469D-980B-A18156B41D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0FC-47E6-B06E-76C05AE45B6A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0FC-47E6-B06E-76C05AE45B6A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0FC-47E6-B06E-76C05AE45B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000000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57-4BB0-99B3-07E9C2ADBEB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3C698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57-4BB0-99B3-07E9C2ADBE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79B-460B-981C-87BD76E3F4E5}"/>
              </c:ext>
            </c:extLst>
          </c:dPt>
          <c:dPt>
            <c:idx val="1"/>
            <c:bubble3D val="0"/>
            <c:spPr>
              <a:solidFill>
                <a:srgbClr val="3C69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79B-460B-981C-87BD76E3F4E5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79B-460B-981C-87BD76E3F4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29-48AB-BB5F-6B13103B6DA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829-48AB-BB5F-6B13103B6D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Robot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87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C6C-40A8-AAF0-E52459CFC69F}"/>
              </c:ext>
            </c:extLst>
          </c:dPt>
          <c:dPt>
            <c:idx val="1"/>
            <c:bubble3D val="0"/>
            <c:spPr>
              <a:solidFill>
                <a:srgbClr val="1B4F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C6C-40A8-AAF0-E52459CFC69F}"/>
              </c:ext>
            </c:extLst>
          </c:dPt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C6C-40A8-AAF0-E52459CFC6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FFFFFF"/>
              </a:solidFill>
              <a:latin typeface="Roboto"/>
              <a:cs typeface="Roboto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50196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1966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1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2"/>
          <p:cNvGraphicFramePr/>
          <p:nvPr>
            <p:extLst>
              <p:ext uri="{D42A27DB-BD31-4B8C-83A1-F6EECF244321}">
                <p14:modId xmlns:p14="http://schemas.microsoft.com/office/powerpoint/2010/main" val="3479335679"/>
              </p:ext>
            </p:extLst>
          </p:nvPr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3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4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5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6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7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chart 8"/>
          <p:cNvGraphicFramePr/>
          <p:nvPr/>
        </p:nvGraphicFramePr>
        <p:xfrm>
          <a:off x="548640" y="548640"/>
          <a:ext cx="11094720" cy="5760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2026-09-10T18:38:48Z</dcterms:modified>
</cp:coreProperties>
</file>