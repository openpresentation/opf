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19-4CAD-98F7-F9BBFE298A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19-4CAD-98F7-F9BBFE298A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23-4B01-82B5-069746C0EA44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23-4B01-82B5-069746C0EA4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23-4B01-82B5-069746C0E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5-469D-980B-A18156B41D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5-469D-980B-A18156B41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FC-47E6-B06E-76C05AE45B6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FC-47E6-B06E-76C05AE45B6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FC-47E6-B06E-76C05AE45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7-4BB0-99B3-07E9C2ADBE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57-4BB0-99B3-07E9C2ADB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9B-460B-981C-87BD76E3F4E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9B-460B-981C-87BD76E3F4E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9B-460B-981C-87BD76E3F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9-48AB-BB5F-6B13103B6D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9-48AB-BB5F-6B13103B6D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6C-40A8-AAF0-E52459CFC69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6C-40A8-AAF0-E52459CFC69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C-40A8-AAF0-E52459CF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96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2026-09-10T18:38:46Z</dcterms:modified>
</cp:coreProperties>
</file>