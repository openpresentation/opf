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69-4E2D-8BE7-1A77B70C8D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69-4E2D-8BE7-1A77B70C8D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2BC-4785-A7A8-7DCD7F097286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BC-4785-A7A8-7DCD7F097286}"/>
              </c:ext>
            </c:extLst>
          </c:dPt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BC-4785-A7A8-7DCD7F097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2A-4FEE-AB0D-702E1D743D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2A-4FEE-AB0D-702E1D743D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29-4CF3-A15F-71D7E7D9F0E3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29-4CF3-A15F-71D7E7D9F0E3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A29-4CF3-A15F-71D7E7D9F0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34-4236-BDED-64B66F3858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34-4236-BDED-64B66F385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E9-4CB4-9C3B-AA16C421A2D2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E9-4CB4-9C3B-AA16C421A2D2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EE9-4CB4-9C3B-AA16C421A2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B5-44A9-A803-BF49306B0F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B5-44A9-A803-BF49306B0F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B2-4D4E-8565-BED7A200FC92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B2-4D4E-8565-BED7A200FC92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B2-4D4E-8565-BED7A200FC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340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>
            <p:extLst>
              <p:ext uri="{D42A27DB-BD31-4B8C-83A1-F6EECF244321}">
                <p14:modId xmlns:p14="http://schemas.microsoft.com/office/powerpoint/2010/main" val="3888238249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2026-09-10T18:49:44Z</dcterms:modified>
</cp:coreProperties>
</file>