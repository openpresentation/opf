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5F-4893-BE76-5DF2AF1CDF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5F-4893-BE76-5DF2AF1CD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FD-430A-911A-28FCAE449AD8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FD-430A-911A-28FCAE449AD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FD-430A-911A-28FCAE449A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3D-4E94-9499-867B8F6D2E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3D-4E94-9499-867B8F6D2E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80-4FF5-9476-794C3B7A342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80-4FF5-9476-794C3B7A342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0-4FF5-9476-794C3B7A3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9-4454-BB0F-D74B9622C8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E9-4454-BB0F-D74B9622C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A0-4ED8-87D5-9EAA3A242CD1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A0-4ED8-87D5-9EAA3A242CD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A0-4ED8-87D5-9EAA3A242C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C3-4264-B7C7-3DE452D330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3-4264-B7C7-3DE452D330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A4-4D06-80AA-2C2D0C6406D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A4-4D06-80AA-2C2D0C6406D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A4-4D06-80AA-2C2D0C6406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2026-09-10T18:50:28Z</dcterms:modified>
</cp:coreProperties>
</file>