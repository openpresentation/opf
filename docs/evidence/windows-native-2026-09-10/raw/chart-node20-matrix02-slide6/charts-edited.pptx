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5-497A-B1F7-370DB79ADA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95-497A-B1F7-370DB79AD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B1-48FC-90BF-B6395277D22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B1-48FC-90BF-B6395277D22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B1-48FC-90BF-B6395277D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AE-45FA-8350-2D9A88A408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AE-45FA-8350-2D9A88A408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01-4942-A110-E3A0622E4CA9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01-4942-A110-E3A0622E4CA9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01-4942-A110-E3A0622E4C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7C-4692-8D6B-7CA977E54F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7C-4692-8D6B-7CA977E54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AF-4AF2-8BEE-6661E7A540AD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AF-4AF2-8BEE-6661E7A540AD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AF-4AF2-8BEE-6661E7A54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03-4826-AF29-9DAC21A5A2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03-4826-AF29-9DAC21A5A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47A-469B-9A19-BA6572606A09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7A-469B-9A19-BA6572606A09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7A-469B-9A19-BA6572606A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28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>
            <p:extLst>
              <p:ext uri="{D42A27DB-BD31-4B8C-83A1-F6EECF244321}">
                <p14:modId xmlns:p14="http://schemas.microsoft.com/office/powerpoint/2010/main" val="4210529883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2026-09-10T18:50:21Z</dcterms:modified>
</cp:coreProperties>
</file>