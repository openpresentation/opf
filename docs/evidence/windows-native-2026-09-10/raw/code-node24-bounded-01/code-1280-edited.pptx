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70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NATIVE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  <a:tab pos="1097459" algn="l"/>
              </a:tabLst>
            </a:pPr>
            <a:r>
              <a:rPr lang="en-US" sz="180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		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src	CaseSensitive.ts</a:t>
            </a:r>
            <a:endParaRPr lang="en-US" sz="180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720090" y="10751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720090" y="14683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  const value = "two  spaces";</a:t>
            </a:r>
            <a:endParaRPr lang="en-US" sz="180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720090" y="17472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720090" y="20261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longtokenlongtokenlongtokenlongtokenlongtokenlongtokenlongtokenlongtokenlongto</a:t>
            </a:r>
            <a:endParaRPr lang="en-US" sz="180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720090" y="23050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kenlongtokenlongtokenlongtokenlongtokenlongtokenlongtokenlongtokenlongtokenlon</a:t>
            </a:r>
            <a:endParaRPr lang="en-US" sz="180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720090" y="25839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gtokenlongtokenlongtokenlongtokenlongtoken</a:t>
            </a:r>
            <a:endParaRPr lang="en-US" sz="180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80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720090" y="31417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a-long-path/a-long-path/a-long-path/a-long-path/a-long-path/a-long-path/a-long</a:t>
            </a:r>
            <a:endParaRPr lang="en-US" sz="1800" dirty="0"/>
          </a:p>
        </p:txBody>
      </p:sp>
      <p:sp>
        <p:nvSpPr>
          <p:cNvPr id="4" name="OPF code 17 filename line 2"/>
          <p:cNvSpPr/>
          <p:nvPr>
            <p:custDataLst>
              <p:tags r:id="rId3"/>
            </p:custDataLst>
          </p:nvPr>
        </p:nvSpPr>
        <p:spPr>
          <a:xfrm>
            <a:off x="720090" y="9989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-path/a-long-path/a-long-path/a-long-path/a-long-path/a-long-path/a-long-path/</a:t>
            </a:r>
            <a:endParaRPr lang="en-US" sz="1800" dirty="0"/>
          </a:p>
        </p:txBody>
      </p:sp>
      <p:sp>
        <p:nvSpPr>
          <p:cNvPr id="5" name="OPF code 17 filename line 3"/>
          <p:cNvSpPr/>
          <p:nvPr>
            <p:custDataLst>
              <p:tags r:id="rId4"/>
            </p:custDataLst>
          </p:nvPr>
        </p:nvSpPr>
        <p:spPr>
          <a:xfrm>
            <a:off x="720090" y="12778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</a:t>
            </a:r>
            <a:endParaRPr lang="en-US" sz="1800" dirty="0"/>
          </a:p>
        </p:txBody>
      </p:sp>
      <p:sp>
        <p:nvSpPr>
          <p:cNvPr id="6" name="OPF code 17 language line 1"/>
          <p:cNvSpPr/>
          <p:nvPr>
            <p:custDataLst>
              <p:tags r:id="rId5"/>
            </p:custDataLst>
          </p:nvPr>
        </p:nvSpPr>
        <p:spPr>
          <a:xfrm>
            <a:off x="720090" y="16329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Long-language-label-Long-language-label-Long-language-label-Long-language-labe</a:t>
            </a:r>
            <a:endParaRPr lang="en-US" sz="1800" dirty="0"/>
          </a:p>
        </p:txBody>
      </p:sp>
      <p:sp>
        <p:nvSpPr>
          <p:cNvPr id="7" name="OPF code 17 language line 2"/>
          <p:cNvSpPr/>
          <p:nvPr>
            <p:custDataLst>
              <p:tags r:id="rId6"/>
            </p:custDataLst>
          </p:nvPr>
        </p:nvSpPr>
        <p:spPr>
          <a:xfrm>
            <a:off x="720090" y="19118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l-Long-language-label-Long-language-label-Long-language-label-Long-language-la</a:t>
            </a:r>
            <a:endParaRPr lang="en-US" sz="1800" dirty="0"/>
          </a:p>
        </p:txBody>
      </p:sp>
      <p:sp>
        <p:nvSpPr>
          <p:cNvPr id="8" name="OPF code 17 language line 3"/>
          <p:cNvSpPr/>
          <p:nvPr>
            <p:custDataLst>
              <p:tags r:id="rId7"/>
            </p:custDataLst>
          </p:nvPr>
        </p:nvSpPr>
        <p:spPr>
          <a:xfrm>
            <a:off x="720090" y="21907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bel-Long-language-label-Long-language-label-Long-language-label-Long-language-</a:t>
            </a:r>
            <a:endParaRPr lang="en-US" sz="1800" dirty="0"/>
          </a:p>
        </p:txBody>
      </p:sp>
      <p:sp>
        <p:nvSpPr>
          <p:cNvPr id="9" name="OPF code 17 language line 4"/>
          <p:cNvSpPr/>
          <p:nvPr>
            <p:custDataLst>
              <p:tags r:id="rId8"/>
            </p:custDataLst>
          </p:nvPr>
        </p:nvSpPr>
        <p:spPr>
          <a:xfrm>
            <a:off x="720090" y="24696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</a:t>
            </a:r>
            <a:endParaRPr lang="en-US" sz="1800" dirty="0"/>
          </a:p>
        </p:txBody>
      </p:sp>
      <p:sp>
        <p:nvSpPr>
          <p:cNvPr id="10" name="OPF code 17 body line 1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NATIVE 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131322C226E6578745374617274223A3131322C22626F756E64617279223A22736F6674227D2C7B227374617274223A3131322C22656E64223A3139302C226E6578745374617274223A3139302C22626F756E64617279223A22736F6674227D2C7B227374617274223A313930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138302C226E6578745374617274223A3138302C22626F756E64617279223A22656E64227D5D7D2C7B22726F6C65223A226C616E67756167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233342C226E6578745374617274223A3233342C22626F756E64617279223A22736F6674227D2C7B227374617274223A323334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1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2026-09-10T19:02:45Z</dcterms:modified>
</cp:coreProperties>
</file>