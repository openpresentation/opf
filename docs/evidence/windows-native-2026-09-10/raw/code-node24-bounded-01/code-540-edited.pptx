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609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notesSlide" Target="../notesSlides/notesSlide3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tags" Target="../tags/tag21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1 body line 1"/>
          <p:cNvSpPr/>
          <p:nvPr>
            <p:custDataLst>
              <p:tags r:id="rId3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/>
              <a:t>NATIVE 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4 body line 1"/>
          <p:cNvSpPr/>
          <p:nvPr>
            <p:custDataLst>
              <p:tags r:id="rId3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  <a:tab pos="823094" algn="l"/>
              </a:tabLst>
            </a:pPr>
            <a:r>
              <a:rPr lang="en-US" sz="135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		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b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src	CaseSensitive.ts</a:t>
            </a:r>
            <a:endParaRPr lang="en-US" sz="1350" dirty="0"/>
          </a:p>
        </p:txBody>
      </p:sp>
      <p:sp>
        <p:nvSpPr>
          <p:cNvPr id="4" name="OPF code 7 language line 1"/>
          <p:cNvSpPr/>
          <p:nvPr>
            <p:custDataLst>
              <p:tags r:id="rId3"/>
            </p:custDataLst>
          </p:nvPr>
        </p:nvSpPr>
        <p:spPr>
          <a:xfrm>
            <a:off x="582930" y="8682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5" name="OPF code 7 body line 1"/>
          <p:cNvSpPr/>
          <p:nvPr>
            <p:custDataLst>
              <p:tags r:id="rId4"/>
            </p:custDataLst>
          </p:nvPr>
        </p:nvSpPr>
        <p:spPr>
          <a:xfrm>
            <a:off x="582930" y="11917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  const value = "two  spaces";</a:t>
            </a:r>
            <a:endParaRPr lang="en-US" sz="1350" dirty="0"/>
          </a:p>
        </p:txBody>
      </p:sp>
      <p:sp>
        <p:nvSpPr>
          <p:cNvPr id="6" name="OPF code 7 body line 2"/>
          <p:cNvSpPr/>
          <p:nvPr>
            <p:custDataLst>
              <p:tags r:id="rId5"/>
            </p:custDataLst>
          </p:nvPr>
        </p:nvSpPr>
        <p:spPr>
          <a:xfrm>
            <a:off x="582930" y="14009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code 7 body line 3"/>
          <p:cNvSpPr/>
          <p:nvPr>
            <p:custDataLst>
              <p:tags r:id="rId6"/>
            </p:custDataLst>
          </p:nvPr>
        </p:nvSpPr>
        <p:spPr>
          <a:xfrm>
            <a:off x="582930" y="16101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</a:t>
            </a:r>
            <a:endParaRPr lang="en-US" sz="1350" dirty="0"/>
          </a:p>
        </p:txBody>
      </p:sp>
      <p:sp>
        <p:nvSpPr>
          <p:cNvPr id="8" name="OPF code 7 body line 4"/>
          <p:cNvSpPr/>
          <p:nvPr>
            <p:custDataLst>
              <p:tags r:id="rId7"/>
            </p:custDataLst>
          </p:nvPr>
        </p:nvSpPr>
        <p:spPr>
          <a:xfrm>
            <a:off x="582930" y="18192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ngtokenlongtokenlongtokenlongtokenlong</a:t>
            </a:r>
            <a:endParaRPr lang="en-US" sz="1350" dirty="0"/>
          </a:p>
        </p:txBody>
      </p:sp>
      <p:sp>
        <p:nvSpPr>
          <p:cNvPr id="9" name="OPF code 7 body line 5"/>
          <p:cNvSpPr/>
          <p:nvPr>
            <p:custDataLst>
              <p:tags r:id="rId8"/>
            </p:custDataLst>
          </p:nvPr>
        </p:nvSpPr>
        <p:spPr>
          <a:xfrm>
            <a:off x="582930" y="20284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tokenlongtokenlongtokenlongtokenlongto</a:t>
            </a:r>
            <a:endParaRPr lang="en-US" sz="1350" dirty="0"/>
          </a:p>
        </p:txBody>
      </p:sp>
      <p:sp>
        <p:nvSpPr>
          <p:cNvPr id="10" name="OPF code 7 body line 6"/>
          <p:cNvSpPr/>
          <p:nvPr>
            <p:custDataLst>
              <p:tags r:id="rId9"/>
            </p:custDataLst>
          </p:nvPr>
        </p:nvSpPr>
        <p:spPr>
          <a:xfrm>
            <a:off x="582930" y="22376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</a:t>
            </a:r>
            <a:endParaRPr lang="en-US" sz="1350" dirty="0"/>
          </a:p>
        </p:txBody>
      </p:sp>
      <p:sp>
        <p:nvSpPr>
          <p:cNvPr id="11" name="OPF code 7 body line 7"/>
          <p:cNvSpPr/>
          <p:nvPr>
            <p:custDataLst>
              <p:tags r:id="rId10"/>
            </p:custDataLst>
          </p:nvPr>
        </p:nvSpPr>
        <p:spPr>
          <a:xfrm>
            <a:off x="582930" y="24467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nlongtokenlongtokenlongtokenlongtokenl</a:t>
            </a:r>
            <a:endParaRPr lang="en-US" sz="1350" dirty="0"/>
          </a:p>
        </p:txBody>
      </p:sp>
      <p:sp>
        <p:nvSpPr>
          <p:cNvPr id="12" name="OPF code 7 body line 8"/>
          <p:cNvSpPr/>
          <p:nvPr>
            <p:custDataLst>
              <p:tags r:id="rId11"/>
            </p:custDataLst>
          </p:nvPr>
        </p:nvSpPr>
        <p:spPr>
          <a:xfrm>
            <a:off x="582930" y="26559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ongtoken</a:t>
            </a:r>
            <a:endParaRPr lang="en-US" sz="1350" dirty="0"/>
          </a:p>
        </p:txBody>
      </p:sp>
      <p:sp>
        <p:nvSpPr>
          <p:cNvPr id="13" name="OPF code 7 body line 9"/>
          <p:cNvSpPr/>
          <p:nvPr>
            <p:custDataLst>
              <p:tags r:id="rId12"/>
            </p:custDataLst>
          </p:nvPr>
        </p:nvSpPr>
        <p:spPr>
          <a:xfrm>
            <a:off x="582930" y="28651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350" dirty="0"/>
          </a:p>
        </p:txBody>
      </p:sp>
      <p:sp>
        <p:nvSpPr>
          <p:cNvPr id="14" name="OPF code 7 body line 10"/>
          <p:cNvSpPr/>
          <p:nvPr>
            <p:custDataLst>
              <p:tags r:id="rId13"/>
            </p:custDataLst>
          </p:nvPr>
        </p:nvSpPr>
        <p:spPr>
          <a:xfrm>
            <a:off x="582930" y="30742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20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20 filenam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a-long-path/a-long-path/a-long-path/a-</a:t>
            </a:r>
            <a:endParaRPr lang="en-US" sz="1350" dirty="0"/>
          </a:p>
        </p:txBody>
      </p:sp>
      <p:sp>
        <p:nvSpPr>
          <p:cNvPr id="4" name="OPF code 20 filename line 2"/>
          <p:cNvSpPr/>
          <p:nvPr>
            <p:custDataLst>
              <p:tags r:id="rId3"/>
            </p:custDataLst>
          </p:nvPr>
        </p:nvSpPr>
        <p:spPr>
          <a:xfrm>
            <a:off x="582930" y="7920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long-path/a-long-path/a-long-path/a-lo</a:t>
            </a:r>
            <a:endParaRPr lang="en-US" sz="1350" dirty="0"/>
          </a:p>
        </p:txBody>
      </p:sp>
      <p:sp>
        <p:nvSpPr>
          <p:cNvPr id="5" name="OPF code 20 filename line 3"/>
          <p:cNvSpPr/>
          <p:nvPr>
            <p:custDataLst>
              <p:tags r:id="rId4"/>
            </p:custDataLst>
          </p:nvPr>
        </p:nvSpPr>
        <p:spPr>
          <a:xfrm>
            <a:off x="582930" y="10012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ng-path/a-long-path/a-long-path/a-long</a:t>
            </a:r>
            <a:endParaRPr lang="en-US" sz="1350" dirty="0"/>
          </a:p>
        </p:txBody>
      </p:sp>
      <p:sp>
        <p:nvSpPr>
          <p:cNvPr id="6" name="OPF code 20 filename line 4"/>
          <p:cNvSpPr/>
          <p:nvPr>
            <p:custDataLst>
              <p:tags r:id="rId5"/>
            </p:custDataLst>
          </p:nvPr>
        </p:nvSpPr>
        <p:spPr>
          <a:xfrm>
            <a:off x="582930" y="12104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</a:t>
            </a:r>
            <a:endParaRPr lang="en-US" sz="1350" dirty="0"/>
          </a:p>
        </p:txBody>
      </p:sp>
      <p:sp>
        <p:nvSpPr>
          <p:cNvPr id="7" name="OPF code 20 filename line 5"/>
          <p:cNvSpPr/>
          <p:nvPr>
            <p:custDataLst>
              <p:tags r:id="rId6"/>
            </p:custDataLst>
          </p:nvPr>
        </p:nvSpPr>
        <p:spPr>
          <a:xfrm>
            <a:off x="582930" y="14196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ath/a-long-path/a-long-path/</a:t>
            </a:r>
            <a:endParaRPr lang="en-US" sz="1350" dirty="0"/>
          </a:p>
        </p:txBody>
      </p:sp>
      <p:sp>
        <p:nvSpPr>
          <p:cNvPr id="8" name="OPF code 20 language line 1"/>
          <p:cNvSpPr/>
          <p:nvPr>
            <p:custDataLst>
              <p:tags r:id="rId7"/>
            </p:custDataLst>
          </p:nvPr>
        </p:nvSpPr>
        <p:spPr>
          <a:xfrm>
            <a:off x="582930" y="17049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</a:t>
            </a:r>
            <a:endParaRPr lang="en-US" sz="1350" dirty="0"/>
          </a:p>
        </p:txBody>
      </p:sp>
      <p:sp>
        <p:nvSpPr>
          <p:cNvPr id="9" name="OPF code 20 language line 2"/>
          <p:cNvSpPr/>
          <p:nvPr>
            <p:custDataLst>
              <p:tags r:id="rId8"/>
            </p:custDataLst>
          </p:nvPr>
        </p:nvSpPr>
        <p:spPr>
          <a:xfrm>
            <a:off x="582930" y="19141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</a:t>
            </a:r>
            <a:endParaRPr lang="en-US" sz="1350" dirty="0"/>
          </a:p>
        </p:txBody>
      </p:sp>
      <p:sp>
        <p:nvSpPr>
          <p:cNvPr id="10" name="OPF code 20 language line 3"/>
          <p:cNvSpPr/>
          <p:nvPr>
            <p:custDataLst>
              <p:tags r:id="rId9"/>
            </p:custDataLst>
          </p:nvPr>
        </p:nvSpPr>
        <p:spPr>
          <a:xfrm>
            <a:off x="582930" y="21233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</a:t>
            </a:r>
            <a:endParaRPr lang="en-US" sz="1350" dirty="0"/>
          </a:p>
        </p:txBody>
      </p:sp>
      <p:sp>
        <p:nvSpPr>
          <p:cNvPr id="11" name="OPF code 20 language line 4"/>
          <p:cNvSpPr/>
          <p:nvPr>
            <p:custDataLst>
              <p:tags r:id="rId10"/>
            </p:custDataLst>
          </p:nvPr>
        </p:nvSpPr>
        <p:spPr>
          <a:xfrm>
            <a:off x="582930" y="23324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label-Long-language-label-Long-languag</a:t>
            </a:r>
            <a:endParaRPr lang="en-US" sz="1350" dirty="0"/>
          </a:p>
        </p:txBody>
      </p:sp>
      <p:sp>
        <p:nvSpPr>
          <p:cNvPr id="12" name="OPF code 20 language line 5"/>
          <p:cNvSpPr/>
          <p:nvPr>
            <p:custDataLst>
              <p:tags r:id="rId11"/>
            </p:custDataLst>
          </p:nvPr>
        </p:nvSpPr>
        <p:spPr>
          <a:xfrm>
            <a:off x="582930" y="25416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e-label-Long-language-label-Long-langu</a:t>
            </a:r>
            <a:endParaRPr lang="en-US" sz="1350" dirty="0"/>
          </a:p>
        </p:txBody>
      </p:sp>
      <p:sp>
        <p:nvSpPr>
          <p:cNvPr id="13" name="OPF code 20 language line 6"/>
          <p:cNvSpPr/>
          <p:nvPr>
            <p:custDataLst>
              <p:tags r:id="rId12"/>
            </p:custDataLst>
          </p:nvPr>
        </p:nvSpPr>
        <p:spPr>
          <a:xfrm>
            <a:off x="582930" y="27508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age-label-Long-language-label-Long-lan</a:t>
            </a:r>
            <a:endParaRPr lang="en-US" sz="1350" dirty="0"/>
          </a:p>
        </p:txBody>
      </p:sp>
      <p:sp>
        <p:nvSpPr>
          <p:cNvPr id="14" name="OPF code 20 language line 7"/>
          <p:cNvSpPr/>
          <p:nvPr>
            <p:custDataLst>
              <p:tags r:id="rId13"/>
            </p:custDataLst>
          </p:nvPr>
        </p:nvSpPr>
        <p:spPr>
          <a:xfrm>
            <a:off x="582930" y="29599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guage-label-</a:t>
            </a:r>
            <a:endParaRPr lang="en-US" sz="1350" dirty="0"/>
          </a:p>
        </p:txBody>
      </p:sp>
      <p:sp>
        <p:nvSpPr>
          <p:cNvPr id="15" name="OPF code 20 body line 1"/>
          <p:cNvSpPr/>
          <p:nvPr>
            <p:custDataLst>
              <p:tags r:id="rId14"/>
            </p:custDataLst>
          </p:nvPr>
        </p:nvSpPr>
        <p:spPr>
          <a:xfrm>
            <a:off x="582930" y="328345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/>
              <a:t>NATIVE 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7322C226E6578745374617274223A37322C22626F756E64617279223A22736F6674227D2C7B227374617274223A37322C22656E64223A3131302C226E6578745374617274223A3131302C22626F756E64617279223A22736F6674227D2C7B227374617274223A3131302C22656E64223A3134382C226E6578745374617274223A3134382C22626F756E64617279223A22736F6674227D2C7B227374617274223A3134382C22656E64223A3138362C226E6578745374617274223A3138362C22626F756E64617279223A22736F6674227D2C7B227374617274223A3138362C22656E64223A3232342C226E6578745374617274223A3232342C22626F756E64617279223A22736F6674227D2C7B227374617274223A323234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02C226C696E65223A30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1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3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4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5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6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7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8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9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8302C226E6578745374617274223A3138302C22626F756E64617279223A22656E64227D5D7D2C7B22726F6C65223A226C616E67756167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9302C226E6578745374617274223A3139302C22626F756E64617279223A22736F6674227D2C7B227374617274223A3139302C22656E64223A3232382C226E6578745374617274223A3232382C22626F756E64617279223A22736F6674227D2C7B227374617274223A323238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1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3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4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0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1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3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4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5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6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On-screen Show (16:9)</PresentationFormat>
  <Paragraphs>31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2026-09-10T19:03:15Z</dcterms:modified>
</cp:coreProperties>
</file>