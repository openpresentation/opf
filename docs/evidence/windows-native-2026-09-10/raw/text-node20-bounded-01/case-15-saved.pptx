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"/>
  </p:notesMasterIdLst>
  <p:sldIdLst>
    <p:sldId id="256" r:id="rId2"/>
  </p:sldIdLst>
  <p:sldSz cx="5143500" cy="9144000" type="screen16x9"/>
  <p:notesSz cx="9144000" cy="51435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49236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tags" Target="../tags/tag3.xml"/><Relationship Id="rId7" Type="http://schemas.openxmlformats.org/officeDocument/2006/relationships/notesSlide" Target="../notesSlides/notesSlide1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6" Type="http://schemas.openxmlformats.org/officeDocument/2006/relationships/slideLayout" Target="../slideLayouts/slideLayout1.xml"/><Relationship Id="rId5" Type="http://schemas.openxmlformats.org/officeDocument/2006/relationships/tags" Target="../tags/tag5.xml"/><Relationship Id="rId4" Type="http://schemas.openxmlformats.org/officeDocument/2006/relationships/tags" Target="../tags/tag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118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PF heading slides.0.tag line 0"/>
          <p:cNvSpPr/>
          <p:nvPr>
            <p:custDataLst>
              <p:tags r:id="rId1"/>
            </p:custDataLst>
          </p:nvPr>
        </p:nvSpPr>
        <p:spPr>
          <a:xfrm>
            <a:off x="411480" y="411480"/>
            <a:ext cx="4320540" cy="1394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900" dirty="0">
                <a:solidFill>
                  <a:srgbClr val="2874A6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Source</a:t>
            </a:r>
            <a:endParaRPr lang="en-US" sz="900" dirty="0"/>
          </a:p>
        </p:txBody>
      </p:sp>
      <p:sp>
        <p:nvSpPr>
          <p:cNvPr id="3" name="OPF heading slides.0.title line 0"/>
          <p:cNvSpPr/>
          <p:nvPr>
            <p:custDataLst>
              <p:tags r:id="rId2"/>
            </p:custDataLst>
          </p:nvPr>
        </p:nvSpPr>
        <p:spPr>
          <a:xfrm>
            <a:off x="411480" y="636651"/>
            <a:ext cx="4320540" cy="4706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3038" b="1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 measured title that</a:t>
            </a:r>
            <a:endParaRPr lang="en-US" sz="3038" dirty="0"/>
          </a:p>
        </p:txBody>
      </p:sp>
      <p:sp>
        <p:nvSpPr>
          <p:cNvPr id="4" name="OPF heading slides.0.title line 1"/>
          <p:cNvSpPr/>
          <p:nvPr>
            <p:custDataLst>
              <p:tags r:id="rId3"/>
            </p:custDataLst>
          </p:nvPr>
        </p:nvSpPr>
        <p:spPr>
          <a:xfrm>
            <a:off x="411480" y="1107281"/>
            <a:ext cx="4320540" cy="4706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3038" b="1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wraps when space is</a:t>
            </a:r>
            <a:endParaRPr lang="en-US" sz="3038" dirty="0"/>
          </a:p>
        </p:txBody>
      </p:sp>
      <p:sp>
        <p:nvSpPr>
          <p:cNvPr id="5" name="OPF heading slides.0.title line 2"/>
          <p:cNvSpPr/>
          <p:nvPr>
            <p:custDataLst>
              <p:tags r:id="rId4"/>
            </p:custDataLst>
          </p:nvPr>
        </p:nvSpPr>
        <p:spPr>
          <a:xfrm>
            <a:off x="411480" y="1577912"/>
            <a:ext cx="4320540" cy="4706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3038" b="1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narrow</a:t>
            </a:r>
            <a:endParaRPr lang="en-US" sz="3038" dirty="0"/>
          </a:p>
        </p:txBody>
      </p:sp>
      <p:sp>
        <p:nvSpPr>
          <p:cNvPr id="6" name="OPF heading slides.0.subtitle line 0"/>
          <p:cNvSpPr/>
          <p:nvPr>
            <p:custDataLst>
              <p:tags r:id="rId5"/>
            </p:custDataLst>
          </p:nvPr>
        </p:nvSpPr>
        <p:spPr>
          <a:xfrm>
            <a:off x="411480" y="2134267"/>
            <a:ext cx="4320540" cy="2178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406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Supporting text</a:t>
            </a:r>
            <a:endParaRPr lang="en-US" sz="1406" dirty="0"/>
          </a:p>
        </p:txBody>
      </p:sp>
      <p:sp>
        <p:nvSpPr>
          <p:cNvPr id="7" name="Text 5"/>
          <p:cNvSpPr/>
          <p:nvPr/>
        </p:nvSpPr>
        <p:spPr>
          <a:xfrm>
            <a:off x="411480" y="2523601"/>
            <a:ext cx="4320540" cy="2178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406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Exact spacing </a:t>
            </a:r>
            <a:r>
              <a:rPr lang="en-US" sz="1406" b="1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with bold words</a:t>
            </a:r>
            <a:r>
              <a:rPr lang="en-US" sz="1406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and </a:t>
            </a:r>
            <a:r>
              <a:rPr lang="en-US" sz="1406" i="1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italics.</a:t>
            </a:r>
            <a:endParaRPr lang="en-US" sz="1406" dirty="0"/>
          </a:p>
        </p:txBody>
      </p:sp>
      <p:sp>
        <p:nvSpPr>
          <p:cNvPr id="8" name="Text 6"/>
          <p:cNvSpPr/>
          <p:nvPr/>
        </p:nvSpPr>
        <p:spPr>
          <a:xfrm>
            <a:off x="411480" y="2741486"/>
            <a:ext cx="4320540" cy="309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984" baseline="50000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Raised </a:t>
            </a:r>
            <a:r>
              <a:rPr lang="en-US" sz="2000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Carlito" pitchFamily="34" charset="0"/>
                <a:ea typeface="Carlito" pitchFamily="34" charset="-122"/>
                <a:cs typeface="Carlito" pitchFamily="34" charset="-120"/>
              </a:rPr>
              <a:t>note</a:t>
            </a:r>
            <a:r>
              <a:rPr lang="en-US" sz="1406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stays editable.</a:t>
            </a:r>
            <a:endParaRPr lang="en-US" sz="1406" dirty="0"/>
          </a:p>
        </p:txBody>
      </p: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HEADING_V1" val="7B2276223A312C2267726F7570223A22736C696465732E302E746167222C226669656C64223A22746167222C226C696E65223A302C22636F756E74223A317D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HEADING_V1" val="7B2276223A312C2267726F7570223A22736C696465732E302E7469746C65222C226669656C64223A227469746C65222C226C696E65223A302C22636F756E74223A337D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HEADING_V1" val="7B2276223A312C2267726F7570223A22736C696465732E302E7469746C65222C226669656C64223A227469746C65222C226C696E65223A312C22636F756E74223A337D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HEADING_V1" val="7B2276223A312C2267726F7570223A22736C696465732E302E7469746C65222C226669656C64223A227469746C65222C226C696E65223A322C22636F756E74223A337D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HEADING_V1" val="7B2276223A312C2267726F7570223A22736C696465732E302E7375627469746C65222C226669656C64223A227375627469746C65222C226C696E65223A302C22636F756E74223A317D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rlito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rlito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26</Words>
  <Application>Microsoft Office PowerPoint</Application>
  <PresentationFormat>On-screen Show (16:9)</PresentationFormat>
  <Paragraphs>8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Carlito</vt:lpstr>
      <vt:lpstr>Office Theme</vt:lpstr>
      <vt:lpstr>PowerPoint Presentation</vt:lpstr>
    </vt:vector>
  </TitlesOfParts>
  <Company>OpenPresentation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OPF Presentation</dc:title>
  <dc:subject/>
  <dc:creator>OpenPresentation</dc:creator>
  <cp:lastModifiedBy>Michael Grimm</cp:lastModifiedBy>
  <cp:revision>1</cp:revision>
  <dcterms:created xsi:type="dcterms:W3CDTF">1980-01-01T00:00:00Z</dcterms:created>
  <dcterms:modified xsi:type="dcterms:W3CDTF">2026-09-10T18:06:04Z</dcterms:modified>
</cp:coreProperties>
</file>