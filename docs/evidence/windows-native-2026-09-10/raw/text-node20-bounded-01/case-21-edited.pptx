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5143500" cy="9144000" type="screen16x9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44348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3" Type="http://schemas.openxmlformats.org/officeDocument/2006/relationships/tags" Target="../tags/tag3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renamed line 0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139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Source</a:t>
            </a:r>
            <a:endParaRPr lang="en-US" sz="900" dirty="0"/>
          </a:p>
        </p:txBody>
      </p:sp>
      <p:sp>
        <p:nvSpPr>
          <p:cNvPr id="3" name="Native renamed line 1"/>
          <p:cNvSpPr/>
          <p:nvPr>
            <p:custDataLst>
              <p:tags r:id="rId2"/>
            </p:custDataLst>
          </p:nvPr>
        </p:nvSpPr>
        <p:spPr>
          <a:xfrm>
            <a:off x="411480" y="63665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38" b="1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A </a:t>
            </a: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measured title that</a:t>
            </a:r>
            <a:endParaRPr lang="en-US" sz="3038" dirty="0"/>
          </a:p>
        </p:txBody>
      </p:sp>
      <p:sp>
        <p:nvSpPr>
          <p:cNvPr id="4" name="Native renamed line 2"/>
          <p:cNvSpPr/>
          <p:nvPr>
            <p:custDataLst>
              <p:tags r:id="rId3"/>
            </p:custDataLst>
          </p:nvPr>
        </p:nvSpPr>
        <p:spPr>
          <a:xfrm>
            <a:off x="411480" y="110728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wraps when space is</a:t>
            </a:r>
            <a:endParaRPr lang="en-US" sz="3038" dirty="0"/>
          </a:p>
        </p:txBody>
      </p:sp>
      <p:sp>
        <p:nvSpPr>
          <p:cNvPr id="5" name="Native renamed line 3"/>
          <p:cNvSpPr/>
          <p:nvPr>
            <p:custDataLst>
              <p:tags r:id="rId4"/>
            </p:custDataLst>
          </p:nvPr>
        </p:nvSpPr>
        <p:spPr>
          <a:xfrm>
            <a:off x="411480" y="1577912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narrow</a:t>
            </a:r>
            <a:endParaRPr lang="en-US" sz="3038" dirty="0"/>
          </a:p>
        </p:txBody>
      </p:sp>
      <p:sp>
        <p:nvSpPr>
          <p:cNvPr id="6" name="Native renamed line 4"/>
          <p:cNvSpPr/>
          <p:nvPr>
            <p:custDataLst>
              <p:tags r:id="rId5"/>
            </p:custDataLst>
          </p:nvPr>
        </p:nvSpPr>
        <p:spPr>
          <a:xfrm>
            <a:off x="411480" y="2134267"/>
            <a:ext cx="43205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6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Supporting 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text</a:t>
            </a:r>
            <a:endParaRPr lang="en-US" sz="1406" dirty="0"/>
          </a:p>
        </p:txBody>
      </p:sp>
      <p:sp>
        <p:nvSpPr>
          <p:cNvPr id="7" name="OPF card slides.0.text"/>
          <p:cNvSpPr/>
          <p:nvPr>
            <p:custDataLst>
              <p:tags r:id="rId6"/>
            </p:custDataLst>
          </p:nvPr>
        </p:nvSpPr>
        <p:spPr>
          <a:xfrm>
            <a:off x="411480" y="2523601"/>
            <a:ext cx="4320540" cy="6208919"/>
          </a:xfrm>
          <a:prstGeom prst="roundRect">
            <a:avLst>
              <a:gd name="adj" fmla="val 1323"/>
            </a:avLst>
          </a:prstGeom>
          <a:solidFill>
            <a:srgbClr val="011842"/>
          </a:solidFill>
          <a:ln w="12700">
            <a:solidFill>
              <a:srgbClr val="3AC6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Native renamed line 5"/>
          <p:cNvSpPr/>
          <p:nvPr/>
        </p:nvSpPr>
        <p:spPr>
          <a:xfrm>
            <a:off x="497205" y="2609326"/>
            <a:ext cx="414909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6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Exact 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spacing </a:t>
            </a:r>
            <a:r>
              <a:rPr lang="en-US" sz="1406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with bold words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and </a:t>
            </a:r>
            <a:r>
              <a:rPr lang="en-US" sz="1406" i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italics.</a:t>
            </a:r>
            <a:endParaRPr lang="en-US" sz="1406" dirty="0"/>
          </a:p>
        </p:txBody>
      </p:sp>
      <p:sp>
        <p:nvSpPr>
          <p:cNvPr id="9" name="Native renamed line 6"/>
          <p:cNvSpPr/>
          <p:nvPr/>
        </p:nvSpPr>
        <p:spPr>
          <a:xfrm>
            <a:off x="497205" y="2827211"/>
            <a:ext cx="4149090" cy="309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84" baseline="500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Raised </a:t>
            </a:r>
            <a:r>
              <a:rPr lang="en-US" sz="200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 pitchFamily="34" charset="0"/>
                <a:ea typeface="Carlito" pitchFamily="34" charset="-122"/>
                <a:cs typeface="Carlito" pitchFamily="34" charset="-120"/>
              </a:rPr>
              <a:t>note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stays editable.</a:t>
            </a:r>
            <a:endParaRPr lang="en-US" sz="1406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167222C226669656C64223A22746167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3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12C22636F756E74223A33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22C22636F756E74223A33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ARD_V1" val="7B2276223A312C2270617468223A22736C696465732E302E74657874222C2270726F70657274696573223A7B22613A7866726D223A7B22613A6F6666223A7B2278223A22343131343830222C2279223A2232353233363031227D2C22613A657874223A7B226378223A2234333230353430222C226379223A2236323038393139227D7D2C22613A7072737447656F6D223A7B22613A61764C7374223A7B22613A6764223A7B226E616D65223A2261646A222C22666D6C61223A2276616C2031333233227D7D2C2270727374223A22726F756E6452656374227D2C22613A736F6C696446696C6C223A7B22613A73726762436C72223A7B2276616C223A22303131383432227D7D2C22613A6C6E223A7B22613A736F6C696446696C6C223A7B22613A73726762436C72223A7B2276616C223A22334143363741227D7D2C22613A7072737444617368223A7B2276616C223A22736F6C6964227D2C2277223A223132373030227D7D2C227374796C65223A6E756C6C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</Words>
  <Application>Microsoft Office PowerPoint</Application>
  <PresentationFormat>On-screen Show (16:9)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Carlito</vt:lpstr>
      <vt:lpstr>Office Theme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3</cp:revision>
  <dcterms:created xsi:type="dcterms:W3CDTF">1980-01-01T00:00:00Z</dcterms:created>
  <dcterms:modified xsi:type="dcterms:W3CDTF">2026-09-10T18:07:02Z</dcterms:modified>
</cp:coreProperties>
</file>