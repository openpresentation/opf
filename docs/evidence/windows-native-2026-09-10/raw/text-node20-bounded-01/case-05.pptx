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Heading2" Type="http://schemas.openxmlformats.org/officeDocument/2006/relationships/tags" Target="../tags/opfHeading2.xml"/><Relationship Id="rIdOpfHeading3" Type="http://schemas.openxmlformats.org/officeDocument/2006/relationships/tags" Target="../tags/opfHeadin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OpfHeading1"/>
            </p:custDataLst>
          </p:nvPr>
        </p:nvSpPr>
        <p:spPr>
          <a:xfrm>
            <a:off x="544622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OpfHeading2"/>
            </p:custDataLst>
          </p:nvPr>
        </p:nvSpPr>
        <p:spPr>
          <a:xfrm>
            <a:off x="540873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 wraps when space is narrow</a:t>
            </a:r>
            <a:endParaRPr lang="en-US" sz="4050" dirty="0"/>
          </a:p>
        </p:txBody>
      </p:sp>
      <p:sp>
        <p:nvSpPr>
          <p:cNvPr id="4" name="OPF heading slides.0.subtitle line 0"/>
          <p:cNvSpPr/>
          <p:nvPr>
            <p:custDataLst>
              <p:tags r:id="rIdOpfHeading3"/>
            </p:custDataLst>
          </p:nvPr>
        </p:nvSpPr>
        <p:spPr>
          <a:xfrm>
            <a:off x="543301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548640" y="2109788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Exact spacing </a:t>
            </a:r>
            <a:r>
              <a:rPr lang="en-US" sz="18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875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548640" y="2400300"/>
            <a:ext cx="1109472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13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875" dirty="0"/>
          </a:p>
        </p:txBody>
      </p:sp>
    </p:spTree>
  </p:cSld>
  <p:clrMapOvr>
    <a:masterClrMapping/>
  </p:clrMapOvr>
</p:sld>
</file>

<file path=ppt/tags/opfHeading1.xml><?xml version="1.0" encoding="utf-8"?>
<p:tagLst xmlns:p="http://schemas.openxmlformats.org/presentationml/2006/main">
  <p:tag name="OPF_HEADING_V1" val="7B2276223A312C2267726F7570223A22736C696465732E302E746167222C226669656C64223A22746167222C226C696E65223A302C22636F756E74223A317D"/>
</p:tagLst>
</file>

<file path=ppt/tags/opfHeading2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opfHeading3.xml><?xml version="1.0" encoding="utf-8"?>
<p:tagLst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