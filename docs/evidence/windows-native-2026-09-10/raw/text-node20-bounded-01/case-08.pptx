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Card1.xml" ContentType="application/vnd.openxmlformats-officedocument.presentationml.tag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Card1" Type="http://schemas.openxmlformats.org/officeDocument/2006/relationships/tags" Target="../tags/opfCard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OpfHeading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OpfCard1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62940" y="2514600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opfCard1.xml><?xml version="1.0" encoding="utf-8"?>
<p:tagLst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opfHeading3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