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434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7205" y="2827211"/>
            <a:ext cx="414909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2026-09-10T18:07:02Z</dcterms:modified>
</cp:coreProperties>
</file>