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201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4864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4864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 renamed line 3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875" dirty="0"/>
          </a:p>
        </p:txBody>
      </p:sp>
      <p:sp>
        <p:nvSpPr>
          <p:cNvPr id="7" name="Native renamed line 4"/>
          <p:cNvSpPr/>
          <p:nvPr/>
        </p:nvSpPr>
        <p:spPr>
          <a:xfrm>
            <a:off x="662940" y="2514600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2026-09-10T18:05:41Z</dcterms:modified>
</cp:coreProperties>
</file>