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Card1.xml" ContentType="application/vnd.openxmlformats-officedocument.presentationml.tag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  <Override PartName="/ppt/tags/opfHeading4.xml" ContentType="application/vnd.openxmlformats-officedocument.presentationml.tags+xml"/>
  <Override PartName="/ppt/tags/opfHeading5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5143500" cy="91440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Card1" Type="http://schemas.openxmlformats.org/officeDocument/2006/relationships/tags" Target="../tags/opfCard1.xml"/><Relationship Id="rIdOpfHeading1" Type="http://schemas.openxmlformats.org/officeDocument/2006/relationships/tags" Target="../tags/opfHeading1.xml"/><Relationship Id="rIdOpfHeading2" Type="http://schemas.openxmlformats.org/officeDocument/2006/relationships/tags" Target="../tags/opfHeading2.xml"/><Relationship Id="rIdOpfHeading3" Type="http://schemas.openxmlformats.org/officeDocument/2006/relationships/tags" Target="../tags/opfHeading3.xml"/><Relationship Id="rIdOpfHeading4" Type="http://schemas.openxmlformats.org/officeDocument/2006/relationships/tags" Target="../tags/opfHeading4.xml"/><Relationship Id="rIdOpfHeading5" Type="http://schemas.openxmlformats.org/officeDocument/2006/relationships/tags" Target="../tags/opfHeadin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OpfHeading1"/>
            </p:custDataLst>
          </p:nvPr>
        </p:nvSpPr>
        <p:spPr>
          <a:xfrm>
            <a:off x="415554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900" dirty="0"/>
          </a:p>
        </p:txBody>
      </p:sp>
      <p:sp>
        <p:nvSpPr>
          <p:cNvPr id="3" name="OPF heading slides.0.title line 0"/>
          <p:cNvSpPr/>
          <p:nvPr>
            <p:custDataLst>
              <p:tags r:id="rIdOpfHeading2"/>
            </p:custDataLst>
          </p:nvPr>
        </p:nvSpPr>
        <p:spPr>
          <a:xfrm>
            <a:off x="417870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</a:t>
            </a:r>
            <a:endParaRPr lang="en-US" sz="3038" dirty="0"/>
          </a:p>
        </p:txBody>
      </p:sp>
      <p:sp>
        <p:nvSpPr>
          <p:cNvPr id="4" name="OPF heading slides.0.title line 1"/>
          <p:cNvSpPr/>
          <p:nvPr>
            <p:custDataLst>
              <p:tags r:id="rIdOpfHeading3"/>
            </p:custDataLst>
          </p:nvPr>
        </p:nvSpPr>
        <p:spPr>
          <a:xfrm>
            <a:off x="417305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OPF heading slides.0.title line 2"/>
          <p:cNvSpPr/>
          <p:nvPr>
            <p:custDataLst>
              <p:tags r:id="rIdOpfHeading4"/>
            </p:custDataLst>
          </p:nvPr>
        </p:nvSpPr>
        <p:spPr>
          <a:xfrm>
            <a:off x="411480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OPF heading slides.0.subtitle line 0"/>
          <p:cNvSpPr/>
          <p:nvPr>
            <p:custDataLst>
              <p:tags r:id="rIdOpfHeading5"/>
            </p:custDataLst>
          </p:nvPr>
        </p:nvSpPr>
        <p:spPr>
          <a:xfrm>
            <a:off x="413828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406" dirty="0"/>
          </a:p>
        </p:txBody>
      </p:sp>
      <p:sp>
        <p:nvSpPr>
          <p:cNvPr id="7" name="OPF card slides.0.text"/>
          <p:cNvSpPr/>
          <p:nvPr>
            <p:custDataLst>
              <p:tags r:id="rIdOpfCard1"/>
            </p:custDataLst>
          </p:nvPr>
        </p:nvSpPr>
        <p:spPr>
          <a:xfrm>
            <a:off x="411480" y="2523601"/>
            <a:ext cx="4320540" cy="6208919"/>
          </a:xfrm>
          <a:prstGeom prst="roundRect">
            <a:avLst>
              <a:gd name="adj" fmla="val 1323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7205" y="2609326"/>
            <a:ext cx="414909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Exact spacing </a:t>
            </a:r>
            <a:r>
              <a:rPr lang="en-US" sz="1406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406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406" dirty="0"/>
          </a:p>
        </p:txBody>
      </p:sp>
      <p:sp>
        <p:nvSpPr>
          <p:cNvPr id="9" name="Text 7"/>
          <p:cNvSpPr/>
          <p:nvPr/>
        </p:nvSpPr>
        <p:spPr>
          <a:xfrm>
            <a:off x="497205" y="2827211"/>
            <a:ext cx="414909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4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406" dirty="0"/>
          </a:p>
        </p:txBody>
      </p:sp>
    </p:spTree>
  </p:cSld>
  <p:clrMapOvr>
    <a:masterClrMapping/>
  </p:clrMapOvr>
</p:sld>
</file>

<file path=ppt/tags/opfCard1.xml><?xml version="1.0" encoding="utf-8"?>
<p:tagLst xmlns:p="http://schemas.openxmlformats.org/presentationml/2006/main">
  <p:tag name="OPF_CARD_V1" val="7B2276223A312C2270617468223A22736C696465732E302E74657874222C2270726F70657274696573223A7B22613A7866726D223A7B22613A6F6666223A7B2278223A22343131343830222C2279223A2232353233363031227D2C22613A657874223A7B226378223A2234333230353430222C226379223A2236323038393139227D7D2C22613A7072737447656F6D223A7B22613A61764C7374223A7B22613A6764223A7B226E616D65223A2261646A222C22666D6C61223A2276616C2031333233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ags/opfHeading1.xml><?xml version="1.0" encoding="utf-8"?>
<p:tagLst xmlns:p="http://schemas.openxmlformats.org/presentationml/2006/main">
  <p:tag name="OPF_HEADING_V1" val="7B2276223A312C2267726F7570223A22736C696465732E302E746167222C226669656C64223A22746167222C226C696E65223A302C22636F756E74223A317D"/>
</p:tagLst>
</file>

<file path=ppt/tags/opfHeading2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opfHeading3.xml><?xml version="1.0" encoding="utf-8"?>
<p:tagLst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opfHeading4.xml><?xml version="1.0" encoding="utf-8"?>
<p:tagLst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opfHeading5.xml><?xml version="1.0" encoding="utf-8"?>
<p:tagLst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