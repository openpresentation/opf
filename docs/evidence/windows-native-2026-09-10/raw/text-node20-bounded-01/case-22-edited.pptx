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393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ative renamed line 5"/>
          <p:cNvSpPr/>
          <p:nvPr/>
        </p:nvSpPr>
        <p:spPr>
          <a:xfrm>
            <a:off x="496514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406" dirty="0"/>
          </a:p>
        </p:txBody>
      </p:sp>
      <p:sp>
        <p:nvSpPr>
          <p:cNvPr id="9" name="Native renamed line 6"/>
          <p:cNvSpPr/>
          <p:nvPr/>
        </p:nvSpPr>
        <p:spPr>
          <a:xfrm>
            <a:off x="497205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2026-09-10T18:07:05Z</dcterms:modified>
</cp:coreProperties>
</file>