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75130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renamed line 0"/>
          <p:cNvSpPr/>
          <p:nvPr>
            <p:custDataLst>
              <p:tags r:id="rId1"/>
            </p:custDataLst>
          </p:nvPr>
        </p:nvSpPr>
        <p:spPr>
          <a:xfrm>
            <a:off x="554072" y="548640"/>
            <a:ext cx="110947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>
                <a:solidFill>
                  <a:srgbClr val="2874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Source</a:t>
            </a:r>
            <a:endParaRPr lang="en-US" sz="1200" dirty="0"/>
          </a:p>
        </p:txBody>
      </p:sp>
      <p:sp>
        <p:nvSpPr>
          <p:cNvPr id="3" name="Native renamed line 1"/>
          <p:cNvSpPr/>
          <p:nvPr>
            <p:custDataLst>
              <p:tags r:id="rId2"/>
            </p:custDataLst>
          </p:nvPr>
        </p:nvSpPr>
        <p:spPr>
          <a:xfrm>
            <a:off x="557160" y="848868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50" b="1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A </a:t>
            </a:r>
            <a:r>
              <a:rPr lang="en-US" sz="405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measured title that wraps when space is narrow</a:t>
            </a:r>
            <a:endParaRPr lang="en-US" sz="4050" dirty="0"/>
          </a:p>
        </p:txBody>
      </p:sp>
      <p:sp>
        <p:nvSpPr>
          <p:cNvPr id="4" name="Native renamed line 2"/>
          <p:cNvSpPr/>
          <p:nvPr>
            <p:custDataLst>
              <p:tags r:id="rId3"/>
            </p:custDataLst>
          </p:nvPr>
        </p:nvSpPr>
        <p:spPr>
          <a:xfrm>
            <a:off x="551770" y="1590675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Supporting </a:t>
            </a: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text</a:t>
            </a:r>
            <a:endParaRPr lang="en-US" sz="1875" dirty="0"/>
          </a:p>
        </p:txBody>
      </p:sp>
      <p:sp>
        <p:nvSpPr>
          <p:cNvPr id="5" name="Native renamed line 3"/>
          <p:cNvSpPr/>
          <p:nvPr/>
        </p:nvSpPr>
        <p:spPr>
          <a:xfrm>
            <a:off x="548640" y="2109788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Full </a:t>
            </a: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source</a:t>
            </a:r>
            <a:endParaRPr lang="en-US" sz="1875" dirty="0"/>
          </a:p>
        </p:txBody>
      </p:sp>
      <p:sp>
        <p:nvSpPr>
          <p:cNvPr id="6" name="Native renamed line 4"/>
          <p:cNvSpPr/>
          <p:nvPr/>
        </p:nvSpPr>
        <p:spPr>
          <a:xfrm>
            <a:off x="551770" y="2400300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Second paragraph.</a:t>
            </a:r>
            <a:endParaRPr lang="en-US" sz="1875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167222C226669656C64223A22746167222C226C696E65223A302C22636F756E74223A31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1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375627469746C65222C226669656C64223A227375627469746C65222C226C696E65223A302C22636F756E74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</Words>
  <Application>Microsoft Office PowerPoint</Application>
  <PresentationFormat>Widescreen</PresentationFormat>
  <Paragraphs>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Carlito</vt:lpstr>
      <vt:lpstr>Office Theme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2</cp:revision>
  <dcterms:created xsi:type="dcterms:W3CDTF">1980-01-01T00:00:00Z</dcterms:created>
  <dcterms:modified xsi:type="dcterms:W3CDTF">2026-09-10T18:04:26Z</dcterms:modified>
</cp:coreProperties>
</file>