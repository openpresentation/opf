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112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4462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40873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3301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48640" y="2400300"/>
            <a:ext cx="110947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2026-09-10T18:04:43Z</dcterms:modified>
</cp:coreProperties>
</file>