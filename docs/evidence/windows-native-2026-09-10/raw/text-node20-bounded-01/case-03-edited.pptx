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124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4864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4864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Native renamed line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6" name="Native renamed line 4"/>
          <p:cNvSpPr/>
          <p:nvPr/>
        </p:nvSpPr>
        <p:spPr>
          <a:xfrm>
            <a:off x="548640" y="2400300"/>
            <a:ext cx="110947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2026-09-10T18:04:36Z</dcterms:modified>
</cp:coreProperties>
</file>