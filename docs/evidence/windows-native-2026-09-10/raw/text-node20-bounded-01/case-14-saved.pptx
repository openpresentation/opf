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51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ag line 0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1394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dirty="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900" dirty="0"/>
          </a:p>
        </p:txBody>
      </p:sp>
      <p:sp>
        <p:nvSpPr>
          <p:cNvPr id="3" name="OPF heading slides.0.title line 0"/>
          <p:cNvSpPr/>
          <p:nvPr>
            <p:custDataLst>
              <p:tags r:id="rId2"/>
            </p:custDataLst>
          </p:nvPr>
        </p:nvSpPr>
        <p:spPr>
          <a:xfrm>
            <a:off x="411480" y="63665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measured title that</a:t>
            </a:r>
            <a:endParaRPr lang="en-US" sz="3038" dirty="0"/>
          </a:p>
        </p:txBody>
      </p:sp>
      <p:sp>
        <p:nvSpPr>
          <p:cNvPr id="4" name="OPF heading slides.0.title line 1"/>
          <p:cNvSpPr/>
          <p:nvPr>
            <p:custDataLst>
              <p:tags r:id="rId3"/>
            </p:custDataLst>
          </p:nvPr>
        </p:nvSpPr>
        <p:spPr>
          <a:xfrm>
            <a:off x="411480" y="1107281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wraps when space is</a:t>
            </a:r>
            <a:endParaRPr lang="en-US" sz="3038" dirty="0"/>
          </a:p>
        </p:txBody>
      </p:sp>
      <p:sp>
        <p:nvSpPr>
          <p:cNvPr id="5" name="OPF heading slides.0.title line 2"/>
          <p:cNvSpPr/>
          <p:nvPr>
            <p:custDataLst>
              <p:tags r:id="rId4"/>
            </p:custDataLst>
          </p:nvPr>
        </p:nvSpPr>
        <p:spPr>
          <a:xfrm>
            <a:off x="411480" y="1577912"/>
            <a:ext cx="4320540" cy="47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38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narrow</a:t>
            </a:r>
            <a:endParaRPr lang="en-US" sz="3038" dirty="0"/>
          </a:p>
        </p:txBody>
      </p:sp>
      <p:sp>
        <p:nvSpPr>
          <p:cNvPr id="6" name="OPF heading slides.0.subtitle line 0"/>
          <p:cNvSpPr/>
          <p:nvPr>
            <p:custDataLst>
              <p:tags r:id="rId5"/>
            </p:custDataLst>
          </p:nvPr>
        </p:nvSpPr>
        <p:spPr>
          <a:xfrm>
            <a:off x="411480" y="2134267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Supporting text</a:t>
            </a:r>
            <a:endParaRPr lang="en-US" sz="1406" dirty="0"/>
          </a:p>
        </p:txBody>
      </p:sp>
      <p:sp>
        <p:nvSpPr>
          <p:cNvPr id="7" name="Text 5"/>
          <p:cNvSpPr/>
          <p:nvPr/>
        </p:nvSpPr>
        <p:spPr>
          <a:xfrm>
            <a:off x="411480" y="2523601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 source</a:t>
            </a:r>
            <a:endParaRPr lang="en-US" sz="1406" dirty="0"/>
          </a:p>
        </p:txBody>
      </p:sp>
      <p:sp>
        <p:nvSpPr>
          <p:cNvPr id="8" name="Text 6"/>
          <p:cNvSpPr/>
          <p:nvPr/>
        </p:nvSpPr>
        <p:spPr>
          <a:xfrm>
            <a:off x="411480" y="2741486"/>
            <a:ext cx="43205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6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406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3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12C22636F756E74223A33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22C22636F756E74223A33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On-screen Show (16:9)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2026-09-10T18:06:00Z</dcterms:modified>
</cp:coreProperties>
</file>