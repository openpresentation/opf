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2560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415554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41787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3"/>
            </p:custDataLst>
          </p:nvPr>
        </p:nvSpPr>
        <p:spPr>
          <a:xfrm>
            <a:off x="417305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5"/>
            </p:custDataLst>
          </p:nvPr>
        </p:nvSpPr>
        <p:spPr>
          <a:xfrm>
            <a:off x="413828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Text 5"/>
          <p:cNvSpPr/>
          <p:nvPr/>
        </p:nvSpPr>
        <p:spPr>
          <a:xfrm>
            <a:off x="411480" y="2523601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40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406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406" dirty="0"/>
          </a:p>
        </p:txBody>
      </p:sp>
      <p:sp>
        <p:nvSpPr>
          <p:cNvPr id="8" name="Text 6"/>
          <p:cNvSpPr/>
          <p:nvPr/>
        </p:nvSpPr>
        <p:spPr>
          <a:xfrm>
            <a:off x="411480" y="2741486"/>
            <a:ext cx="432054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4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2026-09-10T18:05:57Z</dcterms:modified>
</cp:coreProperties>
</file>