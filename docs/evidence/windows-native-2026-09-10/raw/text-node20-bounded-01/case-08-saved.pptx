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201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2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 wraps when space is narrow</a:t>
            </a:r>
            <a:endParaRPr lang="en-US" sz="4050" dirty="0"/>
          </a:p>
        </p:txBody>
      </p:sp>
      <p:sp>
        <p:nvSpPr>
          <p:cNvPr id="4" name="OPF heading slides.0.subtitle line 0"/>
          <p:cNvSpPr/>
          <p:nvPr>
            <p:custDataLst>
              <p:tags r:id="rId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62940" y="2514600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2026-09-10T18:05:40Z</dcterms:modified>
</cp:coreProperties>
</file>