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2139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tive renamed line 0"/>
          <p:cNvSpPr/>
          <p:nvPr>
            <p:custDataLst>
              <p:tags r:id="rId1"/>
            </p:custDataLst>
          </p:nvPr>
        </p:nvSpPr>
        <p:spPr>
          <a:xfrm>
            <a:off x="554072" y="548640"/>
            <a:ext cx="110947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>
                <a:solidFill>
                  <a:srgbClr val="2874A6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Source</a:t>
            </a:r>
            <a:endParaRPr lang="en-US" sz="1200" dirty="0"/>
          </a:p>
        </p:txBody>
      </p:sp>
      <p:sp>
        <p:nvSpPr>
          <p:cNvPr id="3" name="Native renamed line 1"/>
          <p:cNvSpPr/>
          <p:nvPr>
            <p:custDataLst>
              <p:tags r:id="rId2"/>
            </p:custDataLst>
          </p:nvPr>
        </p:nvSpPr>
        <p:spPr>
          <a:xfrm>
            <a:off x="557160" y="84886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50" b="1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A </a:t>
            </a:r>
            <a:r>
              <a:rPr lang="en-US" sz="4050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measured title that wraps when space is narrow</a:t>
            </a:r>
            <a:endParaRPr lang="en-US" sz="4050" dirty="0"/>
          </a:p>
        </p:txBody>
      </p:sp>
      <p:sp>
        <p:nvSpPr>
          <p:cNvPr id="4" name="Native renamed line 2"/>
          <p:cNvSpPr/>
          <p:nvPr>
            <p:custDataLst>
              <p:tags r:id="rId3"/>
            </p:custDataLst>
          </p:nvPr>
        </p:nvSpPr>
        <p:spPr>
          <a:xfrm>
            <a:off x="551770" y="159067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Supporting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text</a:t>
            </a:r>
            <a:endParaRPr lang="en-US" sz="1875" dirty="0"/>
          </a:p>
        </p:txBody>
      </p:sp>
      <p:sp>
        <p:nvSpPr>
          <p:cNvPr id="5" name="OPF card slides.0.text"/>
          <p:cNvSpPr/>
          <p:nvPr>
            <p:custDataLst>
              <p:tags r:id="rId4"/>
            </p:custDataLst>
          </p:nvPr>
        </p:nvSpPr>
        <p:spPr>
          <a:xfrm>
            <a:off x="548640" y="2109788"/>
            <a:ext cx="11094720" cy="4199573"/>
          </a:xfrm>
          <a:prstGeom prst="roundRect">
            <a:avLst>
              <a:gd name="adj" fmla="val 1814"/>
            </a:avLst>
          </a:prstGeom>
          <a:solidFill>
            <a:srgbClr val="011842"/>
          </a:solidFill>
          <a:ln w="12700">
            <a:solidFill>
              <a:srgbClr val="3AC6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Native renamed line 3"/>
          <p:cNvSpPr/>
          <p:nvPr/>
        </p:nvSpPr>
        <p:spPr>
          <a:xfrm>
            <a:off x="662940" y="2224088"/>
            <a:ext cx="108661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75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Edited Exact 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spacing </a:t>
            </a:r>
            <a:r>
              <a:rPr lang="en-US" sz="1875" b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with bold words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</a:t>
            </a:r>
            <a:r>
              <a:rPr lang="en-US" sz="1875" i="1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italics.</a:t>
            </a:r>
            <a:endParaRPr lang="en-US" sz="1875" dirty="0"/>
          </a:p>
        </p:txBody>
      </p:sp>
      <p:sp>
        <p:nvSpPr>
          <p:cNvPr id="7" name="Native renamed line 4"/>
          <p:cNvSpPr/>
          <p:nvPr/>
        </p:nvSpPr>
        <p:spPr>
          <a:xfrm>
            <a:off x="662940" y="2514600"/>
            <a:ext cx="10866120" cy="309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13" baseline="5000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Raised </a:t>
            </a:r>
            <a:r>
              <a:rPr lang="en-US" sz="200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rlito" pitchFamily="34" charset="0"/>
                <a:ea typeface="Carlito" pitchFamily="34" charset="-122"/>
                <a:cs typeface="Carlito" pitchFamily="34" charset="-120"/>
              </a:rPr>
              <a:t>note</a:t>
            </a:r>
            <a:r>
              <a:rPr lang="en-US" sz="1875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stays editable.</a:t>
            </a:r>
            <a:endParaRPr lang="en-US" sz="1875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167222C226669656C64223A22746167222C226C696E65223A302C22636F756E74223A31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469746C65222C226669656C64223A227469746C65222C226C696E65223A302C22636F756E74223A31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HEADING_V1" val="7B2276223A312C2267726F7570223A22736C696465732E302E7375627469746C65222C226669656C64223A227375627469746C65222C226C696E65223A302C22636F756E74223A31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ARD_V1" val="7B2276223A312C2270617468223A22736C696465732E302E74657874222C2270726F70657274696573223A7B22613A7866726D223A7B22613A6F6666223A7B2278223A22353438363430222C2279223A2232313039373838227D2C22613A657874223A7B226378223A223131303934373230222C226379223A2234313939353733227D7D2C22613A7072737447656F6D223A7B22613A61764C7374223A7B22613A6764223A7B226E616D65223A2261646A222C22666D6C61223A2276616C2031383134227D7D2C2270727374223A22726F756E6452656374227D2C22613A736F6C696446696C6C223A7B22613A73726762436C72223A7B2276616C223A22303131383432227D7D2C22613A6C6E223A7B22613A736F6C696446696C6C223A7B22613A73726762436C72223A7B2276616C223A22334143363741227D7D2C22613A7072737444617368223A7B2276616C223A22736F6C6964227D2C2277223A223132373030227D7D2C227374796C65223A6E756C6C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Widescreen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Carlito</vt:lpstr>
      <vt:lpstr>Office Theme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3</cp:revision>
  <dcterms:created xsi:type="dcterms:W3CDTF">1980-01-01T00:00:00Z</dcterms:created>
  <dcterms:modified xsi:type="dcterms:W3CDTF">2026-09-10T18:04:50Z</dcterms:modified>
</cp:coreProperties>
</file>