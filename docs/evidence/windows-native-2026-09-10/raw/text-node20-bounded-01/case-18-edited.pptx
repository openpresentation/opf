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3402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415554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9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41787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</a:t>
            </a:r>
            <a:endParaRPr lang="en-US" sz="3038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417305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Native renamed line 3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Native renamed line 4"/>
          <p:cNvSpPr/>
          <p:nvPr>
            <p:custDataLst>
              <p:tags r:id="rId5"/>
            </p:custDataLst>
          </p:nvPr>
        </p:nvSpPr>
        <p:spPr>
          <a:xfrm>
            <a:off x="413828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406" dirty="0"/>
          </a:p>
        </p:txBody>
      </p:sp>
      <p:sp>
        <p:nvSpPr>
          <p:cNvPr id="7" name="OPF card slides.0.text"/>
          <p:cNvSpPr/>
          <p:nvPr>
            <p:custDataLst>
              <p:tags r:id="rId6"/>
            </p:custDataLst>
          </p:nvPr>
        </p:nvSpPr>
        <p:spPr>
          <a:xfrm>
            <a:off x="411480" y="2523601"/>
            <a:ext cx="4320540" cy="6208919"/>
          </a:xfrm>
          <a:prstGeom prst="roundRect">
            <a:avLst>
              <a:gd name="adj" fmla="val 1323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Native renamed line 5"/>
          <p:cNvSpPr/>
          <p:nvPr/>
        </p:nvSpPr>
        <p:spPr>
          <a:xfrm>
            <a:off x="497205" y="2609326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406" dirty="0"/>
          </a:p>
        </p:txBody>
      </p:sp>
      <p:sp>
        <p:nvSpPr>
          <p:cNvPr id="9" name="Native renamed line 6"/>
          <p:cNvSpPr/>
          <p:nvPr/>
        </p:nvSpPr>
        <p:spPr>
          <a:xfrm>
            <a:off x="499553" y="2827211"/>
            <a:ext cx="414909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43131343830222C2279223A2232353233363031227D2C22613A657874223A7B226378223A2234333230353430222C226379223A2236323038393139227D7D2C22613A7072737447656F6D223A7B22613A61764C7374223A7B22613A6764223A7B226E616D65223A2261646A222C22666D6C61223A2276616C2031333233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2026-09-10T18:06:52Z</dcterms:modified>
</cp:coreProperties>
</file>