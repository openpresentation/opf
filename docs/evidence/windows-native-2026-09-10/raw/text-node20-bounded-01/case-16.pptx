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Relationship Id="rIdOpfHeading4" Type="http://schemas.openxmlformats.org/officeDocument/2006/relationships/tags" Target="../tags/opfHeading4.xml"/><Relationship Id="rIdOpfHeading5" Type="http://schemas.openxmlformats.org/officeDocument/2006/relationships/tags" Target="../tags/opfHeadin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OpfHeading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OpfHeading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OpfHeading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0789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1480" y="2741486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opfHeading3.xml><?xml version="1.0" encoding="utf-8"?>
<p:tagLst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opfHeading4.xml><?xml version="1.0" encoding="utf-8"?>
<p:tagLst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opfHeading5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