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6058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7719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48640" y="240030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2026-09-10T18:04:40Z</dcterms:modified>
</cp:coreProperties>
</file>