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notesSlides/notesSlide1.xml" ContentType="application/vnd.openxmlformats-officedocument.presentationml.notesSlide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notesSlides/notesSlide2.xml" ContentType="application/vnd.openxmlformats-officedocument.presentationml.notesSlide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notesSlides/notesSlide3.xml" ContentType="application/vnd.openxmlformats-officedocument.presentationml.notesSlide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5143500" cy="9144000" type="screen16x9"/>
  <p:notesSz cx="9144000" cy="5143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7748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tags" Target="../tags/tag3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tags" Target="../tags/tag6.xml"/><Relationship Id="rId2" Type="http://schemas.openxmlformats.org/officeDocument/2006/relationships/tags" Target="../tags/tag5.xml"/><Relationship Id="rId1" Type="http://schemas.openxmlformats.org/officeDocument/2006/relationships/tags" Target="../tags/tag4.xml"/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tags" Target="../tags/tag14.xml"/><Relationship Id="rId13" Type="http://schemas.openxmlformats.org/officeDocument/2006/relationships/tags" Target="../tags/tag19.xml"/><Relationship Id="rId3" Type="http://schemas.openxmlformats.org/officeDocument/2006/relationships/tags" Target="../tags/tag9.xml"/><Relationship Id="rId7" Type="http://schemas.openxmlformats.org/officeDocument/2006/relationships/tags" Target="../tags/tag13.xml"/><Relationship Id="rId12" Type="http://schemas.openxmlformats.org/officeDocument/2006/relationships/tags" Target="../tags/tag18.xml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tags" Target="../tags/tag12.xml"/><Relationship Id="rId11" Type="http://schemas.openxmlformats.org/officeDocument/2006/relationships/tags" Target="../tags/tag17.xml"/><Relationship Id="rId5" Type="http://schemas.openxmlformats.org/officeDocument/2006/relationships/tags" Target="../tags/tag11.xml"/><Relationship Id="rId15" Type="http://schemas.openxmlformats.org/officeDocument/2006/relationships/notesSlide" Target="../notesSlides/notesSlide3.xml"/><Relationship Id="rId10" Type="http://schemas.openxmlformats.org/officeDocument/2006/relationships/tags" Target="../tags/tag16.xml"/><Relationship Id="rId4" Type="http://schemas.openxmlformats.org/officeDocument/2006/relationships/tags" Target="../tags/tag10.xml"/><Relationship Id="rId9" Type="http://schemas.openxmlformats.org/officeDocument/2006/relationships/tags" Target="../tags/tag15.xml"/><Relationship Id="rId14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13" Type="http://schemas.openxmlformats.org/officeDocument/2006/relationships/tags" Target="../tags/tag32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tags" Target="../tags/tag31.xml"/><Relationship Id="rId2" Type="http://schemas.openxmlformats.org/officeDocument/2006/relationships/tags" Target="../tags/tag21.xml"/><Relationship Id="rId16" Type="http://schemas.openxmlformats.org/officeDocument/2006/relationships/notesSlide" Target="../notesSlides/notesSlide4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tags" Target="../tags/tag30.xml"/><Relationship Id="rId5" Type="http://schemas.openxmlformats.org/officeDocument/2006/relationships/tags" Target="../tags/tag24.xml"/><Relationship Id="rId15" Type="http://schemas.openxmlformats.org/officeDocument/2006/relationships/slideLayout" Target="../slideLayouts/slideLayout1.xml"/><Relationship Id="rId10" Type="http://schemas.openxmlformats.org/officeDocument/2006/relationships/tags" Target="../tags/tag29.xml"/><Relationship Id="rId4" Type="http://schemas.openxmlformats.org/officeDocument/2006/relationships/tags" Target="../tags/tag23.xml"/><Relationship Id="rId9" Type="http://schemas.openxmlformats.org/officeDocument/2006/relationships/tags" Target="../tags/tag28.xml"/><Relationship Id="rId14" Type="http://schemas.openxmlformats.org/officeDocument/2006/relationships/tags" Target="../tags/tag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1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1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1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4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4 languag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code</a:t>
            </a:r>
            <a:endParaRPr lang="en-US" sz="1350" dirty="0"/>
          </a:p>
        </p:txBody>
      </p:sp>
      <p:sp>
        <p:nvSpPr>
          <p:cNvPr id="4" name="OPF code 4 body line 1"/>
          <p:cNvSpPr/>
          <p:nvPr>
            <p:custDataLst>
              <p:tags r:id="rId3"/>
            </p:custDataLst>
          </p:nvPr>
        </p:nvSpPr>
        <p:spPr>
          <a:xfrm>
            <a:off x="582930" y="9063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  <a:tab pos="823094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	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7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7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src	CaseSensitive.ts</a:t>
            </a:r>
            <a:endParaRPr lang="en-US" sz="1350" dirty="0"/>
          </a:p>
        </p:txBody>
      </p:sp>
      <p:sp>
        <p:nvSpPr>
          <p:cNvPr id="4" name="OPF code 7 language line 1"/>
          <p:cNvSpPr/>
          <p:nvPr>
            <p:custDataLst>
              <p:tags r:id="rId3"/>
            </p:custDataLst>
          </p:nvPr>
        </p:nvSpPr>
        <p:spPr>
          <a:xfrm>
            <a:off x="582930" y="8682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TypeScript</a:t>
            </a:r>
            <a:endParaRPr lang="en-US" sz="1350" dirty="0"/>
          </a:p>
        </p:txBody>
      </p:sp>
      <p:sp>
        <p:nvSpPr>
          <p:cNvPr id="5" name="OPF code 7 body line 1"/>
          <p:cNvSpPr/>
          <p:nvPr>
            <p:custDataLst>
              <p:tags r:id="rId4"/>
            </p:custDataLst>
          </p:nvPr>
        </p:nvSpPr>
        <p:spPr>
          <a:xfrm>
            <a:off x="582930" y="11917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const value = "two  spaces";</a:t>
            </a:r>
            <a:endParaRPr lang="en-US" sz="1350" dirty="0"/>
          </a:p>
        </p:txBody>
      </p:sp>
      <p:sp>
        <p:nvSpPr>
          <p:cNvPr id="6" name="OPF code 7 body line 2"/>
          <p:cNvSpPr/>
          <p:nvPr>
            <p:custDataLst>
              <p:tags r:id="rId5"/>
            </p:custDataLst>
          </p:nvPr>
        </p:nvSpPr>
        <p:spPr>
          <a:xfrm>
            <a:off x="582930" y="14009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  <p:sp>
        <p:nvSpPr>
          <p:cNvPr id="7" name="OPF code 7 body line 3"/>
          <p:cNvSpPr/>
          <p:nvPr>
            <p:custDataLst>
              <p:tags r:id="rId6"/>
            </p:custDataLst>
          </p:nvPr>
        </p:nvSpPr>
        <p:spPr>
          <a:xfrm>
            <a:off x="582930" y="16101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longtokenlongtokenlongtokenlongtokenlo</a:t>
            </a:r>
            <a:endParaRPr lang="en-US" sz="1350" dirty="0"/>
          </a:p>
        </p:txBody>
      </p:sp>
      <p:sp>
        <p:nvSpPr>
          <p:cNvPr id="8" name="OPF code 7 body line 4"/>
          <p:cNvSpPr/>
          <p:nvPr>
            <p:custDataLst>
              <p:tags r:id="rId7"/>
            </p:custDataLst>
          </p:nvPr>
        </p:nvSpPr>
        <p:spPr>
          <a:xfrm>
            <a:off x="582930" y="18192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ngtokenlongtokenlongtokenlongtokenlong</a:t>
            </a:r>
            <a:endParaRPr lang="en-US" sz="1350" dirty="0"/>
          </a:p>
        </p:txBody>
      </p:sp>
      <p:sp>
        <p:nvSpPr>
          <p:cNvPr id="9" name="OPF code 7 body line 5"/>
          <p:cNvSpPr/>
          <p:nvPr>
            <p:custDataLst>
              <p:tags r:id="rId8"/>
            </p:custDataLst>
          </p:nvPr>
        </p:nvSpPr>
        <p:spPr>
          <a:xfrm>
            <a:off x="582930" y="20284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tokenlongtokenlongtokenlongtokenlongto</a:t>
            </a:r>
            <a:endParaRPr lang="en-US" sz="1350" dirty="0"/>
          </a:p>
        </p:txBody>
      </p:sp>
      <p:sp>
        <p:nvSpPr>
          <p:cNvPr id="10" name="OPF code 7 body line 6"/>
          <p:cNvSpPr/>
          <p:nvPr>
            <p:custDataLst>
              <p:tags r:id="rId9"/>
            </p:custDataLst>
          </p:nvPr>
        </p:nvSpPr>
        <p:spPr>
          <a:xfrm>
            <a:off x="582930" y="22376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kenlongtokenlongtokenlongtokenlongtoke</a:t>
            </a:r>
            <a:endParaRPr lang="en-US" sz="1350" dirty="0"/>
          </a:p>
        </p:txBody>
      </p:sp>
      <p:sp>
        <p:nvSpPr>
          <p:cNvPr id="11" name="OPF code 7 body line 7"/>
          <p:cNvSpPr/>
          <p:nvPr>
            <p:custDataLst>
              <p:tags r:id="rId10"/>
            </p:custDataLst>
          </p:nvPr>
        </p:nvSpPr>
        <p:spPr>
          <a:xfrm>
            <a:off x="582930" y="24467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nlongtokenlongtokenlongtokenlongtokenl</a:t>
            </a:r>
            <a:endParaRPr lang="en-US" sz="1350" dirty="0"/>
          </a:p>
        </p:txBody>
      </p:sp>
      <p:sp>
        <p:nvSpPr>
          <p:cNvPr id="12" name="OPF code 7 body line 8"/>
          <p:cNvSpPr/>
          <p:nvPr>
            <p:custDataLst>
              <p:tags r:id="rId11"/>
            </p:custDataLst>
          </p:nvPr>
        </p:nvSpPr>
        <p:spPr>
          <a:xfrm>
            <a:off x="582930" y="26559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ongtoken</a:t>
            </a:r>
            <a:endParaRPr lang="en-US" sz="1350" dirty="0"/>
          </a:p>
        </p:txBody>
      </p:sp>
      <p:sp>
        <p:nvSpPr>
          <p:cNvPr id="13" name="OPF code 7 body line 9"/>
          <p:cNvSpPr/>
          <p:nvPr>
            <p:custDataLst>
              <p:tags r:id="rId12"/>
            </p:custDataLst>
          </p:nvPr>
        </p:nvSpPr>
        <p:spPr>
          <a:xfrm>
            <a:off x="582930" y="28651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  <a:tabLst>
                <a:tab pos="411547" algn="l"/>
              </a:tabLst>
            </a:pPr>
            <a:r>
              <a:rPr lang="en-US" sz="1350" dirty="0">
                <a:solidFill>
                  <a:srgbClr val="E5E7E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	return value;  </a:t>
            </a:r>
            <a:endParaRPr lang="en-US" sz="1350" dirty="0"/>
          </a:p>
        </p:txBody>
      </p:sp>
      <p:sp>
        <p:nvSpPr>
          <p:cNvPr id="14" name="OPF code 7 body line 10"/>
          <p:cNvSpPr/>
          <p:nvPr>
            <p:custDataLst>
              <p:tags r:id="rId13"/>
            </p:custDataLst>
          </p:nvPr>
        </p:nvSpPr>
        <p:spPr>
          <a:xfrm>
            <a:off x="582930" y="30742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18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PF code 20 panel"/>
          <p:cNvSpPr/>
          <p:nvPr>
            <p:custDataLst>
              <p:tags r:id="rId1"/>
            </p:custDataLst>
          </p:nvPr>
        </p:nvSpPr>
        <p:spPr>
          <a:xfrm>
            <a:off x="411480" y="411480"/>
            <a:ext cx="4320540" cy="8321040"/>
          </a:xfrm>
          <a:prstGeom prst="rect">
            <a:avLst/>
          </a:prstGeom>
          <a:solidFill>
            <a:srgbClr val="11182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" name="OPF code 20 filename line 1"/>
          <p:cNvSpPr/>
          <p:nvPr>
            <p:custDataLst>
              <p:tags r:id="rId2"/>
            </p:custDataLst>
          </p:nvPr>
        </p:nvSpPr>
        <p:spPr>
          <a:xfrm>
            <a:off x="582930" y="58293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a-long-path/a-long-path/a-long-path/a-</a:t>
            </a:r>
            <a:endParaRPr lang="en-US" sz="1350" dirty="0"/>
          </a:p>
        </p:txBody>
      </p:sp>
      <p:sp>
        <p:nvSpPr>
          <p:cNvPr id="4" name="OPF code 20 filename line 2"/>
          <p:cNvSpPr/>
          <p:nvPr>
            <p:custDataLst>
              <p:tags r:id="rId3"/>
            </p:custDataLst>
          </p:nvPr>
        </p:nvSpPr>
        <p:spPr>
          <a:xfrm>
            <a:off x="582930" y="79209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long-path/a-long-path/a-long-path/a-lo</a:t>
            </a:r>
            <a:endParaRPr lang="en-US" sz="1350" dirty="0"/>
          </a:p>
        </p:txBody>
      </p:sp>
      <p:sp>
        <p:nvSpPr>
          <p:cNvPr id="5" name="OPF code 20 filename line 3"/>
          <p:cNvSpPr/>
          <p:nvPr>
            <p:custDataLst>
              <p:tags r:id="rId4"/>
            </p:custDataLst>
          </p:nvPr>
        </p:nvSpPr>
        <p:spPr>
          <a:xfrm>
            <a:off x="582930" y="100126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ng-path/a-long-path/a-long-path/a-long</a:t>
            </a:r>
            <a:endParaRPr lang="en-US" sz="1350" dirty="0"/>
          </a:p>
        </p:txBody>
      </p:sp>
      <p:sp>
        <p:nvSpPr>
          <p:cNvPr id="6" name="OPF code 20 filename line 4"/>
          <p:cNvSpPr/>
          <p:nvPr>
            <p:custDataLst>
              <p:tags r:id="rId5"/>
            </p:custDataLst>
          </p:nvPr>
        </p:nvSpPr>
        <p:spPr>
          <a:xfrm>
            <a:off x="582930" y="1210437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-path/a-long-path/a-long-path/a-long-p</a:t>
            </a:r>
            <a:endParaRPr lang="en-US" sz="1350" dirty="0"/>
          </a:p>
        </p:txBody>
      </p:sp>
      <p:sp>
        <p:nvSpPr>
          <p:cNvPr id="7" name="OPF code 20 filename line 5"/>
          <p:cNvSpPr/>
          <p:nvPr>
            <p:custDataLst>
              <p:tags r:id="rId6"/>
            </p:custDataLst>
          </p:nvPr>
        </p:nvSpPr>
        <p:spPr>
          <a:xfrm>
            <a:off x="582930" y="1419606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ath/a-long-path/a-long-path/</a:t>
            </a:r>
            <a:endParaRPr lang="en-US" sz="1350" dirty="0"/>
          </a:p>
        </p:txBody>
      </p:sp>
      <p:sp>
        <p:nvSpPr>
          <p:cNvPr id="8" name="OPF code 20 language line 1"/>
          <p:cNvSpPr/>
          <p:nvPr>
            <p:custDataLst>
              <p:tags r:id="rId7"/>
            </p:custDataLst>
          </p:nvPr>
        </p:nvSpPr>
        <p:spPr>
          <a:xfrm>
            <a:off x="582930" y="1704975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Long-language-label-Long-language-labe</a:t>
            </a:r>
            <a:endParaRPr lang="en-US" sz="1350" dirty="0"/>
          </a:p>
        </p:txBody>
      </p:sp>
      <p:sp>
        <p:nvSpPr>
          <p:cNvPr id="9" name="OPF code 20 language line 2"/>
          <p:cNvSpPr/>
          <p:nvPr>
            <p:custDataLst>
              <p:tags r:id="rId8"/>
            </p:custDataLst>
          </p:nvPr>
        </p:nvSpPr>
        <p:spPr>
          <a:xfrm>
            <a:off x="582930" y="1914144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l-Long-language-label-Long-language-la</a:t>
            </a:r>
            <a:endParaRPr lang="en-US" sz="1350" dirty="0"/>
          </a:p>
        </p:txBody>
      </p:sp>
      <p:sp>
        <p:nvSpPr>
          <p:cNvPr id="10" name="OPF code 20 language line 3"/>
          <p:cNvSpPr/>
          <p:nvPr>
            <p:custDataLst>
              <p:tags r:id="rId9"/>
            </p:custDataLst>
          </p:nvPr>
        </p:nvSpPr>
        <p:spPr>
          <a:xfrm>
            <a:off x="582930" y="2123313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bel-Long-language-label-Long-language-</a:t>
            </a:r>
            <a:endParaRPr lang="en-US" sz="1350" dirty="0"/>
          </a:p>
        </p:txBody>
      </p:sp>
      <p:sp>
        <p:nvSpPr>
          <p:cNvPr id="11" name="OPF code 20 language line 4"/>
          <p:cNvSpPr/>
          <p:nvPr>
            <p:custDataLst>
              <p:tags r:id="rId10"/>
            </p:custDataLst>
          </p:nvPr>
        </p:nvSpPr>
        <p:spPr>
          <a:xfrm>
            <a:off x="582930" y="2332482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label-Long-language-label-Long-languag</a:t>
            </a:r>
            <a:endParaRPr lang="en-US" sz="1350" dirty="0"/>
          </a:p>
        </p:txBody>
      </p:sp>
      <p:sp>
        <p:nvSpPr>
          <p:cNvPr id="12" name="OPF code 20 language line 5"/>
          <p:cNvSpPr/>
          <p:nvPr>
            <p:custDataLst>
              <p:tags r:id="rId11"/>
            </p:custDataLst>
          </p:nvPr>
        </p:nvSpPr>
        <p:spPr>
          <a:xfrm>
            <a:off x="582930" y="2541651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e-label-Long-language-label-Long-langu</a:t>
            </a:r>
            <a:endParaRPr lang="en-US" sz="1350" dirty="0"/>
          </a:p>
        </p:txBody>
      </p:sp>
      <p:sp>
        <p:nvSpPr>
          <p:cNvPr id="13" name="OPF code 20 language line 6"/>
          <p:cNvSpPr/>
          <p:nvPr>
            <p:custDataLst>
              <p:tags r:id="rId12"/>
            </p:custDataLst>
          </p:nvPr>
        </p:nvSpPr>
        <p:spPr>
          <a:xfrm>
            <a:off x="582930" y="2750820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age-label-Long-language-label-Long-lan</a:t>
            </a:r>
            <a:endParaRPr lang="en-US" sz="1350" dirty="0"/>
          </a:p>
        </p:txBody>
      </p:sp>
      <p:sp>
        <p:nvSpPr>
          <p:cNvPr id="14" name="OPF code 20 language line 7"/>
          <p:cNvSpPr/>
          <p:nvPr>
            <p:custDataLst>
              <p:tags r:id="rId13"/>
            </p:custDataLst>
          </p:nvPr>
        </p:nvSpPr>
        <p:spPr>
          <a:xfrm>
            <a:off x="582930" y="2959989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93C5F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guage-label-</a:t>
            </a:r>
            <a:endParaRPr lang="en-US" sz="1350" dirty="0"/>
          </a:p>
        </p:txBody>
      </p:sp>
      <p:sp>
        <p:nvSpPr>
          <p:cNvPr id="15" name="OPF code 20 body line 1"/>
          <p:cNvSpPr/>
          <p:nvPr>
            <p:custDataLst>
              <p:tags r:id="rId14"/>
            </p:custDataLst>
          </p:nvPr>
        </p:nvSpPr>
        <p:spPr>
          <a:xfrm>
            <a:off x="582930" y="3283458"/>
            <a:ext cx="3977640" cy="20916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0000"/>
              </a:lnSpc>
              <a:buNone/>
            </a:pPr>
            <a:endParaRPr lang="en-US" sz="1350" dirty="0"/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70616E656C222C2276616C7565223A22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02C226C696E65223A307D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1222C22726F6C65223A226C696E65222C2270617274223A312C226C696E65223A307D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70616E656C222C2276616C7565223A225C745C74222C227061727473223A5B7B22726F6C65223A226C616E6775616765222C2267656E657261746564223A747275652C226C696E6573223A5B7B227374617274223A302C22656E64223A342C226E6578745374617274223A342C22626F756E64617279223A22656E64227D5D7D2C7B22726F6C65223A22626F6479222C2267656E657261746564223A66616C73652C226C696E6573223A5B7B227374617274223A302C22656E64223A322C226E6578745374617274223A322C22626F756E64617279223A22656E64227D5D7D5D7D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02C226C696E65223A307D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4222C22726F6C65223A226C696E65222C2270617274223A312C226C696E65223A307D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70616E656C222C2276616C7565223A7B22736F75726365223A222020636F6E73742076616C7565203D205C2274776F20207370616365735C223B5C725C6E5C725C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6C6F6E67746F6B656E5C6E5C7472657475726E2076616C75653B20205C72222C2266696C656E616D65223A227372635C744361736553656E7369746976652E7473222C226C616E6775616765223A2254797065536372697074227D2C227061727473223A5B7B22726F6C65223A2266696C656E616D65222C2267656E657261746564223A66616C73652C226C696E6573223A5B7B227374617274223A302C22656E64223A32302C226E6578745374617274223A32302C22626F756E64617279223A22656E64227D5D7D2C7B22726F6C65223A226C616E6775616765222C2267656E657261746564223A66616C73652C226C696E6573223A5B7B227374617274223A302C22656E64223A31302C226E6578745374617274223A31302C22626F756E64617279223A22656E64227D5D7D2C7B22726F6C65223A22626F6479222C2267656E657261746564223A66616C73652C226C696E6573223A5B7B227374617274223A302C22656E64223A33302C226E6578745374617274223A33322C22626F756E64617279223A2268617264227D2C7B227374617274223A33322C22656E64223A33322C226E6578745374617274223A33342C22626F756E64617279223A2268617264227D2C7B227374617274223A33342C22656E64223A37322C226E6578745374617274223A37322C22626F756E64617279223A22736F6674227D2C7B227374617274223A37322C22656E64223A3131302C226E6578745374617274223A3131302C22626F756E64617279223A22736F6674227D2C7B227374617274223A3131302C22656E64223A3134382C226E6578745374617274223A3134382C22626F756E64617279223A22736F6674227D2C7B227374617274223A3134382C22656E64223A3138362C226E6578745374617274223A3138362C22626F756E64617279223A22736F6674227D2C7B227374617274223A3138362C22656E64223A3232342C226E6578745374617274223A3232342C22626F756E64617279223A22736F6674227D2C7B227374617274223A3232342C22656E64223A3233322C226E6578745374617274223A3233332C22626F756E64617279223A2268617264227D2C7B227374617274223A3233332C22656E64223A3234392C226E6578745374617274223A3235302C22626F756E64617279223A2268617264227D2C7B227374617274223A3235302C22656E64223A3235302C226E6578745374617274223A3235302C22626F756E64617279223A22656E64227D5D7D5D7D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02C226C696E65223A307D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12C226C696E65223A307D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07D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17D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27D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37D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47D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57D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67D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77D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87D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7222C22726F6C65223A226C696E65222C2270617274223A322C226C696E65223A397D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70616E656C222C2276616C7565223A7B22736F75726365223A22222C2266696C656E616D65223A22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612D6C6F6E672D706174682F222C226C616E6775616765223A22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4C6F6E672D6C616E67756167652D6C6162656C2D227D2C227061727473223A5B7B22726F6C65223A2266696C656E616D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8302C226E6578745374617274223A3138302C22626F756E64617279223A22656E64227D5D7D2C7B22726F6C65223A226C616E6775616765222C2267656E657261746564223A66616C73652C226C696E6573223A5B7B227374617274223A302C22656E64223A33382C226E6578745374617274223A33382C22626F756E64617279223A22736F6674227D2C7B227374617274223A33382C22656E64223A37362C226E6578745374617274223A37362C22626F756E64617279223A22736F6674227D2C7B227374617274223A37362C22656E64223A3131342C226E6578745374617274223A3131342C22626F756E64617279223A22736F6674227D2C7B227374617274223A3131342C22656E64223A3135322C226E6578745374617274223A3135322C22626F756E64617279223A22736F6674227D2C7B227374617274223A3135322C22656E64223A3139302C226E6578745374617274223A3139302C22626F756E64617279223A22736F6674227D2C7B227374617274223A3139302C22656E64223A3232382C226E6578745374617274223A3232382C22626F756E64617279223A22736F6674227D2C7B227374617274223A3232382C22656E64223A3234302C226E6578745374617274223A3234302C22626F756E64617279223A22656E64227D5D7D2C7B22726F6C65223A22626F6479222C2267656E657261746564223A66616C73652C226C696E6573223A5B7B227374617274223A302C22656E64223A302C226E6578745374617274223A302C22626F756E64617279223A22656E64227D5D7D5D7D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07D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17D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27D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37D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02C226C696E65223A347D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07D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17D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27D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37D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47D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57D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12C226C696E65223A367D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PF_CODE_V1" val="7B2276223A312C2267726F7570223A223230222C22726F6C65223A226C696E65222C2270617274223A322C226C696E65223A307D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ourier New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74</Words>
  <Application>Microsoft Office PowerPoint</Application>
  <PresentationFormat>On-screen Show (16:9)</PresentationFormat>
  <Paragraphs>29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OpenPresentation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OPF Presentation</dc:title>
  <dc:subject/>
  <dc:creator>OpenPresentation</dc:creator>
  <cp:lastModifiedBy>Michael Grimm</cp:lastModifiedBy>
  <cp:revision>1</cp:revision>
  <dcterms:created xsi:type="dcterms:W3CDTF">1980-01-01T00:00:00Z</dcterms:created>
  <dcterms:modified xsi:type="dcterms:W3CDTF">2026-09-10T19:04:47Z</dcterms:modified>
</cp:coreProperties>
</file>