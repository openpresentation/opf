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Code1.xml" ContentType="application/vnd.openxmlformats-officedocument.presentationml.tags+xml"/>
  <Override PartName="/ppt/tags/opfCode2.xml" ContentType="application/vnd.openxmlformats-officedocument.presentationml.tags+xml"/>
  <Override PartName="/ppt/tags/opfCode3.xml" ContentType="application/vnd.openxmlformats-officedocument.presentationml.tags+xml"/>
  <Override PartName="/ppt/tags/opfCode4.xml" ContentType="application/vnd.openxmlformats-officedocument.presentationml.tags+xml"/>
  <Override PartName="/ppt/tags/opfCode5.xml" ContentType="application/vnd.openxmlformats-officedocument.presentationml.tags+xml"/>
  <Override PartName="/ppt/tags/opfCode6.xml" ContentType="application/vnd.openxmlformats-officedocument.presentationml.tags+xml"/>
  <Override PartName="/ppt/tags/opfCode7.xml" ContentType="application/vnd.openxmlformats-officedocument.presentationml.tags+xml"/>
  <Override PartName="/ppt/tags/opfCode8.xml" ContentType="application/vnd.openxmlformats-officedocument.presentationml.tags+xml"/>
  <Override PartName="/ppt/tags/opfCode9.xml" ContentType="application/vnd.openxmlformats-officedocument.presentationml.tags+xml"/>
  <Override PartName="/ppt/tags/opfCode10.xml" ContentType="application/vnd.openxmlformats-officedocument.presentationml.tags+xml"/>
  <Override PartName="/ppt/tags/opfCode11.xml" ContentType="application/vnd.openxmlformats-officedocument.presentationml.tags+xml"/>
  <Override PartName="/ppt/tags/opfCode12.xml" ContentType="application/vnd.openxmlformats-officedocument.presentationml.tags+xml"/>
  <Override PartName="/ppt/tags/opfCode13.xml" ContentType="application/vnd.openxmlformats-officedocument.presentationml.tags+xml"/>
  <Override PartName="/ppt/tags/opfCode14.xml" ContentType="application/vnd.openxmlformats-officedocument.presentationml.tags+xml"/>
  <Override PartName="/ppt/tags/opfCode15.xml" ContentType="application/vnd.openxmlformats-officedocument.presentationml.tags+xml"/>
  <Override PartName="/ppt/tags/opfCode16.xml" ContentType="application/vnd.openxmlformats-officedocument.presentationml.tags+xml"/>
  <Override PartName="/ppt/tags/opfCode17.xml" ContentType="application/vnd.openxmlformats-officedocument.presentationml.tags+xml"/>
  <Override PartName="/ppt/tags/opfCode18.xml" ContentType="application/vnd.openxmlformats-officedocument.presentationml.tags+xml"/>
  <Override PartName="/ppt/tags/opfCode19.xml" ContentType="application/vnd.openxmlformats-officedocument.presentationml.tags+xml"/>
  <Override PartName="/ppt/tags/opfCode20.xml" ContentType="application/vnd.openxmlformats-officedocument.presentationml.tags+xml"/>
  <Override PartName="/ppt/tags/opfCode21.xml" ContentType="application/vnd.openxmlformats-officedocument.presentationml.tags+xml"/>
  <Override PartName="/ppt/tags/opfCode22.xml" ContentType="application/vnd.openxmlformats-officedocument.presentationml.tags+xml"/>
  <Override PartName="/ppt/tags/opfCode23.xml" ContentType="application/vnd.openxmlformats-officedocument.presentationml.tags+xml"/>
  <Override PartName="/ppt/tags/opfCode24.xml" ContentType="application/vnd.openxmlformats-officedocument.presentationml.tags+xml"/>
  <Override PartName="/ppt/tags/opfCode25.xml" ContentType="application/vnd.openxmlformats-officedocument.presentationml.tags+xml"/>
  <Override PartName="/ppt/tags/opfCode26.xml" ContentType="application/vnd.openxmlformats-officedocument.presentationml.tags+xml"/>
  <Override PartName="/ppt/tags/opfCode27.xml" ContentType="application/vnd.openxmlformats-officedocument.presentationml.tags+xml"/>
  <Override PartName="/ppt/tags/opfCode28.xml" ContentType="application/vnd.openxmlformats-officedocument.presentationml.tags+xml"/>
  <Override PartName="/ppt/tags/opfCode29.xml" ContentType="application/vnd.openxmlformats-officedocument.presentationml.tags+xml"/>
  <Override PartName="/ppt/tags/opfCode30.xml" ContentType="application/vnd.openxmlformats-officedocument.presentationml.tags+xml"/>
  <Override PartName="/ppt/tags/opfCode31.xml" ContentType="application/vnd.openxmlformats-officedocument.presentationml.tags+xml"/>
  <Override PartName="/ppt/tags/opfCode32.xml" ContentType="application/vnd.openxmlformats-officedocument.presentationml.tags+xml"/>
  <Override PartName="/ppt/tags/opfCode33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5143500" cy="9144000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Code1" Type="http://schemas.openxmlformats.org/officeDocument/2006/relationships/tags" Target="../tags/opfCode1.xml"/><Relationship Id="rIdOpfCode2" Type="http://schemas.openxmlformats.org/officeDocument/2006/relationships/tags" Target="../tags/opfCode2.xml"/><Relationship Id="rIdOpfCode3" Type="http://schemas.openxmlformats.org/officeDocument/2006/relationships/tags" Target="../tags/opfCode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OpfCode4" Type="http://schemas.openxmlformats.org/officeDocument/2006/relationships/tags" Target="../tags/opfCode4.xml"/><Relationship Id="rIdOpfCode5" Type="http://schemas.openxmlformats.org/officeDocument/2006/relationships/tags" Target="../tags/opfCode5.xml"/><Relationship Id="rIdOpfCode6" Type="http://schemas.openxmlformats.org/officeDocument/2006/relationships/tags" Target="../tags/opfCode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OpfCode7" Type="http://schemas.openxmlformats.org/officeDocument/2006/relationships/tags" Target="../tags/opfCode7.xml"/><Relationship Id="rIdOpfCode8" Type="http://schemas.openxmlformats.org/officeDocument/2006/relationships/tags" Target="../tags/opfCode8.xml"/><Relationship Id="rIdOpfCode9" Type="http://schemas.openxmlformats.org/officeDocument/2006/relationships/tags" Target="../tags/opfCode9.xml"/><Relationship Id="rIdOpfCode10" Type="http://schemas.openxmlformats.org/officeDocument/2006/relationships/tags" Target="../tags/opfCode10.xml"/><Relationship Id="rIdOpfCode11" Type="http://schemas.openxmlformats.org/officeDocument/2006/relationships/tags" Target="../tags/opfCode11.xml"/><Relationship Id="rIdOpfCode12" Type="http://schemas.openxmlformats.org/officeDocument/2006/relationships/tags" Target="../tags/opfCode12.xml"/><Relationship Id="rIdOpfCode13" Type="http://schemas.openxmlformats.org/officeDocument/2006/relationships/tags" Target="../tags/opfCode13.xml"/><Relationship Id="rIdOpfCode14" Type="http://schemas.openxmlformats.org/officeDocument/2006/relationships/tags" Target="../tags/opfCode14.xml"/><Relationship Id="rIdOpfCode15" Type="http://schemas.openxmlformats.org/officeDocument/2006/relationships/tags" Target="../tags/opfCode15.xml"/><Relationship Id="rIdOpfCode16" Type="http://schemas.openxmlformats.org/officeDocument/2006/relationships/tags" Target="../tags/opfCode16.xml"/><Relationship Id="rIdOpfCode17" Type="http://schemas.openxmlformats.org/officeDocument/2006/relationships/tags" Target="../tags/opfCode17.xml"/><Relationship Id="rIdOpfCode18" Type="http://schemas.openxmlformats.org/officeDocument/2006/relationships/tags" Target="../tags/opfCode18.xml"/><Relationship Id="rIdOpfCode19" Type="http://schemas.openxmlformats.org/officeDocument/2006/relationships/tags" Target="../tags/opfCode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OpfCode20" Type="http://schemas.openxmlformats.org/officeDocument/2006/relationships/tags" Target="../tags/opfCode20.xml"/><Relationship Id="rIdOpfCode21" Type="http://schemas.openxmlformats.org/officeDocument/2006/relationships/tags" Target="../tags/opfCode21.xml"/><Relationship Id="rIdOpfCode22" Type="http://schemas.openxmlformats.org/officeDocument/2006/relationships/tags" Target="../tags/opfCode22.xml"/><Relationship Id="rIdOpfCode23" Type="http://schemas.openxmlformats.org/officeDocument/2006/relationships/tags" Target="../tags/opfCode23.xml"/><Relationship Id="rIdOpfCode24" Type="http://schemas.openxmlformats.org/officeDocument/2006/relationships/tags" Target="../tags/opfCode24.xml"/><Relationship Id="rIdOpfCode25" Type="http://schemas.openxmlformats.org/officeDocument/2006/relationships/tags" Target="../tags/opfCode25.xml"/><Relationship Id="rIdOpfCode26" Type="http://schemas.openxmlformats.org/officeDocument/2006/relationships/tags" Target="../tags/opfCode26.xml"/><Relationship Id="rIdOpfCode27" Type="http://schemas.openxmlformats.org/officeDocument/2006/relationships/tags" Target="../tags/opfCode27.xml"/><Relationship Id="rIdOpfCode28" Type="http://schemas.openxmlformats.org/officeDocument/2006/relationships/tags" Target="../tags/opfCode28.xml"/><Relationship Id="rIdOpfCode29" Type="http://schemas.openxmlformats.org/officeDocument/2006/relationships/tags" Target="../tags/opfCode29.xml"/><Relationship Id="rIdOpfCode30" Type="http://schemas.openxmlformats.org/officeDocument/2006/relationships/tags" Target="../tags/opfCode30.xml"/><Relationship Id="rIdOpfCode31" Type="http://schemas.openxmlformats.org/officeDocument/2006/relationships/tags" Target="../tags/opfCode31.xml"/><Relationship Id="rIdOpfCode32" Type="http://schemas.openxmlformats.org/officeDocument/2006/relationships/tags" Target="../tags/opfCode32.xml"/><Relationship Id="rIdOpfCode33" Type="http://schemas.openxmlformats.org/officeDocument/2006/relationships/tags" Target="../tags/opfCo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code 1 panel"/>
          <p:cNvSpPr/>
          <p:nvPr>
            <p:custDataLst>
              <p:tags r:id="rIdOpfCode1"/>
            </p:custDataLst>
          </p:nvPr>
        </p:nvSpPr>
        <p:spPr>
          <a:xfrm>
            <a:off x="411480" y="411480"/>
            <a:ext cx="4320540" cy="832104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OPF code 1 language line 1"/>
          <p:cNvSpPr/>
          <p:nvPr>
            <p:custDataLst>
              <p:tags r:id="rIdOpfCode2"/>
            </p:custDataLst>
          </p:nvPr>
        </p:nvSpPr>
        <p:spPr>
          <a:xfrm>
            <a:off x="582930" y="58293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</a:t>
            </a:r>
            <a:endParaRPr lang="en-US" sz="1350" dirty="0"/>
          </a:p>
        </p:txBody>
      </p:sp>
      <p:sp>
        <p:nvSpPr>
          <p:cNvPr id="4" name="OPF code 1 body line 1"/>
          <p:cNvSpPr/>
          <p:nvPr>
            <p:custDataLst>
              <p:tags r:id="rIdOpfCode3"/>
            </p:custDataLst>
          </p:nvPr>
        </p:nvSpPr>
        <p:spPr>
          <a:xfrm>
            <a:off x="582930" y="90639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code 4 panel"/>
          <p:cNvSpPr/>
          <p:nvPr>
            <p:custDataLst>
              <p:tags r:id="rIdOpfCode4"/>
            </p:custDataLst>
          </p:nvPr>
        </p:nvSpPr>
        <p:spPr>
          <a:xfrm>
            <a:off x="411480" y="411480"/>
            <a:ext cx="4320540" cy="832104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OPF code 4 language line 1"/>
          <p:cNvSpPr/>
          <p:nvPr>
            <p:custDataLst>
              <p:tags r:id="rIdOpfCode5"/>
            </p:custDataLst>
          </p:nvPr>
        </p:nvSpPr>
        <p:spPr>
          <a:xfrm>
            <a:off x="582930" y="58293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</a:t>
            </a:r>
            <a:endParaRPr lang="en-US" sz="1350" dirty="0"/>
          </a:p>
        </p:txBody>
      </p:sp>
      <p:sp>
        <p:nvSpPr>
          <p:cNvPr id="4" name="OPF code 4 body line 1"/>
          <p:cNvSpPr/>
          <p:nvPr>
            <p:custDataLst>
              <p:tags r:id="rIdOpfCode6"/>
            </p:custDataLst>
          </p:nvPr>
        </p:nvSpPr>
        <p:spPr>
          <a:xfrm>
            <a:off x="582930" y="90639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>
                <a:tab pos="411547" algn="l"/>
                <a:tab pos="823094" algn="l"/>
              </a:tabLst>
            </a:pPr>
            <a:r>
              <a:rPr lang="en-US" sz="13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	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code 7 panel"/>
          <p:cNvSpPr/>
          <p:nvPr>
            <p:custDataLst>
              <p:tags r:id="rIdOpfCode7"/>
            </p:custDataLst>
          </p:nvPr>
        </p:nvSpPr>
        <p:spPr>
          <a:xfrm>
            <a:off x="411480" y="411480"/>
            <a:ext cx="4320540" cy="832104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OPF code 7 filename line 1"/>
          <p:cNvSpPr/>
          <p:nvPr>
            <p:custDataLst>
              <p:tags r:id="rIdOpfCode8"/>
            </p:custDataLst>
          </p:nvPr>
        </p:nvSpPr>
        <p:spPr>
          <a:xfrm>
            <a:off x="582930" y="58293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>
                <a:tab pos="411547" algn="l"/>
              </a:tabLst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	CaseSensitive.ts</a:t>
            </a:r>
            <a:endParaRPr lang="en-US" sz="1350" dirty="0"/>
          </a:p>
        </p:txBody>
      </p:sp>
      <p:sp>
        <p:nvSpPr>
          <p:cNvPr id="4" name="OPF code 7 language line 1"/>
          <p:cNvSpPr/>
          <p:nvPr>
            <p:custDataLst>
              <p:tags r:id="rIdOpfCode9"/>
            </p:custDataLst>
          </p:nvPr>
        </p:nvSpPr>
        <p:spPr>
          <a:xfrm>
            <a:off x="582930" y="86829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TypeScript</a:t>
            </a:r>
            <a:endParaRPr lang="en-US" sz="1350" dirty="0"/>
          </a:p>
        </p:txBody>
      </p:sp>
      <p:sp>
        <p:nvSpPr>
          <p:cNvPr id="5" name="OPF code 7 body line 1"/>
          <p:cNvSpPr/>
          <p:nvPr>
            <p:custDataLst>
              <p:tags r:id="rIdOpfCode10"/>
            </p:custDataLst>
          </p:nvPr>
        </p:nvSpPr>
        <p:spPr>
          <a:xfrm>
            <a:off x="582930" y="1191768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value = "two  spaces";</a:t>
            </a:r>
            <a:endParaRPr lang="en-US" sz="1350" dirty="0"/>
          </a:p>
        </p:txBody>
      </p:sp>
      <p:sp>
        <p:nvSpPr>
          <p:cNvPr id="6" name="OPF code 7 body line 2"/>
          <p:cNvSpPr/>
          <p:nvPr>
            <p:custDataLst>
              <p:tags r:id="rIdOpfCode11"/>
            </p:custDataLst>
          </p:nvPr>
        </p:nvSpPr>
        <p:spPr>
          <a:xfrm>
            <a:off x="582930" y="1400937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1350" dirty="0"/>
          </a:p>
        </p:txBody>
      </p:sp>
      <p:sp>
        <p:nvSpPr>
          <p:cNvPr id="7" name="OPF code 7 body line 3"/>
          <p:cNvSpPr/>
          <p:nvPr>
            <p:custDataLst>
              <p:tags r:id="rIdOpfCode12"/>
            </p:custDataLst>
          </p:nvPr>
        </p:nvSpPr>
        <p:spPr>
          <a:xfrm>
            <a:off x="582930" y="1610106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longtokenlongtokenlongtokenlongtokenlo</a:t>
            </a:r>
            <a:endParaRPr lang="en-US" sz="1350" dirty="0"/>
          </a:p>
        </p:txBody>
      </p:sp>
      <p:sp>
        <p:nvSpPr>
          <p:cNvPr id="8" name="OPF code 7 body line 4"/>
          <p:cNvSpPr/>
          <p:nvPr>
            <p:custDataLst>
              <p:tags r:id="rIdOpfCode13"/>
            </p:custDataLst>
          </p:nvPr>
        </p:nvSpPr>
        <p:spPr>
          <a:xfrm>
            <a:off x="582930" y="1819275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ngtokenlongtokenlongtokenlongtokenlong</a:t>
            </a:r>
            <a:endParaRPr lang="en-US" sz="1350" dirty="0"/>
          </a:p>
        </p:txBody>
      </p:sp>
      <p:sp>
        <p:nvSpPr>
          <p:cNvPr id="9" name="OPF code 7 body line 5"/>
          <p:cNvSpPr/>
          <p:nvPr>
            <p:custDataLst>
              <p:tags r:id="rIdOpfCode14"/>
            </p:custDataLst>
          </p:nvPr>
        </p:nvSpPr>
        <p:spPr>
          <a:xfrm>
            <a:off x="582930" y="2028444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tokenlongtokenlongtokenlongtokenlongto</a:t>
            </a:r>
            <a:endParaRPr lang="en-US" sz="1350" dirty="0"/>
          </a:p>
        </p:txBody>
      </p:sp>
      <p:sp>
        <p:nvSpPr>
          <p:cNvPr id="10" name="OPF code 7 body line 6"/>
          <p:cNvSpPr/>
          <p:nvPr>
            <p:custDataLst>
              <p:tags r:id="rIdOpfCode15"/>
            </p:custDataLst>
          </p:nvPr>
        </p:nvSpPr>
        <p:spPr>
          <a:xfrm>
            <a:off x="582930" y="2237613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kenlongtokenlongtokenlongtokenlongtoke</a:t>
            </a:r>
            <a:endParaRPr lang="en-US" sz="1350" dirty="0"/>
          </a:p>
        </p:txBody>
      </p:sp>
      <p:sp>
        <p:nvSpPr>
          <p:cNvPr id="11" name="OPF code 7 body line 7"/>
          <p:cNvSpPr/>
          <p:nvPr>
            <p:custDataLst>
              <p:tags r:id="rIdOpfCode16"/>
            </p:custDataLst>
          </p:nvPr>
        </p:nvSpPr>
        <p:spPr>
          <a:xfrm>
            <a:off x="582930" y="2446782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nlongtokenlongtokenlongtokenlongtokenl</a:t>
            </a:r>
            <a:endParaRPr lang="en-US" sz="1350" dirty="0"/>
          </a:p>
        </p:txBody>
      </p:sp>
      <p:sp>
        <p:nvSpPr>
          <p:cNvPr id="12" name="OPF code 7 body line 8"/>
          <p:cNvSpPr/>
          <p:nvPr>
            <p:custDataLst>
              <p:tags r:id="rIdOpfCode17"/>
            </p:custDataLst>
          </p:nvPr>
        </p:nvSpPr>
        <p:spPr>
          <a:xfrm>
            <a:off x="582930" y="2655951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ongtoken</a:t>
            </a:r>
            <a:endParaRPr lang="en-US" sz="1350" dirty="0"/>
          </a:p>
        </p:txBody>
      </p:sp>
      <p:sp>
        <p:nvSpPr>
          <p:cNvPr id="13" name="OPF code 7 body line 9"/>
          <p:cNvSpPr/>
          <p:nvPr>
            <p:custDataLst>
              <p:tags r:id="rIdOpfCode18"/>
            </p:custDataLst>
          </p:nvPr>
        </p:nvSpPr>
        <p:spPr>
          <a:xfrm>
            <a:off x="582930" y="286512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>
                <a:tab pos="411547" algn="l"/>
              </a:tabLst>
            </a:pPr>
            <a:r>
              <a:rPr lang="en-US" sz="13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return value;  </a:t>
            </a:r>
            <a:endParaRPr lang="en-US" sz="1350" dirty="0"/>
          </a:p>
        </p:txBody>
      </p:sp>
      <p:sp>
        <p:nvSpPr>
          <p:cNvPr id="14" name="OPF code 7 body line 10"/>
          <p:cNvSpPr/>
          <p:nvPr>
            <p:custDataLst>
              <p:tags r:id="rIdOpfCode19"/>
            </p:custDataLst>
          </p:nvPr>
        </p:nvSpPr>
        <p:spPr>
          <a:xfrm>
            <a:off x="582930" y="307428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code 20 panel"/>
          <p:cNvSpPr/>
          <p:nvPr>
            <p:custDataLst>
              <p:tags r:id="rIdOpfCode20"/>
            </p:custDataLst>
          </p:nvPr>
        </p:nvSpPr>
        <p:spPr>
          <a:xfrm>
            <a:off x="411480" y="411480"/>
            <a:ext cx="4320540" cy="832104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OPF code 20 filename line 1"/>
          <p:cNvSpPr/>
          <p:nvPr>
            <p:custDataLst>
              <p:tags r:id="rIdOpfCode21"/>
            </p:custDataLst>
          </p:nvPr>
        </p:nvSpPr>
        <p:spPr>
          <a:xfrm>
            <a:off x="582930" y="58293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a-long-path/a-long-path/a-long-path/a-</a:t>
            </a:r>
            <a:endParaRPr lang="en-US" sz="1350" dirty="0"/>
          </a:p>
        </p:txBody>
      </p:sp>
      <p:sp>
        <p:nvSpPr>
          <p:cNvPr id="4" name="OPF code 20 filename line 2"/>
          <p:cNvSpPr/>
          <p:nvPr>
            <p:custDataLst>
              <p:tags r:id="rIdOpfCode22"/>
            </p:custDataLst>
          </p:nvPr>
        </p:nvSpPr>
        <p:spPr>
          <a:xfrm>
            <a:off x="582930" y="79209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long-path/a-long-path/a-long-path/a-lo</a:t>
            </a:r>
            <a:endParaRPr lang="en-US" sz="1350" dirty="0"/>
          </a:p>
        </p:txBody>
      </p:sp>
      <p:sp>
        <p:nvSpPr>
          <p:cNvPr id="5" name="OPF code 20 filename line 3"/>
          <p:cNvSpPr/>
          <p:nvPr>
            <p:custDataLst>
              <p:tags r:id="rIdOpfCode23"/>
            </p:custDataLst>
          </p:nvPr>
        </p:nvSpPr>
        <p:spPr>
          <a:xfrm>
            <a:off x="582930" y="1001268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ng-path/a-long-path/a-long-path/a-long</a:t>
            </a:r>
            <a:endParaRPr lang="en-US" sz="1350" dirty="0"/>
          </a:p>
        </p:txBody>
      </p:sp>
      <p:sp>
        <p:nvSpPr>
          <p:cNvPr id="6" name="OPF code 20 filename line 4"/>
          <p:cNvSpPr/>
          <p:nvPr>
            <p:custDataLst>
              <p:tags r:id="rIdOpfCode24"/>
            </p:custDataLst>
          </p:nvPr>
        </p:nvSpPr>
        <p:spPr>
          <a:xfrm>
            <a:off x="582930" y="1210437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-path/a-long-path/a-long-path/a-long-p</a:t>
            </a:r>
            <a:endParaRPr lang="en-US" sz="1350" dirty="0"/>
          </a:p>
        </p:txBody>
      </p:sp>
      <p:sp>
        <p:nvSpPr>
          <p:cNvPr id="7" name="OPF code 20 filename line 5"/>
          <p:cNvSpPr/>
          <p:nvPr>
            <p:custDataLst>
              <p:tags r:id="rIdOpfCode25"/>
            </p:custDataLst>
          </p:nvPr>
        </p:nvSpPr>
        <p:spPr>
          <a:xfrm>
            <a:off x="582930" y="1419606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ath/a-long-path/a-long-path/</a:t>
            </a:r>
            <a:endParaRPr lang="en-US" sz="1350" dirty="0"/>
          </a:p>
        </p:txBody>
      </p:sp>
      <p:sp>
        <p:nvSpPr>
          <p:cNvPr id="8" name="OPF code 20 language line 1"/>
          <p:cNvSpPr/>
          <p:nvPr>
            <p:custDataLst>
              <p:tags r:id="rIdOpfCode26"/>
            </p:custDataLst>
          </p:nvPr>
        </p:nvSpPr>
        <p:spPr>
          <a:xfrm>
            <a:off x="582930" y="1704975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Long-language-label-Long-language-labe</a:t>
            </a:r>
            <a:endParaRPr lang="en-US" sz="1350" dirty="0"/>
          </a:p>
        </p:txBody>
      </p:sp>
      <p:sp>
        <p:nvSpPr>
          <p:cNvPr id="9" name="OPF code 20 language line 2"/>
          <p:cNvSpPr/>
          <p:nvPr>
            <p:custDataLst>
              <p:tags r:id="rIdOpfCode27"/>
            </p:custDataLst>
          </p:nvPr>
        </p:nvSpPr>
        <p:spPr>
          <a:xfrm>
            <a:off x="582930" y="1914144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l-Long-language-label-Long-language-la</a:t>
            </a:r>
            <a:endParaRPr lang="en-US" sz="1350" dirty="0"/>
          </a:p>
        </p:txBody>
      </p:sp>
      <p:sp>
        <p:nvSpPr>
          <p:cNvPr id="10" name="OPF code 20 language line 3"/>
          <p:cNvSpPr/>
          <p:nvPr>
            <p:custDataLst>
              <p:tags r:id="rIdOpfCode28"/>
            </p:custDataLst>
          </p:nvPr>
        </p:nvSpPr>
        <p:spPr>
          <a:xfrm>
            <a:off x="582930" y="2123313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bel-Long-language-label-Long-language-</a:t>
            </a:r>
            <a:endParaRPr lang="en-US" sz="1350" dirty="0"/>
          </a:p>
        </p:txBody>
      </p:sp>
      <p:sp>
        <p:nvSpPr>
          <p:cNvPr id="11" name="OPF code 20 language line 4"/>
          <p:cNvSpPr/>
          <p:nvPr>
            <p:custDataLst>
              <p:tags r:id="rIdOpfCode29"/>
            </p:custDataLst>
          </p:nvPr>
        </p:nvSpPr>
        <p:spPr>
          <a:xfrm>
            <a:off x="582930" y="2332482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label-Long-language-label-Long-languag</a:t>
            </a:r>
            <a:endParaRPr lang="en-US" sz="1350" dirty="0"/>
          </a:p>
        </p:txBody>
      </p:sp>
      <p:sp>
        <p:nvSpPr>
          <p:cNvPr id="12" name="OPF code 20 language line 5"/>
          <p:cNvSpPr/>
          <p:nvPr>
            <p:custDataLst>
              <p:tags r:id="rIdOpfCode30"/>
            </p:custDataLst>
          </p:nvPr>
        </p:nvSpPr>
        <p:spPr>
          <a:xfrm>
            <a:off x="582930" y="2541651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e-label-Long-language-label-Long-langu</a:t>
            </a:r>
            <a:endParaRPr lang="en-US" sz="1350" dirty="0"/>
          </a:p>
        </p:txBody>
      </p:sp>
      <p:sp>
        <p:nvSpPr>
          <p:cNvPr id="13" name="OPF code 20 language line 6"/>
          <p:cNvSpPr/>
          <p:nvPr>
            <p:custDataLst>
              <p:tags r:id="rIdOpfCode31"/>
            </p:custDataLst>
          </p:nvPr>
        </p:nvSpPr>
        <p:spPr>
          <a:xfrm>
            <a:off x="582930" y="275082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age-label-Long-language-label-Long-lan</a:t>
            </a:r>
            <a:endParaRPr lang="en-US" sz="1350" dirty="0"/>
          </a:p>
        </p:txBody>
      </p:sp>
      <p:sp>
        <p:nvSpPr>
          <p:cNvPr id="14" name="OPF code 20 language line 7"/>
          <p:cNvSpPr/>
          <p:nvPr>
            <p:custDataLst>
              <p:tags r:id="rIdOpfCode32"/>
            </p:custDataLst>
          </p:nvPr>
        </p:nvSpPr>
        <p:spPr>
          <a:xfrm>
            <a:off x="582930" y="295998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guage-label-</a:t>
            </a:r>
            <a:endParaRPr lang="en-US" sz="1350" dirty="0"/>
          </a:p>
        </p:txBody>
      </p:sp>
      <p:sp>
        <p:nvSpPr>
          <p:cNvPr id="15" name="OPF code 20 body line 1"/>
          <p:cNvSpPr/>
          <p:nvPr>
            <p:custDataLst>
              <p:tags r:id="rIdOpfCode33"/>
            </p:custDataLst>
          </p:nvPr>
        </p:nvSpPr>
        <p:spPr>
          <a:xfrm>
            <a:off x="582930" y="3283458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tags/opfCode1.xml><?xml version="1.0" encoding="utf-8"?>
<p:tagLst xmlns:p="http://schemas.openxmlformats.org/presentationml/2006/main">
  <p:tag name="OPF_CODE_V1" val="7B2276223A312C2267726F7570223A2231222C22726F6C65223A2270616E656C222C2276616C7565223A22222C227061727473223A5B7B22726F6C65223A226C616E6775616765222C2267656E657261746564223A747275652C226C696E6573223A5B7B227374617274223A302C22656E64223A342C226E6578745374617274223A342C22626F756E64617279223A22656E64227D5D7D2C7B22726F6C65223A22626F6479222C2267656E657261746564223A66616C73652C226C696E6573223A5B7B227374617274223A302C22656E64223A302C226E6578745374617274223A302C22626F756E64617279223A22656E64227D5D7D5D7D"/>
</p:tagLst>
</file>

<file path=ppt/tags/opfCode2.xml><?xml version="1.0" encoding="utf-8"?>
<p:tagLst xmlns:p="http://schemas.openxmlformats.org/presentationml/2006/main">
  <p:tag name="OPF_CODE_V1" val="7B2276223A312C2267726F7570223A2231222C22726F6C65223A226C696E65222C2270617274223A302C226C696E65223A307D"/>
</p:tagLst>
</file>

<file path=ppt/tags/opfCode3.xml><?xml version="1.0" encoding="utf-8"?>
<p:tagLst xmlns:p="http://schemas.openxmlformats.org/presentationml/2006/main">
  <p:tag name="OPF_CODE_V1" val="7B2276223A312C2267726F7570223A2231222C22726F6C65223A226C696E65222C2270617274223A312C226C696E65223A307D"/>
</p:tagLst>
</file>

<file path=ppt/tags/opfCode4.xml><?xml version="1.0" encoding="utf-8"?>
<p:tagLst xmlns:p="http://schemas.openxmlformats.org/presentationml/2006/main">
  <p:tag name="OPF_CODE_V1" val="7B2276223A312C2267726F7570223A2234222C22726F6C65223A2270616E656C222C2276616C7565223A225C745C74222C227061727473223A5B7B22726F6C65223A226C616E6775616765222C2267656E657261746564223A747275652C226C696E6573223A5B7B227374617274223A302C22656E64223A342C226E6578745374617274223A342C22626F756E64617279223A22656E64227D5D7D2C7B22726F6C65223A22626F6479222C2267656E657261746564223A66616C73652C226C696E6573223A5B7B227374617274223A302C22656E64223A322C226E6578745374617274223A322C22626F756E64617279223A22656E64227D5D7D5D7D"/>
</p:tagLst>
</file>

<file path=ppt/tags/opfCode5.xml><?xml version="1.0" encoding="utf-8"?>
<p:tagLst xmlns:p="http://schemas.openxmlformats.org/presentationml/2006/main">
  <p:tag name="OPF_CODE_V1" val="7B2276223A312C2267726F7570223A2234222C22726F6C65223A226C696E65222C2270617274223A302C226C696E65223A307D"/>
</p:tagLst>
</file>

<file path=ppt/tags/opfCode6.xml><?xml version="1.0" encoding="utf-8"?>
<p:tagLst xmlns:p="http://schemas.openxmlformats.org/presentationml/2006/main">
  <p:tag name="OPF_CODE_V1" val="7B2276223A312C2267726F7570223A2234222C22726F6C65223A226C696E65222C2270617274223A312C226C696E65223A307D"/>
</p:tagLst>
</file>

<file path=ppt/tags/opfCode7.xml><?xml version="1.0" encoding="utf-8"?>
<p:tagLst xmlns:p="http://schemas.openxmlformats.org/presentationml/2006/main">
  <p:tag name="OPF_CODE_V1" val="7B2276223A312C2267726F7570223A2237222C22726F6C65223A2270616E656C222C2276616C7565223A7B22736F75726365223A222020636F6E73742076616C7565203D205C2274776F20207370616365735C223B5C725C6E5C725C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5C6E5C7472657475726E2076616C75653B20205C72222C2266696C656E616D65223A227372635C744361736553656E7369746976652E7473222C226C616E6775616765223A2254797065536372697074227D2C227061727473223A5B7B22726F6C65223A2266696C656E616D65222C2267656E657261746564223A66616C73652C226C696E6573223A5B7B227374617274223A302C22656E64223A32302C226E6578745374617274223A32302C22626F756E64617279223A22656E64227D5D7D2C7B22726F6C65223A226C616E6775616765222C2267656E657261746564223A66616C73652C226C696E6573223A5B7B227374617274223A302C22656E64223A31302C226E6578745374617274223A31302C22626F756E64617279223A22656E64227D5D7D2C7B22726F6C65223A22626F6479222C2267656E657261746564223A66616C73652C226C696E6573223A5B7B227374617274223A302C22656E64223A33302C226E6578745374617274223A33322C22626F756E64617279223A2268617264227D2C7B227374617274223A33322C22656E64223A33322C226E6578745374617274223A33342C22626F756E64617279223A2268617264227D2C7B227374617274223A33342C22656E64223A37322C226E6578745374617274223A37322C22626F756E64617279223A22736F6674227D2C7B227374617274223A37322C22656E64223A3131302C226E6578745374617274223A3131302C22626F756E64617279223A22736F6674227D2C7B227374617274223A3131302C22656E64223A3134382C226E6578745374617274223A3134382C22626F756E64617279223A22736F6674227D2C7B227374617274223A3134382C22656E64223A3138362C226E6578745374617274223A3138362C22626F756E64617279223A22736F6674227D2C7B227374617274223A3138362C22656E64223A3232342C226E6578745374617274223A3232342C22626F756E64617279223A22736F6674227D2C7B227374617274223A3232342C22656E64223A3233322C226E6578745374617274223A3233332C22626F756E64617279223A2268617264227D2C7B227374617274223A3233332C22656E64223A3234392C226E6578745374617274223A3235302C22626F756E64617279223A2268617264227D2C7B227374617274223A3235302C22656E64223A3235302C226E6578745374617274223A3235302C22626F756E64617279223A22656E64227D5D7D5D7D"/>
</p:tagLst>
</file>

<file path=ppt/tags/opfCode8.xml><?xml version="1.0" encoding="utf-8"?>
<p:tagLst xmlns:p="http://schemas.openxmlformats.org/presentationml/2006/main">
  <p:tag name="OPF_CODE_V1" val="7B2276223A312C2267726F7570223A2237222C22726F6C65223A226C696E65222C2270617274223A302C226C696E65223A307D"/>
</p:tagLst>
</file>

<file path=ppt/tags/opfCode9.xml><?xml version="1.0" encoding="utf-8"?>
<p:tagLst xmlns:p="http://schemas.openxmlformats.org/presentationml/2006/main">
  <p:tag name="OPF_CODE_V1" val="7B2276223A312C2267726F7570223A2237222C22726F6C65223A226C696E65222C2270617274223A312C226C696E65223A307D"/>
</p:tagLst>
</file>

<file path=ppt/tags/opfCode10.xml><?xml version="1.0" encoding="utf-8"?>
<p:tagLst xmlns:p="http://schemas.openxmlformats.org/presentationml/2006/main">
  <p:tag name="OPF_CODE_V1" val="7B2276223A312C2267726F7570223A2237222C22726F6C65223A226C696E65222C2270617274223A322C226C696E65223A307D"/>
</p:tagLst>
</file>

<file path=ppt/tags/opfCode11.xml><?xml version="1.0" encoding="utf-8"?>
<p:tagLst xmlns:p="http://schemas.openxmlformats.org/presentationml/2006/main">
  <p:tag name="OPF_CODE_V1" val="7B2276223A312C2267726F7570223A2237222C22726F6C65223A226C696E65222C2270617274223A322C226C696E65223A317D"/>
</p:tagLst>
</file>

<file path=ppt/tags/opfCode12.xml><?xml version="1.0" encoding="utf-8"?>
<p:tagLst xmlns:p="http://schemas.openxmlformats.org/presentationml/2006/main">
  <p:tag name="OPF_CODE_V1" val="7B2276223A312C2267726F7570223A2237222C22726F6C65223A226C696E65222C2270617274223A322C226C696E65223A327D"/>
</p:tagLst>
</file>

<file path=ppt/tags/opfCode13.xml><?xml version="1.0" encoding="utf-8"?>
<p:tagLst xmlns:p="http://schemas.openxmlformats.org/presentationml/2006/main">
  <p:tag name="OPF_CODE_V1" val="7B2276223A312C2267726F7570223A2237222C22726F6C65223A226C696E65222C2270617274223A322C226C696E65223A337D"/>
</p:tagLst>
</file>

<file path=ppt/tags/opfCode14.xml><?xml version="1.0" encoding="utf-8"?>
<p:tagLst xmlns:p="http://schemas.openxmlformats.org/presentationml/2006/main">
  <p:tag name="OPF_CODE_V1" val="7B2276223A312C2267726F7570223A2237222C22726F6C65223A226C696E65222C2270617274223A322C226C696E65223A347D"/>
</p:tagLst>
</file>

<file path=ppt/tags/opfCode15.xml><?xml version="1.0" encoding="utf-8"?>
<p:tagLst xmlns:p="http://schemas.openxmlformats.org/presentationml/2006/main">
  <p:tag name="OPF_CODE_V1" val="7B2276223A312C2267726F7570223A2237222C22726F6C65223A226C696E65222C2270617274223A322C226C696E65223A357D"/>
</p:tagLst>
</file>

<file path=ppt/tags/opfCode16.xml><?xml version="1.0" encoding="utf-8"?>
<p:tagLst xmlns:p="http://schemas.openxmlformats.org/presentationml/2006/main">
  <p:tag name="OPF_CODE_V1" val="7B2276223A312C2267726F7570223A2237222C22726F6C65223A226C696E65222C2270617274223A322C226C696E65223A367D"/>
</p:tagLst>
</file>

<file path=ppt/tags/opfCode17.xml><?xml version="1.0" encoding="utf-8"?>
<p:tagLst xmlns:p="http://schemas.openxmlformats.org/presentationml/2006/main">
  <p:tag name="OPF_CODE_V1" val="7B2276223A312C2267726F7570223A2237222C22726F6C65223A226C696E65222C2270617274223A322C226C696E65223A377D"/>
</p:tagLst>
</file>

<file path=ppt/tags/opfCode18.xml><?xml version="1.0" encoding="utf-8"?>
<p:tagLst xmlns:p="http://schemas.openxmlformats.org/presentationml/2006/main">
  <p:tag name="OPF_CODE_V1" val="7B2276223A312C2267726F7570223A2237222C22726F6C65223A226C696E65222C2270617274223A322C226C696E65223A387D"/>
</p:tagLst>
</file>

<file path=ppt/tags/opfCode19.xml><?xml version="1.0" encoding="utf-8"?>
<p:tagLst xmlns:p="http://schemas.openxmlformats.org/presentationml/2006/main">
  <p:tag name="OPF_CODE_V1" val="7B2276223A312C2267726F7570223A2237222C22726F6C65223A226C696E65222C2270617274223A322C226C696E65223A397D"/>
</p:tagLst>
</file>

<file path=ppt/tags/opfCode20.xml><?xml version="1.0" encoding="utf-8"?>
<p:tagLst xmlns:p="http://schemas.openxmlformats.org/presentationml/2006/main">
  <p:tag name="OPF_CODE_V1" val="7B2276223A312C2267726F7570223A223230222C22726F6C65223A2270616E656C222C2276616C7565223A7B22736F75726365223A22222C2266696C656E616D65223A22612D6C6F6E672D706174682F612D6C6F6E672D706174682F612D6C6F6E672D706174682F612D6C6F6E672D706174682F612D6C6F6E672D706174682F612D6C6F6E672D706174682F612D6C6F6E672D706174682F612D6C6F6E672D706174682F612D6C6F6E672D706174682F612D6C6F6E672D706174682F612D6C6F6E672D706174682F612D6C6F6E672D706174682F612D6C6F6E672D706174682F612D6C6F6E672D706174682F612D6C6F6E672D706174682F222C226C616E6775616765223A224C6F6E672D6C616E67756167652D6C6162656C2D4C6F6E672D6C616E67756167652D6C6162656C2D4C6F6E672D6C616E67756167652D6C6162656C2D4C6F6E672D6C616E67756167652D6C6162656C2D4C6F6E672D6C616E67756167652D6C6162656C2D4C6F6E672D6C616E67756167652D6C6162656C2D4C6F6E672D6C616E67756167652D6C6162656C2D4C6F6E672D6C616E67756167652D6C6162656C2D4C6F6E672D6C616E67756167652D6C6162656C2D4C6F6E672D6C616E67756167652D6C6162656C2D4C6F6E672D6C616E67756167652D6C6162656C2D4C6F6E672D6C616E67756167652D6C6162656C2D227D2C227061727473223A5B7B22726F6C65223A2266696C656E616D65222C2267656E657261746564223A66616C73652C226C696E6573223A5B7B227374617274223A302C22656E64223A33382C226E6578745374617274223A33382C22626F756E64617279223A22736F6674227D2C7B227374617274223A33382C22656E64223A37362C226E6578745374617274223A37362C22626F756E64617279223A22736F6674227D2C7B227374617274223A37362C22656E64223A3131342C226E6578745374617274223A3131342C22626F756E64617279223A22736F6674227D2C7B227374617274223A3131342C22656E64223A3135322C226E6578745374617274223A3135322C22626F756E64617279223A22736F6674227D2C7B227374617274223A3135322C22656E64223A3138302C226E6578745374617274223A3138302C22626F756E64617279223A22656E64227D5D7D2C7B22726F6C65223A226C616E6775616765222C2267656E657261746564223A66616C73652C226C696E6573223A5B7B227374617274223A302C22656E64223A33382C226E6578745374617274223A33382C22626F756E64617279223A22736F6674227D2C7B227374617274223A33382C22656E64223A37362C226E6578745374617274223A37362C22626F756E64617279223A22736F6674227D2C7B227374617274223A37362C22656E64223A3131342C226E6578745374617274223A3131342C22626F756E64617279223A22736F6674227D2C7B227374617274223A3131342C22656E64223A3135322C226E6578745374617274223A3135322C22626F756E64617279223A22736F6674227D2C7B227374617274223A3135322C22656E64223A3139302C226E6578745374617274223A3139302C22626F756E64617279223A22736F6674227D2C7B227374617274223A3139302C22656E64223A3232382C226E6578745374617274223A3232382C22626F756E64617279223A22736F6674227D2C7B227374617274223A3232382C22656E64223A3234302C226E6578745374617274223A3234302C22626F756E64617279223A22656E64227D5D7D2C7B22726F6C65223A22626F6479222C2267656E657261746564223A66616C73652C226C696E6573223A5B7B227374617274223A302C22656E64223A302C226E6578745374617274223A302C22626F756E64617279223A22656E64227D5D7D5D7D"/>
</p:tagLst>
</file>

<file path=ppt/tags/opfCode21.xml><?xml version="1.0" encoding="utf-8"?>
<p:tagLst xmlns:p="http://schemas.openxmlformats.org/presentationml/2006/main">
  <p:tag name="OPF_CODE_V1" val="7B2276223A312C2267726F7570223A223230222C22726F6C65223A226C696E65222C2270617274223A302C226C696E65223A307D"/>
</p:tagLst>
</file>

<file path=ppt/tags/opfCode22.xml><?xml version="1.0" encoding="utf-8"?>
<p:tagLst xmlns:p="http://schemas.openxmlformats.org/presentationml/2006/main">
  <p:tag name="OPF_CODE_V1" val="7B2276223A312C2267726F7570223A223230222C22726F6C65223A226C696E65222C2270617274223A302C226C696E65223A317D"/>
</p:tagLst>
</file>

<file path=ppt/tags/opfCode23.xml><?xml version="1.0" encoding="utf-8"?>
<p:tagLst xmlns:p="http://schemas.openxmlformats.org/presentationml/2006/main">
  <p:tag name="OPF_CODE_V1" val="7B2276223A312C2267726F7570223A223230222C22726F6C65223A226C696E65222C2270617274223A302C226C696E65223A327D"/>
</p:tagLst>
</file>

<file path=ppt/tags/opfCode24.xml><?xml version="1.0" encoding="utf-8"?>
<p:tagLst xmlns:p="http://schemas.openxmlformats.org/presentationml/2006/main">
  <p:tag name="OPF_CODE_V1" val="7B2276223A312C2267726F7570223A223230222C22726F6C65223A226C696E65222C2270617274223A302C226C696E65223A337D"/>
</p:tagLst>
</file>

<file path=ppt/tags/opfCode25.xml><?xml version="1.0" encoding="utf-8"?>
<p:tagLst xmlns:p="http://schemas.openxmlformats.org/presentationml/2006/main">
  <p:tag name="OPF_CODE_V1" val="7B2276223A312C2267726F7570223A223230222C22726F6C65223A226C696E65222C2270617274223A302C226C696E65223A347D"/>
</p:tagLst>
</file>

<file path=ppt/tags/opfCode26.xml><?xml version="1.0" encoding="utf-8"?>
<p:tagLst xmlns:p="http://schemas.openxmlformats.org/presentationml/2006/main">
  <p:tag name="OPF_CODE_V1" val="7B2276223A312C2267726F7570223A223230222C22726F6C65223A226C696E65222C2270617274223A312C226C696E65223A307D"/>
</p:tagLst>
</file>

<file path=ppt/tags/opfCode27.xml><?xml version="1.0" encoding="utf-8"?>
<p:tagLst xmlns:p="http://schemas.openxmlformats.org/presentationml/2006/main">
  <p:tag name="OPF_CODE_V1" val="7B2276223A312C2267726F7570223A223230222C22726F6C65223A226C696E65222C2270617274223A312C226C696E65223A317D"/>
</p:tagLst>
</file>

<file path=ppt/tags/opfCode28.xml><?xml version="1.0" encoding="utf-8"?>
<p:tagLst xmlns:p="http://schemas.openxmlformats.org/presentationml/2006/main">
  <p:tag name="OPF_CODE_V1" val="7B2276223A312C2267726F7570223A223230222C22726F6C65223A226C696E65222C2270617274223A312C226C696E65223A327D"/>
</p:tagLst>
</file>

<file path=ppt/tags/opfCode29.xml><?xml version="1.0" encoding="utf-8"?>
<p:tagLst xmlns:p="http://schemas.openxmlformats.org/presentationml/2006/main">
  <p:tag name="OPF_CODE_V1" val="7B2276223A312C2267726F7570223A223230222C22726F6C65223A226C696E65222C2270617274223A312C226C696E65223A337D"/>
</p:tagLst>
</file>

<file path=ppt/tags/opfCode30.xml><?xml version="1.0" encoding="utf-8"?>
<p:tagLst xmlns:p="http://schemas.openxmlformats.org/presentationml/2006/main">
  <p:tag name="OPF_CODE_V1" val="7B2276223A312C2267726F7570223A223230222C22726F6C65223A226C696E65222C2270617274223A312C226C696E65223A347D"/>
</p:tagLst>
</file>

<file path=ppt/tags/opfCode31.xml><?xml version="1.0" encoding="utf-8"?>
<p:tagLst xmlns:p="http://schemas.openxmlformats.org/presentationml/2006/main">
  <p:tag name="OPF_CODE_V1" val="7B2276223A312C2267726F7570223A223230222C22726F6C65223A226C696E65222C2270617274223A312C226C696E65223A357D"/>
</p:tagLst>
</file>

<file path=ppt/tags/opfCode32.xml><?xml version="1.0" encoding="utf-8"?>
<p:tagLst xmlns:p="http://schemas.openxmlformats.org/presentationml/2006/main">
  <p:tag name="OPF_CODE_V1" val="7B2276223A312C2267726F7570223A223230222C22726F6C65223A226C696E65222C2270617274223A312C226C696E65223A367D"/>
</p:tagLst>
</file>

<file path=ppt/tags/opfCode33.xml><?xml version="1.0" encoding="utf-8"?>
<p:tagLst xmlns:p="http://schemas.openxmlformats.org/presentationml/2006/main">
  <p:tag name="OPF_CODE_V1" val="7B2276223A312C2267726F7570223A223230222C22726F6C65223A226C696E65222C2270617274223A322C226C696E65223A30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ourier New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ourier New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