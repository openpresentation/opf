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71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21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0.xml"/><Relationship Id="rId9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languag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800" dirty="0"/>
          </a:p>
        </p:txBody>
      </p:sp>
      <p:sp>
        <p:nvSpPr>
          <p:cNvPr id="4" name="OPF code 1 body line 1"/>
          <p:cNvSpPr/>
          <p:nvPr>
            <p:custDataLst>
              <p:tags r:id="rId3"/>
            </p:custDataLst>
          </p:nvPr>
        </p:nvSpPr>
        <p:spPr>
          <a:xfrm>
            <a:off x="720090" y="11132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4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4 languag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800" dirty="0"/>
          </a:p>
        </p:txBody>
      </p:sp>
      <p:sp>
        <p:nvSpPr>
          <p:cNvPr id="4" name="OPF code 4 body line 1"/>
          <p:cNvSpPr/>
          <p:nvPr>
            <p:custDataLst>
              <p:tags r:id="rId3"/>
            </p:custDataLst>
          </p:nvPr>
        </p:nvSpPr>
        <p:spPr>
          <a:xfrm>
            <a:off x="720090" y="11132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  <a:tab pos="1097459" algn="l"/>
              </a:tabLst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7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7 filenam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</a:tabLst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	CaseSensitive.ts</a:t>
            </a:r>
            <a:endParaRPr lang="en-US" sz="1800" dirty="0"/>
          </a:p>
        </p:txBody>
      </p:sp>
      <p:sp>
        <p:nvSpPr>
          <p:cNvPr id="4" name="OPF code 7 language line 1"/>
          <p:cNvSpPr/>
          <p:nvPr>
            <p:custDataLst>
              <p:tags r:id="rId3"/>
            </p:custDataLst>
          </p:nvPr>
        </p:nvSpPr>
        <p:spPr>
          <a:xfrm>
            <a:off x="720090" y="10751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5" name="OPF code 7 body line 1"/>
          <p:cNvSpPr/>
          <p:nvPr>
            <p:custDataLst>
              <p:tags r:id="rId4"/>
            </p:custDataLst>
          </p:nvPr>
        </p:nvSpPr>
        <p:spPr>
          <a:xfrm>
            <a:off x="720090" y="146837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value = "two  spaces";</a:t>
            </a:r>
            <a:endParaRPr lang="en-US" sz="1800" dirty="0"/>
          </a:p>
        </p:txBody>
      </p:sp>
      <p:sp>
        <p:nvSpPr>
          <p:cNvPr id="6" name="OPF code 7 body line 2"/>
          <p:cNvSpPr/>
          <p:nvPr>
            <p:custDataLst>
              <p:tags r:id="rId5"/>
            </p:custDataLst>
          </p:nvPr>
        </p:nvSpPr>
        <p:spPr>
          <a:xfrm>
            <a:off x="720090" y="174726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code 7 body line 3"/>
          <p:cNvSpPr/>
          <p:nvPr>
            <p:custDataLst>
              <p:tags r:id="rId6"/>
            </p:custDataLst>
          </p:nvPr>
        </p:nvSpPr>
        <p:spPr>
          <a:xfrm>
            <a:off x="720090" y="202615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longtokenlongtokenlongtokenlongtokenlongtokenlongtokenlongtokenlongtokenlongto</a:t>
            </a:r>
            <a:endParaRPr lang="en-US" sz="1800" dirty="0"/>
          </a:p>
        </p:txBody>
      </p:sp>
      <p:sp>
        <p:nvSpPr>
          <p:cNvPr id="8" name="OPF code 7 body line 4"/>
          <p:cNvSpPr/>
          <p:nvPr>
            <p:custDataLst>
              <p:tags r:id="rId7"/>
            </p:custDataLst>
          </p:nvPr>
        </p:nvSpPr>
        <p:spPr>
          <a:xfrm>
            <a:off x="720090" y="230505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kenlongtokenlongtokenlongtokenlongtokenlongtokenlongtokenlongtokenlongtokenlon</a:t>
            </a:r>
            <a:endParaRPr lang="en-US" sz="1800" dirty="0"/>
          </a:p>
        </p:txBody>
      </p:sp>
      <p:sp>
        <p:nvSpPr>
          <p:cNvPr id="9" name="OPF code 7 body line 5"/>
          <p:cNvSpPr/>
          <p:nvPr>
            <p:custDataLst>
              <p:tags r:id="rId8"/>
            </p:custDataLst>
          </p:nvPr>
        </p:nvSpPr>
        <p:spPr>
          <a:xfrm>
            <a:off x="720090" y="258394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gtokenlongtokenlongtokenlongtokenlongtoken</a:t>
            </a:r>
            <a:endParaRPr lang="en-US" sz="1800" dirty="0"/>
          </a:p>
        </p:txBody>
      </p:sp>
      <p:sp>
        <p:nvSpPr>
          <p:cNvPr id="10" name="OPF code 7 body line 6"/>
          <p:cNvSpPr/>
          <p:nvPr>
            <p:custDataLst>
              <p:tags r:id="rId9"/>
            </p:custDataLst>
          </p:nvPr>
        </p:nvSpPr>
        <p:spPr>
          <a:xfrm>
            <a:off x="720090" y="28628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548729" algn="l"/>
              </a:tabLst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return value;  </a:t>
            </a:r>
            <a:endParaRPr lang="en-US" sz="1800" dirty="0"/>
          </a:p>
        </p:txBody>
      </p:sp>
      <p:sp>
        <p:nvSpPr>
          <p:cNvPr id="11" name="OPF code 7 body line 7"/>
          <p:cNvSpPr/>
          <p:nvPr>
            <p:custDataLst>
              <p:tags r:id="rId10"/>
            </p:custDataLst>
          </p:nvPr>
        </p:nvSpPr>
        <p:spPr>
          <a:xfrm>
            <a:off x="720090" y="31417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7 panel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7 filename line 1"/>
          <p:cNvSpPr/>
          <p:nvPr>
            <p:custDataLst>
              <p:tags r:id="rId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a-long-path/a-long-path/a-long-path/a-long-path/a-long-path/a-long-path/a-long</a:t>
            </a:r>
            <a:endParaRPr lang="en-US" sz="1800" dirty="0"/>
          </a:p>
        </p:txBody>
      </p:sp>
      <p:sp>
        <p:nvSpPr>
          <p:cNvPr id="4" name="OPF code 17 filename line 2"/>
          <p:cNvSpPr/>
          <p:nvPr>
            <p:custDataLst>
              <p:tags r:id="rId3"/>
            </p:custDataLst>
          </p:nvPr>
        </p:nvSpPr>
        <p:spPr>
          <a:xfrm>
            <a:off x="720090" y="9989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-path/a-long-path/a-long-path/a-long-path/a-long-path/a-long-path/a-long-path/</a:t>
            </a:r>
            <a:endParaRPr lang="en-US" sz="1800" dirty="0"/>
          </a:p>
        </p:txBody>
      </p:sp>
      <p:sp>
        <p:nvSpPr>
          <p:cNvPr id="5" name="OPF code 17 filename line 3"/>
          <p:cNvSpPr/>
          <p:nvPr>
            <p:custDataLst>
              <p:tags r:id="rId4"/>
            </p:custDataLst>
          </p:nvPr>
        </p:nvSpPr>
        <p:spPr>
          <a:xfrm>
            <a:off x="720090" y="127787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a-long-path/a-long-path/</a:t>
            </a:r>
            <a:endParaRPr lang="en-US" sz="1800" dirty="0"/>
          </a:p>
        </p:txBody>
      </p:sp>
      <p:sp>
        <p:nvSpPr>
          <p:cNvPr id="6" name="OPF code 17 language line 1"/>
          <p:cNvSpPr/>
          <p:nvPr>
            <p:custDataLst>
              <p:tags r:id="rId5"/>
            </p:custDataLst>
          </p:nvPr>
        </p:nvSpPr>
        <p:spPr>
          <a:xfrm>
            <a:off x="720090" y="163296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Long-language-label-Long-language-label-Long-language-label-Long-language-labe</a:t>
            </a:r>
            <a:endParaRPr lang="en-US" sz="1800" dirty="0"/>
          </a:p>
        </p:txBody>
      </p:sp>
      <p:sp>
        <p:nvSpPr>
          <p:cNvPr id="7" name="OPF code 17 language line 2"/>
          <p:cNvSpPr/>
          <p:nvPr>
            <p:custDataLst>
              <p:tags r:id="rId6"/>
            </p:custDataLst>
          </p:nvPr>
        </p:nvSpPr>
        <p:spPr>
          <a:xfrm>
            <a:off x="720090" y="191185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l-Long-language-label-Long-language-label-Long-language-label-Long-language-la</a:t>
            </a:r>
            <a:endParaRPr lang="en-US" sz="1800" dirty="0"/>
          </a:p>
        </p:txBody>
      </p:sp>
      <p:sp>
        <p:nvSpPr>
          <p:cNvPr id="8" name="OPF code 17 language line 3"/>
          <p:cNvSpPr/>
          <p:nvPr>
            <p:custDataLst>
              <p:tags r:id="rId7"/>
            </p:custDataLst>
          </p:nvPr>
        </p:nvSpPr>
        <p:spPr>
          <a:xfrm>
            <a:off x="720090" y="219075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bel-Long-language-label-Long-language-label-Long-language-label-Long-language-</a:t>
            </a:r>
            <a:endParaRPr lang="en-US" sz="1800" dirty="0"/>
          </a:p>
        </p:txBody>
      </p:sp>
      <p:sp>
        <p:nvSpPr>
          <p:cNvPr id="9" name="OPF code 17 language line 4"/>
          <p:cNvSpPr/>
          <p:nvPr>
            <p:custDataLst>
              <p:tags r:id="rId8"/>
            </p:custDataLst>
          </p:nvPr>
        </p:nvSpPr>
        <p:spPr>
          <a:xfrm>
            <a:off x="720090" y="246964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label-</a:t>
            </a:r>
            <a:endParaRPr lang="en-US" sz="1800" dirty="0"/>
          </a:p>
        </p:txBody>
      </p:sp>
      <p:sp>
        <p:nvSpPr>
          <p:cNvPr id="10" name="OPF code 17 body line 1"/>
          <p:cNvSpPr/>
          <p:nvPr>
            <p:custDataLst>
              <p:tags r:id="rId9"/>
            </p:custDataLst>
          </p:nvPr>
        </p:nvSpPr>
        <p:spPr>
          <a:xfrm>
            <a:off x="720090" y="28628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70616E656C222C2276616C7565223A22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02C226C696E65223A30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12C226C696E65223A30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70616E656C222C2276616C7565223A225C745C74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22C226E6578745374617274223A322C22626F756E64617279223A22656E64227D5D7D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0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1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70616E656C222C2276616C7565223A7B22736F75726365223A222020636F6E73742076616C7565203D205C2274776F20207370616365735C223B5C725C6E5C725C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5C6E5C7472657475726E2076616C75653B20205C72222C2266696C656E616D65223A227372635C744361736553656E7369746976652E7473222C226C616E6775616765223A2254797065536372697074227D2C227061727473223A5B7B22726F6C65223A2266696C656E616D65222C2267656E657261746564223A66616C73652C226C696E6573223A5B7B227374617274223A302C22656E64223A32302C226E6578745374617274223A32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3302C226E6578745374617274223A33322C22626F756E64617279223A2268617264227D2C7B227374617274223A33322C22656E64223A33322C226E6578745374617274223A33342C22626F756E64617279223A2268617264227D2C7B227374617274223A33342C22656E64223A3131322C226E6578745374617274223A3131322C22626F756E64617279223A22736F6674227D2C7B227374617274223A3131322C22656E64223A3139302C226E6578745374617274223A3139302C22626F756E64617279223A22736F6674227D2C7B227374617274223A3139302C22656E64223A3233322C226E6578745374617274223A3233332C22626F756E64617279223A2268617264227D2C7B227374617274223A3233332C22656E64223A3234392C226E6578745374617274223A3235302C22626F756E64617279223A2268617264227D2C7B227374617274223A3235302C22656E64223A3235302C226E6578745374617274223A3235302C22626F756E64617279223A22656E64227D5D7D5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02C226C696E65223A30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1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1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3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4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5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6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70616E656C222C2276616C7565223A7B22736F75726365223A22222C2266696C656E616D65223A22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222C226C616E6775616765223A22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227D2C227061727473223A5B7B22726F6C65223A2266696C656E616D65222C2267656E657261746564223A66616C73652C226C696E6573223A5B7B227374617274223A302C22656E64223A37382C226E6578745374617274223A37382C22626F756E64617279223A22736F6674227D2C7B227374617274223A37382C22656E64223A3135362C226E6578745374617274223A3135362C22626F756E64617279223A22736F6674227D2C7B227374617274223A3135362C22656E64223A3138302C226E6578745374617274223A3138302C22626F756E64617279223A22656E64227D5D7D2C7B22726F6C65223A226C616E6775616765222C2267656E657261746564223A66616C73652C226C696E6573223A5B7B227374617274223A302C22656E64223A37382C226E6578745374617274223A37382C22626F756E64617279223A22736F6674227D2C7B227374617274223A37382C22656E64223A3135362C226E6578745374617274223A3135362C22626F756E64617279223A22736F6674227D2C7B227374617274223A3135362C22656E64223A3233342C226E6578745374617274223A3233342C22626F756E64617279223A22736F6674227D2C7B227374617274223A3233342C22656E64223A3234302C226E6578745374617274223A323430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1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02C226C696E65223A32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1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12C226C696E65223A33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37222C22726F6C65223A226C696E65222C2270617274223A32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21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2026-09-10T19:04:45Z</dcterms:modified>
</cp:coreProperties>
</file>