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ode1.xml" ContentType="application/vnd.openxmlformats-officedocument.presentationml.tags+xml"/>
  <Override PartName="/ppt/tags/opfCode2.xml" ContentType="application/vnd.openxmlformats-officedocument.presentationml.tags+xml"/>
  <Override PartName="/ppt/tags/opfCode3.xml" ContentType="application/vnd.openxmlformats-officedocument.presentationml.tags+xml"/>
  <Override PartName="/ppt/tags/opfCode4.xml" ContentType="application/vnd.openxmlformats-officedocument.presentationml.tags+xml"/>
  <Override PartName="/ppt/tags/opfCode5.xml" ContentType="application/vnd.openxmlformats-officedocument.presentationml.tags+xml"/>
  <Override PartName="/ppt/tags/opfCode6.xml" ContentType="application/vnd.openxmlformats-officedocument.presentationml.tags+xml"/>
  <Override PartName="/ppt/tags/opfCode7.xml" ContentType="application/vnd.openxmlformats-officedocument.presentationml.tags+xml"/>
  <Override PartName="/ppt/tags/opfCode8.xml" ContentType="application/vnd.openxmlformats-officedocument.presentationml.tags+xml"/>
  <Override PartName="/ppt/tags/opfCode9.xml" ContentType="application/vnd.openxmlformats-officedocument.presentationml.tags+xml"/>
  <Override PartName="/ppt/tags/opfCode10.xml" ContentType="application/vnd.openxmlformats-officedocument.presentationml.tags+xml"/>
  <Override PartName="/ppt/tags/opfCode11.xml" ContentType="application/vnd.openxmlformats-officedocument.presentationml.tags+xml"/>
  <Override PartName="/ppt/tags/opfCode12.xml" ContentType="application/vnd.openxmlformats-officedocument.presentationml.tags+xml"/>
  <Override PartName="/ppt/tags/opfCode13.xml" ContentType="application/vnd.openxmlformats-officedocument.presentationml.tags+xml"/>
  <Override PartName="/ppt/tags/opfCode14.xml" ContentType="application/vnd.openxmlformats-officedocument.presentationml.tags+xml"/>
  <Override PartName="/ppt/tags/opfCode15.xml" ContentType="application/vnd.openxmlformats-officedocument.presentationml.tags+xml"/>
  <Override PartName="/ppt/tags/opfCode16.xml" ContentType="application/vnd.openxmlformats-officedocument.presentationml.tags+xml"/>
  <Override PartName="/ppt/tags/opfCode17.xml" ContentType="application/vnd.openxmlformats-officedocument.presentationml.tags+xml"/>
  <Override PartName="/ppt/tags/opfCode18.xml" ContentType="application/vnd.openxmlformats-officedocument.presentationml.tags+xml"/>
  <Override PartName="/ppt/tags/opfCode19.xml" ContentType="application/vnd.openxmlformats-officedocument.presentationml.tags+xml"/>
  <Override PartName="/ppt/tags/opfCode20.xml" ContentType="application/vnd.openxmlformats-officedocument.presentationml.tags+xml"/>
  <Override PartName="/ppt/tags/opfCode21.xml" ContentType="application/vnd.openxmlformats-officedocument.presentationml.tags+xml"/>
  <Override PartName="/ppt/tags/opfCode22.xml" ContentType="application/vnd.openxmlformats-officedocument.presentationml.tags+xml"/>
  <Override PartName="/ppt/tags/opfCode23.xml" ContentType="application/vnd.openxmlformats-officedocument.presentationml.tags+xml"/>
  <Override PartName="/ppt/tags/opfCode24.xml" ContentType="application/vnd.openxmlformats-officedocument.presentationml.tags+xml"/>
  <Override PartName="/ppt/tags/opfCode2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ode1" Type="http://schemas.openxmlformats.org/officeDocument/2006/relationships/tags" Target="../tags/opfCode1.xml"/><Relationship Id="rIdOpfCode2" Type="http://schemas.openxmlformats.org/officeDocument/2006/relationships/tags" Target="../tags/opfCode2.xml"/><Relationship Id="rIdOpfCode3" Type="http://schemas.openxmlformats.org/officeDocument/2006/relationships/tags" Target="../tags/opfCode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Code4" Type="http://schemas.openxmlformats.org/officeDocument/2006/relationships/tags" Target="../tags/opfCode4.xml"/><Relationship Id="rIdOpfCode5" Type="http://schemas.openxmlformats.org/officeDocument/2006/relationships/tags" Target="../tags/opfCode5.xml"/><Relationship Id="rIdOpfCode6" Type="http://schemas.openxmlformats.org/officeDocument/2006/relationships/tags" Target="../tags/opfCo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Code7" Type="http://schemas.openxmlformats.org/officeDocument/2006/relationships/tags" Target="../tags/opfCode7.xml"/><Relationship Id="rIdOpfCode8" Type="http://schemas.openxmlformats.org/officeDocument/2006/relationships/tags" Target="../tags/opfCode8.xml"/><Relationship Id="rIdOpfCode9" Type="http://schemas.openxmlformats.org/officeDocument/2006/relationships/tags" Target="../tags/opfCode9.xml"/><Relationship Id="rIdOpfCode10" Type="http://schemas.openxmlformats.org/officeDocument/2006/relationships/tags" Target="../tags/opfCode10.xml"/><Relationship Id="rIdOpfCode11" Type="http://schemas.openxmlformats.org/officeDocument/2006/relationships/tags" Target="../tags/opfCode11.xml"/><Relationship Id="rIdOpfCode12" Type="http://schemas.openxmlformats.org/officeDocument/2006/relationships/tags" Target="../tags/opfCode12.xml"/><Relationship Id="rIdOpfCode13" Type="http://schemas.openxmlformats.org/officeDocument/2006/relationships/tags" Target="../tags/opfCode13.xml"/><Relationship Id="rIdOpfCode14" Type="http://schemas.openxmlformats.org/officeDocument/2006/relationships/tags" Target="../tags/opfCode14.xml"/><Relationship Id="rIdOpfCode15" Type="http://schemas.openxmlformats.org/officeDocument/2006/relationships/tags" Target="../tags/opfCode15.xml"/><Relationship Id="rIdOpfCode16" Type="http://schemas.openxmlformats.org/officeDocument/2006/relationships/tags" Target="../tags/opfCode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Code17" Type="http://schemas.openxmlformats.org/officeDocument/2006/relationships/tags" Target="../tags/opfCode17.xml"/><Relationship Id="rIdOpfCode18" Type="http://schemas.openxmlformats.org/officeDocument/2006/relationships/tags" Target="../tags/opfCode18.xml"/><Relationship Id="rIdOpfCode19" Type="http://schemas.openxmlformats.org/officeDocument/2006/relationships/tags" Target="../tags/opfCode19.xml"/><Relationship Id="rIdOpfCode20" Type="http://schemas.openxmlformats.org/officeDocument/2006/relationships/tags" Target="../tags/opfCode20.xml"/><Relationship Id="rIdOpfCode21" Type="http://schemas.openxmlformats.org/officeDocument/2006/relationships/tags" Target="../tags/opfCode21.xml"/><Relationship Id="rIdOpfCode22" Type="http://schemas.openxmlformats.org/officeDocument/2006/relationships/tags" Target="../tags/opfCode22.xml"/><Relationship Id="rIdOpfCode23" Type="http://schemas.openxmlformats.org/officeDocument/2006/relationships/tags" Target="../tags/opfCode23.xml"/><Relationship Id="rIdOpfCode24" Type="http://schemas.openxmlformats.org/officeDocument/2006/relationships/tags" Target="../tags/opfCode24.xml"/><Relationship Id="rIdOpfCode25" Type="http://schemas.openxmlformats.org/officeDocument/2006/relationships/tags" Target="../tags/opfCo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OpfCode1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OpfCode2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1 body line 1"/>
          <p:cNvSpPr/>
          <p:nvPr>
            <p:custDataLst>
              <p:tags r:id="rIdOpfCode3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OpfCode4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OpfCode5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800" dirty="0"/>
          </a:p>
        </p:txBody>
      </p:sp>
      <p:sp>
        <p:nvSpPr>
          <p:cNvPr id="4" name="OPF code 4 body line 1"/>
          <p:cNvSpPr/>
          <p:nvPr>
            <p:custDataLst>
              <p:tags r:id="rIdOpfCode6"/>
            </p:custDataLst>
          </p:nvPr>
        </p:nvSpPr>
        <p:spPr>
          <a:xfrm>
            <a:off x="720090" y="11132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548729" algn="l"/>
                <a:tab pos="109745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OpfCode7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OpfCode8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	CaseSensitive.ts</a:t>
            </a:r>
            <a:endParaRPr lang="en-US" sz="1800" dirty="0"/>
          </a:p>
        </p:txBody>
      </p:sp>
      <p:sp>
        <p:nvSpPr>
          <p:cNvPr id="4" name="OPF code 7 language line 1"/>
          <p:cNvSpPr/>
          <p:nvPr>
            <p:custDataLst>
              <p:tags r:id="rIdOpfCode9"/>
            </p:custDataLst>
          </p:nvPr>
        </p:nvSpPr>
        <p:spPr>
          <a:xfrm>
            <a:off x="720090" y="10751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5" name="OPF code 7 body line 1"/>
          <p:cNvSpPr/>
          <p:nvPr>
            <p:custDataLst>
              <p:tags r:id="rIdOpfCode10"/>
            </p:custDataLst>
          </p:nvPr>
        </p:nvSpPr>
        <p:spPr>
          <a:xfrm>
            <a:off x="720090" y="14683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"two  spaces";</a:t>
            </a:r>
            <a:endParaRPr lang="en-US" sz="1800" dirty="0"/>
          </a:p>
        </p:txBody>
      </p:sp>
      <p:sp>
        <p:nvSpPr>
          <p:cNvPr id="6" name="OPF code 7 body line 2"/>
          <p:cNvSpPr/>
          <p:nvPr>
            <p:custDataLst>
              <p:tags r:id="rIdOpfCode11"/>
            </p:custDataLst>
          </p:nvPr>
        </p:nvSpPr>
        <p:spPr>
          <a:xfrm>
            <a:off x="720090" y="17472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code 7 body line 3"/>
          <p:cNvSpPr/>
          <p:nvPr>
            <p:custDataLst>
              <p:tags r:id="rIdOpfCode12"/>
            </p:custDataLst>
          </p:nvPr>
        </p:nvSpPr>
        <p:spPr>
          <a:xfrm>
            <a:off x="720090" y="20261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longtokenlongtokenlongtokenlongtokenlongtokenlongtokenlongtokenlongtokenlongto</a:t>
            </a:r>
            <a:endParaRPr lang="en-US" sz="1800" dirty="0"/>
          </a:p>
        </p:txBody>
      </p:sp>
      <p:sp>
        <p:nvSpPr>
          <p:cNvPr id="8" name="OPF code 7 body line 4"/>
          <p:cNvSpPr/>
          <p:nvPr>
            <p:custDataLst>
              <p:tags r:id="rIdOpfCode13"/>
            </p:custDataLst>
          </p:nvPr>
        </p:nvSpPr>
        <p:spPr>
          <a:xfrm>
            <a:off x="720090" y="23050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kenlongtokenlongtokenlongtokenlongtokenlongtokenlongtokenlongtokenlongtokenlon</a:t>
            </a:r>
            <a:endParaRPr lang="en-US" sz="1800" dirty="0"/>
          </a:p>
        </p:txBody>
      </p:sp>
      <p:sp>
        <p:nvSpPr>
          <p:cNvPr id="9" name="OPF code 7 body line 5"/>
          <p:cNvSpPr/>
          <p:nvPr>
            <p:custDataLst>
              <p:tags r:id="rIdOpfCode14"/>
            </p:custDataLst>
          </p:nvPr>
        </p:nvSpPr>
        <p:spPr>
          <a:xfrm>
            <a:off x="720090" y="25839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gtokenlongtokenlongtokenlongtokenlongtoken</a:t>
            </a:r>
            <a:endParaRPr lang="en-US" sz="1800" dirty="0"/>
          </a:p>
        </p:txBody>
      </p:sp>
      <p:sp>
        <p:nvSpPr>
          <p:cNvPr id="10" name="OPF code 7 body line 6"/>
          <p:cNvSpPr/>
          <p:nvPr>
            <p:custDataLst>
              <p:tags r:id="rIdOpfCode15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548729" algn="l"/>
              </a:tabLst>
            </a:pPr>
            <a:r>
              <a:rPr lang="en-US" sz="1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800" dirty="0"/>
          </a:p>
        </p:txBody>
      </p:sp>
      <p:sp>
        <p:nvSpPr>
          <p:cNvPr id="11" name="OPF code 7 body line 7"/>
          <p:cNvSpPr/>
          <p:nvPr>
            <p:custDataLst>
              <p:tags r:id="rIdOpfCode16"/>
            </p:custDataLst>
          </p:nvPr>
        </p:nvSpPr>
        <p:spPr>
          <a:xfrm>
            <a:off x="720090" y="314172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7 panel"/>
          <p:cNvSpPr/>
          <p:nvPr>
            <p:custDataLst>
              <p:tags r:id="rIdOpfCode17"/>
            </p:custDataLst>
          </p:nvPr>
        </p:nvSpPr>
        <p:spPr>
          <a:xfrm>
            <a:off x="548640" y="548640"/>
            <a:ext cx="11094720" cy="576072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7 filename line 1"/>
          <p:cNvSpPr/>
          <p:nvPr>
            <p:custDataLst>
              <p:tags r:id="rIdOpfCode18"/>
            </p:custDataLst>
          </p:nvPr>
        </p:nvSpPr>
        <p:spPr>
          <a:xfrm>
            <a:off x="720090" y="72009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a-long-path/a-long-path/a-long-path/a-long-path/a-long-path/a-long-path/a-long</a:t>
            </a:r>
            <a:endParaRPr lang="en-US" sz="1800" dirty="0"/>
          </a:p>
        </p:txBody>
      </p:sp>
      <p:sp>
        <p:nvSpPr>
          <p:cNvPr id="4" name="OPF code 17 filename line 2"/>
          <p:cNvSpPr/>
          <p:nvPr>
            <p:custDataLst>
              <p:tags r:id="rIdOpfCode19"/>
            </p:custDataLst>
          </p:nvPr>
        </p:nvSpPr>
        <p:spPr>
          <a:xfrm>
            <a:off x="720090" y="99898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-path/a-long-path/a-long-path/a-long-path/a-long-path/a-long-path/a-long-path/</a:t>
            </a:r>
            <a:endParaRPr lang="en-US" sz="1800" dirty="0"/>
          </a:p>
        </p:txBody>
      </p:sp>
      <p:sp>
        <p:nvSpPr>
          <p:cNvPr id="5" name="OPF code 17 filename line 3"/>
          <p:cNvSpPr/>
          <p:nvPr>
            <p:custDataLst>
              <p:tags r:id="rIdOpfCode20"/>
            </p:custDataLst>
          </p:nvPr>
        </p:nvSpPr>
        <p:spPr>
          <a:xfrm>
            <a:off x="720090" y="127787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</a:t>
            </a:r>
            <a:endParaRPr lang="en-US" sz="1800" dirty="0"/>
          </a:p>
        </p:txBody>
      </p:sp>
      <p:sp>
        <p:nvSpPr>
          <p:cNvPr id="6" name="OPF code 17 language line 1"/>
          <p:cNvSpPr/>
          <p:nvPr>
            <p:custDataLst>
              <p:tags r:id="rIdOpfCode21"/>
            </p:custDataLst>
          </p:nvPr>
        </p:nvSpPr>
        <p:spPr>
          <a:xfrm>
            <a:off x="720090" y="1632966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Long-language-label-Long-language-label-Long-language-label-Long-language-labe</a:t>
            </a:r>
            <a:endParaRPr lang="en-US" sz="1800" dirty="0"/>
          </a:p>
        </p:txBody>
      </p:sp>
      <p:sp>
        <p:nvSpPr>
          <p:cNvPr id="7" name="OPF code 17 language line 2"/>
          <p:cNvSpPr/>
          <p:nvPr>
            <p:custDataLst>
              <p:tags r:id="rIdOpfCode22"/>
            </p:custDataLst>
          </p:nvPr>
        </p:nvSpPr>
        <p:spPr>
          <a:xfrm>
            <a:off x="720090" y="1911858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l-Long-language-label-Long-language-label-Long-language-label-Long-language-la</a:t>
            </a:r>
            <a:endParaRPr lang="en-US" sz="1800" dirty="0"/>
          </a:p>
        </p:txBody>
      </p:sp>
      <p:sp>
        <p:nvSpPr>
          <p:cNvPr id="8" name="OPF code 17 language line 3"/>
          <p:cNvSpPr/>
          <p:nvPr>
            <p:custDataLst>
              <p:tags r:id="rIdOpfCode23"/>
            </p:custDataLst>
          </p:nvPr>
        </p:nvSpPr>
        <p:spPr>
          <a:xfrm>
            <a:off x="720090" y="2190750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bel-Long-language-label-Long-language-label-Long-language-label-Long-language-</a:t>
            </a:r>
            <a:endParaRPr lang="en-US" sz="1800" dirty="0"/>
          </a:p>
        </p:txBody>
      </p:sp>
      <p:sp>
        <p:nvSpPr>
          <p:cNvPr id="9" name="OPF code 17 language line 4"/>
          <p:cNvSpPr/>
          <p:nvPr>
            <p:custDataLst>
              <p:tags r:id="rIdOpfCode24"/>
            </p:custDataLst>
          </p:nvPr>
        </p:nvSpPr>
        <p:spPr>
          <a:xfrm>
            <a:off x="720090" y="2469642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</a:t>
            </a:r>
            <a:endParaRPr lang="en-US" sz="1800" dirty="0"/>
          </a:p>
        </p:txBody>
      </p:sp>
      <p:sp>
        <p:nvSpPr>
          <p:cNvPr id="10" name="OPF code 17 body line 1"/>
          <p:cNvSpPr/>
          <p:nvPr>
            <p:custDataLst>
              <p:tags r:id="rIdOpfCode25"/>
            </p:custDataLst>
          </p:nvPr>
        </p:nvSpPr>
        <p:spPr>
          <a:xfrm>
            <a:off x="720090" y="2862834"/>
            <a:ext cx="107518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opfCode1.xml><?xml version="1.0" encoding="utf-8"?>
<p:tagLst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opfCode2.xml><?xml version="1.0" encoding="utf-8"?>
<p:tagLst xmlns:p="http://schemas.openxmlformats.org/presentationml/2006/main">
  <p:tag name="OPF_CODE_V1" val="7B2276223A312C2267726F7570223A2231222C22726F6C65223A226C696E65222C2270617274223A302C226C696E65223A307D"/>
</p:tagLst>
</file>

<file path=ppt/tags/opfCode3.xml><?xml version="1.0" encoding="utf-8"?>
<p:tagLst xmlns:p="http://schemas.openxmlformats.org/presentationml/2006/main">
  <p:tag name="OPF_CODE_V1" val="7B2276223A312C2267726F7570223A2231222C22726F6C65223A226C696E65222C2270617274223A312C226C696E65223A307D"/>
</p:tagLst>
</file>

<file path=ppt/tags/opfCode4.xml><?xml version="1.0" encoding="utf-8"?>
<p:tagLst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opfCode5.xml><?xml version="1.0" encoding="utf-8"?>
<p:tagLst xmlns:p="http://schemas.openxmlformats.org/presentationml/2006/main">
  <p:tag name="OPF_CODE_V1" val="7B2276223A312C2267726F7570223A2234222C22726F6C65223A226C696E65222C2270617274223A302C226C696E65223A307D"/>
</p:tagLst>
</file>

<file path=ppt/tags/opfCode6.xml><?xml version="1.0" encoding="utf-8"?>
<p:tagLst xmlns:p="http://schemas.openxmlformats.org/presentationml/2006/main">
  <p:tag name="OPF_CODE_V1" val="7B2276223A312C2267726F7570223A2234222C22726F6C65223A226C696E65222C2270617274223A312C226C696E65223A307D"/>
</p:tagLst>
</file>

<file path=ppt/tags/opfCode7.xml><?xml version="1.0" encoding="utf-8"?>
<p:tagLst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131322C226E6578745374617274223A3131322C22626F756E64617279223A22736F6674227D2C7B227374617274223A3131322C22656E64223A3139302C226E6578745374617274223A3139302C22626F756E64617279223A22736F6674227D2C7B227374617274223A313930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opfCode8.xml><?xml version="1.0" encoding="utf-8"?>
<p:tagLst xmlns:p="http://schemas.openxmlformats.org/presentationml/2006/main">
  <p:tag name="OPF_CODE_V1" val="7B2276223A312C2267726F7570223A2237222C22726F6C65223A226C696E65222C2270617274223A302C226C696E65223A307D"/>
</p:tagLst>
</file>

<file path=ppt/tags/opfCode9.xml><?xml version="1.0" encoding="utf-8"?>
<p:tagLst xmlns:p="http://schemas.openxmlformats.org/presentationml/2006/main">
  <p:tag name="OPF_CODE_V1" val="7B2276223A312C2267726F7570223A2237222C22726F6C65223A226C696E65222C2270617274223A312C226C696E65223A307D"/>
</p:tagLst>
</file>

<file path=ppt/tags/opfCode10.xml><?xml version="1.0" encoding="utf-8"?>
<p:tagLst xmlns:p="http://schemas.openxmlformats.org/presentationml/2006/main">
  <p:tag name="OPF_CODE_V1" val="7B2276223A312C2267726F7570223A2237222C22726F6C65223A226C696E65222C2270617274223A322C226C696E65223A307D"/>
</p:tagLst>
</file>

<file path=ppt/tags/opfCode11.xml><?xml version="1.0" encoding="utf-8"?>
<p:tagLst xmlns:p="http://schemas.openxmlformats.org/presentationml/2006/main">
  <p:tag name="OPF_CODE_V1" val="7B2276223A312C2267726F7570223A2237222C22726F6C65223A226C696E65222C2270617274223A322C226C696E65223A317D"/>
</p:tagLst>
</file>

<file path=ppt/tags/opfCode12.xml><?xml version="1.0" encoding="utf-8"?>
<p:tagLst xmlns:p="http://schemas.openxmlformats.org/presentationml/2006/main">
  <p:tag name="OPF_CODE_V1" val="7B2276223A312C2267726F7570223A2237222C22726F6C65223A226C696E65222C2270617274223A322C226C696E65223A327D"/>
</p:tagLst>
</file>

<file path=ppt/tags/opfCode13.xml><?xml version="1.0" encoding="utf-8"?>
<p:tagLst xmlns:p="http://schemas.openxmlformats.org/presentationml/2006/main">
  <p:tag name="OPF_CODE_V1" val="7B2276223A312C2267726F7570223A2237222C22726F6C65223A226C696E65222C2270617274223A322C226C696E65223A337D"/>
</p:tagLst>
</file>

<file path=ppt/tags/opfCode14.xml><?xml version="1.0" encoding="utf-8"?>
<p:tagLst xmlns:p="http://schemas.openxmlformats.org/presentationml/2006/main">
  <p:tag name="OPF_CODE_V1" val="7B2276223A312C2267726F7570223A2237222C22726F6C65223A226C696E65222C2270617274223A322C226C696E65223A347D"/>
</p:tagLst>
</file>

<file path=ppt/tags/opfCode15.xml><?xml version="1.0" encoding="utf-8"?>
<p:tagLst xmlns:p="http://schemas.openxmlformats.org/presentationml/2006/main">
  <p:tag name="OPF_CODE_V1" val="7B2276223A312C2267726F7570223A2237222C22726F6C65223A226C696E65222C2270617274223A322C226C696E65223A357D"/>
</p:tagLst>
</file>

<file path=ppt/tags/opfCode16.xml><?xml version="1.0" encoding="utf-8"?>
<p:tagLst xmlns:p="http://schemas.openxmlformats.org/presentationml/2006/main">
  <p:tag name="OPF_CODE_V1" val="7B2276223A312C2267726F7570223A2237222C22726F6C65223A226C696E65222C2270617274223A322C226C696E65223A367D"/>
</p:tagLst>
</file>

<file path=ppt/tags/opfCode17.xml><?xml version="1.0" encoding="utf-8"?>
<p:tagLst xmlns:p="http://schemas.openxmlformats.org/presentationml/2006/main">
  <p:tag name="OPF_CODE_V1" val="7B2276223A312C2267726F7570223A223137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138302C226E6578745374617274223A3138302C22626F756E64617279223A22656E64227D5D7D2C7B22726F6C65223A226C616E6775616765222C2267656E657261746564223A66616C73652C226C696E6573223A5B7B227374617274223A302C22656E64223A37382C226E6578745374617274223A37382C22626F756E64617279223A22736F6674227D2C7B227374617274223A37382C22656E64223A3135362C226E6578745374617274223A3135362C22626F756E64617279223A22736F6674227D2C7B227374617274223A3135362C22656E64223A3233342C226E6578745374617274223A3233342C22626F756E64617279223A22736F6674227D2C7B227374617274223A323334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opfCode18.xml><?xml version="1.0" encoding="utf-8"?>
<p:tagLst xmlns:p="http://schemas.openxmlformats.org/presentationml/2006/main">
  <p:tag name="OPF_CODE_V1" val="7B2276223A312C2267726F7570223A223137222C22726F6C65223A226C696E65222C2270617274223A302C226C696E65223A307D"/>
</p:tagLst>
</file>

<file path=ppt/tags/opfCode19.xml><?xml version="1.0" encoding="utf-8"?>
<p:tagLst xmlns:p="http://schemas.openxmlformats.org/presentationml/2006/main">
  <p:tag name="OPF_CODE_V1" val="7B2276223A312C2267726F7570223A223137222C22726F6C65223A226C696E65222C2270617274223A302C226C696E65223A317D"/>
</p:tagLst>
</file>

<file path=ppt/tags/opfCode20.xml><?xml version="1.0" encoding="utf-8"?>
<p:tagLst xmlns:p="http://schemas.openxmlformats.org/presentationml/2006/main">
  <p:tag name="OPF_CODE_V1" val="7B2276223A312C2267726F7570223A223137222C22726F6C65223A226C696E65222C2270617274223A302C226C696E65223A327D"/>
</p:tagLst>
</file>

<file path=ppt/tags/opfCode21.xml><?xml version="1.0" encoding="utf-8"?>
<p:tagLst xmlns:p="http://schemas.openxmlformats.org/presentationml/2006/main">
  <p:tag name="OPF_CODE_V1" val="7B2276223A312C2267726F7570223A223137222C22726F6C65223A226C696E65222C2270617274223A312C226C696E65223A307D"/>
</p:tagLst>
</file>

<file path=ppt/tags/opfCode22.xml><?xml version="1.0" encoding="utf-8"?>
<p:tagLst xmlns:p="http://schemas.openxmlformats.org/presentationml/2006/main">
  <p:tag name="OPF_CODE_V1" val="7B2276223A312C2267726F7570223A223137222C22726F6C65223A226C696E65222C2270617274223A312C226C696E65223A317D"/>
</p:tagLst>
</file>

<file path=ppt/tags/opfCode23.xml><?xml version="1.0" encoding="utf-8"?>
<p:tagLst xmlns:p="http://schemas.openxmlformats.org/presentationml/2006/main">
  <p:tag name="OPF_CODE_V1" val="7B2276223A312C2267726F7570223A223137222C22726F6C65223A226C696E65222C2270617274223A312C226C696E65223A327D"/>
</p:tagLst>
</file>

<file path=ppt/tags/opfCode24.xml><?xml version="1.0" encoding="utf-8"?>
<p:tagLst xmlns:p="http://schemas.openxmlformats.org/presentationml/2006/main">
  <p:tag name="OPF_CODE_V1" val="7B2276223A312C2267726F7570223A223137222C22726F6C65223A226C696E65222C2270617274223A312C226C696E65223A337D"/>
</p:tagLst>
</file>

<file path=ppt/tags/opfCode25.xml><?xml version="1.0" encoding="utf-8"?>
<p:tagLst xmlns:p="http://schemas.openxmlformats.org/presentationml/2006/main">
  <p:tag name="OPF_CODE_V1" val="7B2276223A312C2267726F7570223A223137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