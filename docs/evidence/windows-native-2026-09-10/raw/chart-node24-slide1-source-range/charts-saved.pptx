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F1-469B-B9A9-D03F5A7206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F1-469B-B9A9-D03F5A7206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B7-495E-91AC-41959B4A13EC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B7-495E-91AC-41959B4A13E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B7-495E-91AC-41959B4A13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77-43F8-B2E1-97E6D1A3E2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77-43F8-B2E1-97E6D1A3E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B40-49E8-B106-F3FDDD5587BE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40-49E8-B106-F3FDDD5587B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40-49E8-B106-F3FDDD558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00-4D59-AD76-CB2505A688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00-4D59-AD76-CB2505A688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FA-407C-AD93-0E50416D6E3E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FA-407C-AD93-0E50416D6E3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FA-407C-AD93-0E50416D6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A8-4C04-899F-A2E71B5AE1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A8-4C04-899F-A2E71B5AE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EE-4232-85F0-9D371B964C5D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EE-4232-85F0-9D371B964C5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EE-4232-85F0-9D371B964C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541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2026-09-10T17:41:59Z</dcterms:modified>
</cp:coreProperties>
</file>