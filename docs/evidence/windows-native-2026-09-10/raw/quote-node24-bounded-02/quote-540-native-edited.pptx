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1147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quote-540 slide 1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146904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82930" y="171307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82930" y="195710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582930" y="220113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582930" y="244516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582930" y="268919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582930" y="293322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582930" y="317725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582930" y="342128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582930" y="366531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582930" y="390934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582930" y="415337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582930" y="439740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582930" y="464143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582930" y="488546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582930" y="512949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582930" y="537352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582930" y="561755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582930" y="8180070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quote-540 slide 2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146904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82930" y="171307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82930" y="195710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582930" y="220113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582930" y="244516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582930" y="268919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582930" y="293322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582930" y="317725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582930" y="342128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582930" y="366531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582930" y="390934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582930" y="415337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582930" y="439740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582930" y="464143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582930" y="488546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582930" y="512949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582930" y="537352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582930" y="561755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582930" y="586159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582930" y="610562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4" name="Text 22"/>
          <p:cNvSpPr/>
          <p:nvPr/>
        </p:nvSpPr>
        <p:spPr>
          <a:xfrm>
            <a:off x="582930" y="634965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25" name="Text 23"/>
          <p:cNvSpPr/>
          <p:nvPr/>
        </p:nvSpPr>
        <p:spPr>
          <a:xfrm>
            <a:off x="582930" y="659368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582930" y="683771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582930" y="708174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582930" y="8180070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quote-540 slide 3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82930" y="145742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82930" y="168983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82930" y="192224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82930" y="215465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82930" y="238706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82930" y="261947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2930" y="285188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82930" y="308429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82930" y="331670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2930" y="354911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82930" y="378152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82930" y="401393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82930" y="424634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82930" y="447875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82930" y="471116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82930" y="494357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82930" y="517598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82930" y="540839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82930" y="564080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82930" y="587321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82930" y="610562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82930" y="633803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82930" y="657044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82930" y="680285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82930" y="703526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82930" y="726767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82930" y="750008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82930" y="773249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82930" y="796490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"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82930" y="841290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3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quote-540 slide 4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82930" y="143417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82930" y="164334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82930" y="185251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82930" y="206168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82930" y="227085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2930" y="248002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82930" y="268919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82930" y="289836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82930" y="310753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82930" y="331670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82930" y="352586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82930" y="373503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82930" y="394420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82930" y="415337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82930" y="436254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82930" y="457171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82930" y="478088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82930" y="499005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82930" y="519922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82930" y="540839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82930" y="561755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82930" y="582672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82930" y="603589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82930" y="624506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82930" y="645423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82930" y="666340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82930" y="687257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82930" y="708174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82930" y="729091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82930" y="750008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82930" y="770924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"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82930" y="841290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4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quote-540 slide 5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"Keep the complete source visible."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6486811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5" name="Text 3"/>
          <p:cNvSpPr/>
          <p:nvPr/>
        </p:nvSpPr>
        <p:spPr>
          <a:xfrm>
            <a:off x="582930" y="6634972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6" name="Text 4"/>
          <p:cNvSpPr/>
          <p:nvPr/>
        </p:nvSpPr>
        <p:spPr>
          <a:xfrm>
            <a:off x="582930" y="6783134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7" name="Text 5"/>
          <p:cNvSpPr/>
          <p:nvPr/>
        </p:nvSpPr>
        <p:spPr>
          <a:xfrm>
            <a:off x="582930" y="6931295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8" name="Text 6"/>
          <p:cNvSpPr/>
          <p:nvPr/>
        </p:nvSpPr>
        <p:spPr>
          <a:xfrm>
            <a:off x="582930" y="7079456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9" name="Text 7"/>
          <p:cNvSpPr/>
          <p:nvPr/>
        </p:nvSpPr>
        <p:spPr>
          <a:xfrm>
            <a:off x="582930" y="7227618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0" name="Text 8"/>
          <p:cNvSpPr/>
          <p:nvPr/>
        </p:nvSpPr>
        <p:spPr>
          <a:xfrm>
            <a:off x="582930" y="737577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1" name="Text 9"/>
          <p:cNvSpPr/>
          <p:nvPr/>
        </p:nvSpPr>
        <p:spPr>
          <a:xfrm>
            <a:off x="582930" y="7523940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2" name="Text 10"/>
          <p:cNvSpPr/>
          <p:nvPr/>
        </p:nvSpPr>
        <p:spPr>
          <a:xfrm>
            <a:off x="582930" y="7672102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3" name="Text 11"/>
          <p:cNvSpPr/>
          <p:nvPr/>
        </p:nvSpPr>
        <p:spPr>
          <a:xfrm>
            <a:off x="582930" y="7820263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4" name="Text 12"/>
          <p:cNvSpPr/>
          <p:nvPr/>
        </p:nvSpPr>
        <p:spPr>
          <a:xfrm>
            <a:off x="582930" y="7968425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5" name="Text 13"/>
          <p:cNvSpPr/>
          <p:nvPr/>
        </p:nvSpPr>
        <p:spPr>
          <a:xfrm>
            <a:off x="582930" y="8116586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6" name="Text 14"/>
          <p:cNvSpPr/>
          <p:nvPr/>
        </p:nvSpPr>
        <p:spPr>
          <a:xfrm>
            <a:off x="582930" y="8264747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7" name="Text 15"/>
          <p:cNvSpPr/>
          <p:nvPr/>
        </p:nvSpPr>
        <p:spPr>
          <a:xfrm>
            <a:off x="582930" y="841290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5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quote-540 slide 6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source keeps the selected readability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146904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floor."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82930" y="730605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82930" y="751522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82930" y="772439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82930" y="793356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2930" y="814273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 -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82930" y="835190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interview</a:t>
            </a: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1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22E7469746C65222C226669656C64223A2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32E7469746C65222C226669656C64223A227469746C65222C226C696E65223A302C22636F756E74223A31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42E7469746C65222C226669656C64223A2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52E7469746C65222C226669656C64223A2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1100</Words>
  <Application>Microsoft Office PowerPoint</Application>
  <PresentationFormat>On-screen Show (16:9)</PresentationFormat>
  <Paragraphs>145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2026-09-10T19:06:19Z</dcterms:modified>
</cp:coreProperties>
</file>