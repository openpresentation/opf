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tags/tag3.xml" ContentType="application/vnd.openxmlformats-officedocument.presentationml.tags+xml"/>
  <Override PartName="/ppt/notesSlides/notesSlide3.xml" ContentType="application/vnd.openxmlformats-officedocument.presentationml.notesSlide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tags/tag5.xml" ContentType="application/vnd.openxmlformats-officedocument.presentationml.tags+xml"/>
  <Override PartName="/ppt/notesSlides/notesSlide5.xml" ContentType="application/vnd.openxmlformats-officedocument.presentationml.notesSlide+xml"/>
  <Override PartName="/ppt/tags/tag6.xml" ContentType="application/vnd.openxmlformats-officedocument.presentationml.tags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788134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0.title line 0"/>
          <p:cNvSpPr/>
          <p:nvPr>
            <p:custDataLst>
              <p:tags r:id="rId1"/>
            </p:custDataLst>
          </p:nvPr>
        </p:nvSpPr>
        <p:spPr>
          <a:xfrm>
            <a:off x="551808" y="548640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quote and its source</a:t>
            </a:r>
            <a:endParaRPr lang="en-US" sz="4050" dirty="0"/>
          </a:p>
        </p:txBody>
      </p:sp>
      <p:sp>
        <p:nvSpPr>
          <p:cNvPr id="3" name="Text 1"/>
          <p:cNvSpPr/>
          <p:nvPr/>
        </p:nvSpPr>
        <p:spPr>
          <a:xfrm>
            <a:off x="720090" y="1576197"/>
            <a:ext cx="10751820" cy="325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 shared layout keeps the evidence readable when the words change. A shared layout keeps the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720090" y="1901571"/>
            <a:ext cx="10751820" cy="325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readable when the words change. A shared layout keeps the evidence readable when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20090" y="2226945"/>
            <a:ext cx="10751820" cy="325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words change. A shared layout keeps the evidence readable when the words change. A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720090" y="2552319"/>
            <a:ext cx="10751820" cy="325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layout keeps the evidence readable when the words change. A shared layout keeps the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20090" y="2877693"/>
            <a:ext cx="10751820" cy="325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readable when the words change. A shared layout keeps the evidence readable when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720090" y="3203067"/>
            <a:ext cx="10751820" cy="325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words change. A shared layout keeps the evidence readable when the words change. A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720090" y="3528441"/>
            <a:ext cx="10751820" cy="325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layout keeps the evidence readable when the words change. A shared layout keeps the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20090" y="3853815"/>
            <a:ext cx="10751820" cy="325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readable when the words change. A shared layout keeps the evidence readable when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720090" y="4179189"/>
            <a:ext cx="10751820" cy="325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words change. A shared layout keeps the evidence readable when the words change. "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720090" y="5756910"/>
            <a:ext cx="10751820" cy="1975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75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reviewer - Recorded interview</a:t>
            </a:r>
            <a:endParaRPr lang="en-US" sz="127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1.title line 0"/>
          <p:cNvSpPr/>
          <p:nvPr>
            <p:custDataLst>
              <p:tags r:id="rId1"/>
            </p:custDataLst>
          </p:nvPr>
        </p:nvSpPr>
        <p:spPr>
          <a:xfrm>
            <a:off x="551808" y="548640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quote and its source</a:t>
            </a:r>
            <a:endParaRPr lang="en-US" sz="4050" dirty="0"/>
          </a:p>
        </p:txBody>
      </p:sp>
      <p:sp>
        <p:nvSpPr>
          <p:cNvPr id="3" name="Text 1"/>
          <p:cNvSpPr/>
          <p:nvPr/>
        </p:nvSpPr>
        <p:spPr>
          <a:xfrm>
            <a:off x="720090" y="1576197"/>
            <a:ext cx="10751820" cy="325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 shared layout keeps the evidence readable when the words change. A shared layout keeps the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720090" y="1901571"/>
            <a:ext cx="10751820" cy="325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readable when the words change. A shared layout keeps the evidence readable when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20090" y="2226945"/>
            <a:ext cx="10751820" cy="325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words change. A shared layout keeps the evidence readable when the words change. A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720090" y="2552319"/>
            <a:ext cx="10751820" cy="325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layout keeps the evidence readable when the words change. A shared layout keeps the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20090" y="2877693"/>
            <a:ext cx="10751820" cy="325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readable when the words change. A shared layout keeps the evidence readable when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720090" y="3203067"/>
            <a:ext cx="10751820" cy="325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words change. A shared layout keeps the evidence readable when the words change. A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720090" y="3528441"/>
            <a:ext cx="10751820" cy="325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layout keeps the evidence readable when the words change. A shared layout keeps the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20090" y="3853815"/>
            <a:ext cx="10751820" cy="325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readable when the words change. A shared layout keeps the evidence readable when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720090" y="4179189"/>
            <a:ext cx="10751820" cy="325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words change. A shared layout keeps the evidence readable when the words change. A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720090" y="4504563"/>
            <a:ext cx="10751820" cy="325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layout keeps the evidence readable when the words change. A shared layout keeps the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720090" y="4829937"/>
            <a:ext cx="10751820" cy="325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readable when the words change. A shared layout keeps the evidence readable when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720090" y="5155311"/>
            <a:ext cx="10751820" cy="325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words change. A shared layout keeps the evidence readable when the words change. "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720090" y="5756910"/>
            <a:ext cx="10751820" cy="1975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75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reviewer - Recorded interview</a:t>
            </a:r>
            <a:endParaRPr lang="en-US" sz="127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2.title line 0"/>
          <p:cNvSpPr/>
          <p:nvPr>
            <p:custDataLst>
              <p:tags r:id="rId1"/>
            </p:custDataLst>
          </p:nvPr>
        </p:nvSpPr>
        <p:spPr>
          <a:xfrm>
            <a:off x="551808" y="548640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quote and its source</a:t>
            </a:r>
            <a:endParaRPr lang="en-US" sz="4050" dirty="0"/>
          </a:p>
        </p:txBody>
      </p:sp>
      <p:sp>
        <p:nvSpPr>
          <p:cNvPr id="3" name="Text 1"/>
          <p:cNvSpPr/>
          <p:nvPr/>
        </p:nvSpPr>
        <p:spPr>
          <a:xfrm>
            <a:off x="720090" y="1576197"/>
            <a:ext cx="107518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 shared layout keeps the evidence readable when the words change. A shared layout keeps the evidence</a:t>
            </a:r>
            <a:endParaRPr lang="en-US" sz="1875" dirty="0"/>
          </a:p>
        </p:txBody>
      </p:sp>
      <p:sp>
        <p:nvSpPr>
          <p:cNvPr id="4" name="Text 2"/>
          <p:cNvSpPr/>
          <p:nvPr/>
        </p:nvSpPr>
        <p:spPr>
          <a:xfrm>
            <a:off x="720090" y="1866710"/>
            <a:ext cx="107518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readable when the words change. A shared layout keeps the evidence readable when the words change. A</a:t>
            </a:r>
            <a:endParaRPr lang="en-US" sz="1875" dirty="0"/>
          </a:p>
        </p:txBody>
      </p:sp>
      <p:sp>
        <p:nvSpPr>
          <p:cNvPr id="5" name="Text 3"/>
          <p:cNvSpPr/>
          <p:nvPr/>
        </p:nvSpPr>
        <p:spPr>
          <a:xfrm>
            <a:off x="720090" y="2157222"/>
            <a:ext cx="107518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layout keeps the evidence readable when the words change. A shared layout keeps the evidence</a:t>
            </a:r>
            <a:endParaRPr lang="en-US" sz="1875" dirty="0"/>
          </a:p>
        </p:txBody>
      </p:sp>
      <p:sp>
        <p:nvSpPr>
          <p:cNvPr id="6" name="Text 4"/>
          <p:cNvSpPr/>
          <p:nvPr/>
        </p:nvSpPr>
        <p:spPr>
          <a:xfrm>
            <a:off x="720090" y="2447735"/>
            <a:ext cx="107518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readable when the words change. A shared layout keeps the evidence readable when the words change. A</a:t>
            </a:r>
            <a:endParaRPr lang="en-US" sz="1875" dirty="0"/>
          </a:p>
        </p:txBody>
      </p:sp>
      <p:sp>
        <p:nvSpPr>
          <p:cNvPr id="7" name="Text 5"/>
          <p:cNvSpPr/>
          <p:nvPr/>
        </p:nvSpPr>
        <p:spPr>
          <a:xfrm>
            <a:off x="720090" y="2738247"/>
            <a:ext cx="107518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layout keeps the evidence readable when the words change. A shared layout keeps the evidence</a:t>
            </a:r>
            <a:endParaRPr lang="en-US" sz="1875" dirty="0"/>
          </a:p>
        </p:txBody>
      </p:sp>
      <p:sp>
        <p:nvSpPr>
          <p:cNvPr id="8" name="Text 6"/>
          <p:cNvSpPr/>
          <p:nvPr/>
        </p:nvSpPr>
        <p:spPr>
          <a:xfrm>
            <a:off x="720090" y="3028760"/>
            <a:ext cx="107518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readable when the words change. A shared layout keeps the evidence readable when the words change. A</a:t>
            </a:r>
            <a:endParaRPr lang="en-US" sz="1875" dirty="0"/>
          </a:p>
        </p:txBody>
      </p:sp>
      <p:sp>
        <p:nvSpPr>
          <p:cNvPr id="9" name="Text 7"/>
          <p:cNvSpPr/>
          <p:nvPr/>
        </p:nvSpPr>
        <p:spPr>
          <a:xfrm>
            <a:off x="720090" y="3319272"/>
            <a:ext cx="107518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layout keeps the evidence readable when the words change. A shared layout keeps the evidence</a:t>
            </a:r>
            <a:endParaRPr lang="en-US" sz="1875" dirty="0"/>
          </a:p>
        </p:txBody>
      </p:sp>
      <p:sp>
        <p:nvSpPr>
          <p:cNvPr id="10" name="Text 8"/>
          <p:cNvSpPr/>
          <p:nvPr/>
        </p:nvSpPr>
        <p:spPr>
          <a:xfrm>
            <a:off x="720090" y="3609785"/>
            <a:ext cx="107518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readable when the words change. A shared layout keeps the evidence readable when the words change. A</a:t>
            </a:r>
            <a:endParaRPr lang="en-US" sz="1875" dirty="0"/>
          </a:p>
        </p:txBody>
      </p:sp>
      <p:sp>
        <p:nvSpPr>
          <p:cNvPr id="11" name="Text 9"/>
          <p:cNvSpPr/>
          <p:nvPr/>
        </p:nvSpPr>
        <p:spPr>
          <a:xfrm>
            <a:off x="720090" y="3900297"/>
            <a:ext cx="107518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layout keeps the evidence readable when the words change. A shared layout keeps the evidence</a:t>
            </a:r>
            <a:endParaRPr lang="en-US" sz="1875" dirty="0"/>
          </a:p>
        </p:txBody>
      </p:sp>
      <p:sp>
        <p:nvSpPr>
          <p:cNvPr id="12" name="Text 10"/>
          <p:cNvSpPr/>
          <p:nvPr/>
        </p:nvSpPr>
        <p:spPr>
          <a:xfrm>
            <a:off x="720090" y="4190810"/>
            <a:ext cx="107518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readable when the words change. A shared layout keeps the evidence readable when the words change. A</a:t>
            </a:r>
            <a:endParaRPr lang="en-US" sz="1875" dirty="0"/>
          </a:p>
        </p:txBody>
      </p:sp>
      <p:sp>
        <p:nvSpPr>
          <p:cNvPr id="13" name="Text 11"/>
          <p:cNvSpPr/>
          <p:nvPr/>
        </p:nvSpPr>
        <p:spPr>
          <a:xfrm>
            <a:off x="720090" y="4481322"/>
            <a:ext cx="107518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layout keeps the evidence readable when the words change. A shared layout keeps the evidence</a:t>
            </a:r>
            <a:endParaRPr lang="en-US" sz="1875" dirty="0"/>
          </a:p>
        </p:txBody>
      </p:sp>
      <p:sp>
        <p:nvSpPr>
          <p:cNvPr id="14" name="Text 12"/>
          <p:cNvSpPr/>
          <p:nvPr/>
        </p:nvSpPr>
        <p:spPr>
          <a:xfrm>
            <a:off x="720090" y="4771835"/>
            <a:ext cx="107518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readable when the words change. A shared layout keeps the evidence readable when the words change. A</a:t>
            </a:r>
            <a:endParaRPr lang="en-US" sz="1875" dirty="0"/>
          </a:p>
        </p:txBody>
      </p:sp>
      <p:sp>
        <p:nvSpPr>
          <p:cNvPr id="15" name="Text 13"/>
          <p:cNvSpPr/>
          <p:nvPr/>
        </p:nvSpPr>
        <p:spPr>
          <a:xfrm>
            <a:off x="720090" y="5062347"/>
            <a:ext cx="107518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layout keeps the evidence readable when the words change. A shared layout keeps the evidence</a:t>
            </a:r>
            <a:endParaRPr lang="en-US" sz="1875" dirty="0"/>
          </a:p>
        </p:txBody>
      </p:sp>
      <p:sp>
        <p:nvSpPr>
          <p:cNvPr id="16" name="Text 14"/>
          <p:cNvSpPr/>
          <p:nvPr/>
        </p:nvSpPr>
        <p:spPr>
          <a:xfrm>
            <a:off x="720090" y="5352860"/>
            <a:ext cx="107518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readable when the words change. "</a:t>
            </a:r>
            <a:endParaRPr lang="en-US" sz="1875" dirty="0"/>
          </a:p>
        </p:txBody>
      </p:sp>
      <p:sp>
        <p:nvSpPr>
          <p:cNvPr id="17" name="Text 15"/>
          <p:cNvSpPr/>
          <p:nvPr/>
        </p:nvSpPr>
        <p:spPr>
          <a:xfrm>
            <a:off x="720090" y="5940362"/>
            <a:ext cx="10751820" cy="1975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75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reviewer - Recorded interview</a:t>
            </a:r>
            <a:endParaRPr lang="en-US" sz="127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3.title line 0"/>
          <p:cNvSpPr/>
          <p:nvPr>
            <p:custDataLst>
              <p:tags r:id="rId1"/>
            </p:custDataLst>
          </p:nvPr>
        </p:nvSpPr>
        <p:spPr>
          <a:xfrm>
            <a:off x="551808" y="548640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quote and its source</a:t>
            </a:r>
            <a:endParaRPr lang="en-US" sz="4050" dirty="0"/>
          </a:p>
        </p:txBody>
      </p:sp>
      <p:sp>
        <p:nvSpPr>
          <p:cNvPr id="3" name="Text 1"/>
          <p:cNvSpPr/>
          <p:nvPr/>
        </p:nvSpPr>
        <p:spPr>
          <a:xfrm>
            <a:off x="720090" y="1576197"/>
            <a:ext cx="10751820" cy="26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2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 shared layout keeps the evidence readable when the words change. A shared layout keeps the evidence readable</a:t>
            </a:r>
            <a:endParaRPr lang="en-US" sz="1725" dirty="0"/>
          </a:p>
        </p:txBody>
      </p:sp>
      <p:sp>
        <p:nvSpPr>
          <p:cNvPr id="4" name="Text 2"/>
          <p:cNvSpPr/>
          <p:nvPr/>
        </p:nvSpPr>
        <p:spPr>
          <a:xfrm>
            <a:off x="720090" y="1843469"/>
            <a:ext cx="10751820" cy="26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2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words change. A shared layout keeps the evidence readable when the words change. A shared layout keeps</a:t>
            </a:r>
            <a:endParaRPr lang="en-US" sz="1725" dirty="0"/>
          </a:p>
        </p:txBody>
      </p:sp>
      <p:sp>
        <p:nvSpPr>
          <p:cNvPr id="5" name="Text 3"/>
          <p:cNvSpPr/>
          <p:nvPr/>
        </p:nvSpPr>
        <p:spPr>
          <a:xfrm>
            <a:off x="720090" y="2110740"/>
            <a:ext cx="10751820" cy="26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2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evidence readable when the words change. A shared layout keeps the evidence readable when the words change.</a:t>
            </a:r>
            <a:endParaRPr lang="en-US" sz="1725" dirty="0"/>
          </a:p>
        </p:txBody>
      </p:sp>
      <p:sp>
        <p:nvSpPr>
          <p:cNvPr id="6" name="Text 4"/>
          <p:cNvSpPr/>
          <p:nvPr/>
        </p:nvSpPr>
        <p:spPr>
          <a:xfrm>
            <a:off x="720090" y="2378011"/>
            <a:ext cx="10751820" cy="26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2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shared layout keeps the evidence readable when the words change. A shared layout keeps the evidence readable</a:t>
            </a:r>
            <a:endParaRPr lang="en-US" sz="1725" dirty="0"/>
          </a:p>
        </p:txBody>
      </p:sp>
      <p:sp>
        <p:nvSpPr>
          <p:cNvPr id="7" name="Text 5"/>
          <p:cNvSpPr/>
          <p:nvPr/>
        </p:nvSpPr>
        <p:spPr>
          <a:xfrm>
            <a:off x="720090" y="2645283"/>
            <a:ext cx="10751820" cy="26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2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words change. A shared layout keeps the evidence readable when the words change. A shared layout keeps</a:t>
            </a:r>
            <a:endParaRPr lang="en-US" sz="1725" dirty="0"/>
          </a:p>
        </p:txBody>
      </p:sp>
      <p:sp>
        <p:nvSpPr>
          <p:cNvPr id="8" name="Text 6"/>
          <p:cNvSpPr/>
          <p:nvPr/>
        </p:nvSpPr>
        <p:spPr>
          <a:xfrm>
            <a:off x="720090" y="2912555"/>
            <a:ext cx="10751820" cy="26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2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evidence readable when the words change. A shared layout keeps the evidence readable when the words change.</a:t>
            </a:r>
            <a:endParaRPr lang="en-US" sz="1725" dirty="0"/>
          </a:p>
        </p:txBody>
      </p:sp>
      <p:sp>
        <p:nvSpPr>
          <p:cNvPr id="9" name="Text 7"/>
          <p:cNvSpPr/>
          <p:nvPr/>
        </p:nvSpPr>
        <p:spPr>
          <a:xfrm>
            <a:off x="720090" y="3179826"/>
            <a:ext cx="10751820" cy="26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2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shared layout keeps the evidence readable when the words change. A shared layout keeps the evidence readable</a:t>
            </a:r>
            <a:endParaRPr lang="en-US" sz="1725" dirty="0"/>
          </a:p>
        </p:txBody>
      </p:sp>
      <p:sp>
        <p:nvSpPr>
          <p:cNvPr id="10" name="Text 8"/>
          <p:cNvSpPr/>
          <p:nvPr/>
        </p:nvSpPr>
        <p:spPr>
          <a:xfrm>
            <a:off x="720090" y="3447098"/>
            <a:ext cx="10751820" cy="26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2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words change. A shared layout keeps the evidence readable when the words change. A shared layout keeps</a:t>
            </a:r>
            <a:endParaRPr lang="en-US" sz="1725" dirty="0"/>
          </a:p>
        </p:txBody>
      </p:sp>
      <p:sp>
        <p:nvSpPr>
          <p:cNvPr id="11" name="Text 9"/>
          <p:cNvSpPr/>
          <p:nvPr/>
        </p:nvSpPr>
        <p:spPr>
          <a:xfrm>
            <a:off x="720090" y="3714369"/>
            <a:ext cx="10751820" cy="26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2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evidence readable when the words change. A shared layout keeps the evidence readable when the words change.</a:t>
            </a:r>
            <a:endParaRPr lang="en-US" sz="1725" dirty="0"/>
          </a:p>
        </p:txBody>
      </p:sp>
      <p:sp>
        <p:nvSpPr>
          <p:cNvPr id="12" name="Text 10"/>
          <p:cNvSpPr/>
          <p:nvPr/>
        </p:nvSpPr>
        <p:spPr>
          <a:xfrm>
            <a:off x="720090" y="3981641"/>
            <a:ext cx="10751820" cy="26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2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shared layout keeps the evidence readable when the words change. A shared layout keeps the evidence readable</a:t>
            </a:r>
            <a:endParaRPr lang="en-US" sz="1725" dirty="0"/>
          </a:p>
        </p:txBody>
      </p:sp>
      <p:sp>
        <p:nvSpPr>
          <p:cNvPr id="13" name="Text 11"/>
          <p:cNvSpPr/>
          <p:nvPr/>
        </p:nvSpPr>
        <p:spPr>
          <a:xfrm>
            <a:off x="720090" y="4248912"/>
            <a:ext cx="10751820" cy="26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2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words change. A shared layout keeps the evidence readable when the words change. A shared layout keeps</a:t>
            </a:r>
            <a:endParaRPr lang="en-US" sz="1725" dirty="0"/>
          </a:p>
        </p:txBody>
      </p:sp>
      <p:sp>
        <p:nvSpPr>
          <p:cNvPr id="14" name="Text 12"/>
          <p:cNvSpPr/>
          <p:nvPr/>
        </p:nvSpPr>
        <p:spPr>
          <a:xfrm>
            <a:off x="720090" y="4516184"/>
            <a:ext cx="10751820" cy="26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2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evidence readable when the words change. A shared layout keeps the evidence readable when the words change.</a:t>
            </a:r>
            <a:endParaRPr lang="en-US" sz="1725" dirty="0"/>
          </a:p>
        </p:txBody>
      </p:sp>
      <p:sp>
        <p:nvSpPr>
          <p:cNvPr id="15" name="Text 13"/>
          <p:cNvSpPr/>
          <p:nvPr/>
        </p:nvSpPr>
        <p:spPr>
          <a:xfrm>
            <a:off x="720090" y="4783455"/>
            <a:ext cx="10751820" cy="26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2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shared layout keeps the evidence readable when the words change. A shared layout keeps the evidence readable</a:t>
            </a:r>
            <a:endParaRPr lang="en-US" sz="1725" dirty="0"/>
          </a:p>
        </p:txBody>
      </p:sp>
      <p:sp>
        <p:nvSpPr>
          <p:cNvPr id="16" name="Text 14"/>
          <p:cNvSpPr/>
          <p:nvPr/>
        </p:nvSpPr>
        <p:spPr>
          <a:xfrm>
            <a:off x="720090" y="5050727"/>
            <a:ext cx="10751820" cy="26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2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words change. A shared layout keeps the evidence readable when the words change. A shared layout keeps</a:t>
            </a:r>
            <a:endParaRPr lang="en-US" sz="1725" dirty="0"/>
          </a:p>
        </p:txBody>
      </p:sp>
      <p:sp>
        <p:nvSpPr>
          <p:cNvPr id="17" name="Text 15"/>
          <p:cNvSpPr/>
          <p:nvPr/>
        </p:nvSpPr>
        <p:spPr>
          <a:xfrm>
            <a:off x="720090" y="5317998"/>
            <a:ext cx="10751820" cy="26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2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evidence readable when the words change. "</a:t>
            </a:r>
            <a:endParaRPr lang="en-US" sz="1725" dirty="0"/>
          </a:p>
        </p:txBody>
      </p:sp>
      <p:sp>
        <p:nvSpPr>
          <p:cNvPr id="18" name="Text 16"/>
          <p:cNvSpPr/>
          <p:nvPr/>
        </p:nvSpPr>
        <p:spPr>
          <a:xfrm>
            <a:off x="720090" y="5940362"/>
            <a:ext cx="10751820" cy="1975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75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reviewer - Recorded interview</a:t>
            </a:r>
            <a:endParaRPr lang="en-US" sz="127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4.title line 0"/>
          <p:cNvSpPr/>
          <p:nvPr>
            <p:custDataLst>
              <p:tags r:id="rId1"/>
            </p:custDataLst>
          </p:nvPr>
        </p:nvSpPr>
        <p:spPr>
          <a:xfrm>
            <a:off x="551808" y="548640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quote and its source</a:t>
            </a:r>
            <a:endParaRPr lang="en-US" sz="4050" dirty="0"/>
          </a:p>
        </p:txBody>
      </p:sp>
      <p:sp>
        <p:nvSpPr>
          <p:cNvPr id="3" name="Text 1"/>
          <p:cNvSpPr/>
          <p:nvPr/>
        </p:nvSpPr>
        <p:spPr>
          <a:xfrm>
            <a:off x="720090" y="1576197"/>
            <a:ext cx="10751820" cy="325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"Keep the complete source visible."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720090" y="4755071"/>
            <a:ext cx="10751820" cy="1975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75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attribution Long attribution Long attribution Long attribution Long attribution Long attribution Long attribution Long attribution Long attribution Long</a:t>
            </a:r>
            <a:endParaRPr lang="en-US" sz="1275" dirty="0"/>
          </a:p>
        </p:txBody>
      </p:sp>
      <p:sp>
        <p:nvSpPr>
          <p:cNvPr id="5" name="Text 3"/>
          <p:cNvSpPr/>
          <p:nvPr/>
        </p:nvSpPr>
        <p:spPr>
          <a:xfrm>
            <a:off x="720090" y="4952619"/>
            <a:ext cx="10751820" cy="1975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75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attribution Long attribution Long attribution Long attribution Long attribution Long attribution Long attribution Long attribution Long attribution Long attribution</a:t>
            </a:r>
            <a:endParaRPr lang="en-US" sz="1275" dirty="0"/>
          </a:p>
        </p:txBody>
      </p:sp>
      <p:sp>
        <p:nvSpPr>
          <p:cNvPr id="6" name="Text 4"/>
          <p:cNvSpPr/>
          <p:nvPr/>
        </p:nvSpPr>
        <p:spPr>
          <a:xfrm>
            <a:off x="720090" y="5150168"/>
            <a:ext cx="10751820" cy="1975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75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attribution Long attribution Long attribution Long attribution Long attribution Long attribution Long attribution Long attribution Long attribution Long</a:t>
            </a:r>
            <a:endParaRPr lang="en-US" sz="1275" dirty="0"/>
          </a:p>
        </p:txBody>
      </p:sp>
      <p:sp>
        <p:nvSpPr>
          <p:cNvPr id="7" name="Text 5"/>
          <p:cNvSpPr/>
          <p:nvPr/>
        </p:nvSpPr>
        <p:spPr>
          <a:xfrm>
            <a:off x="720090" y="5347716"/>
            <a:ext cx="10751820" cy="1975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75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attribution Long attribution Long attribution Long attribution Long attribution Long attribution Long attribution Long attribution Long attribution Long attribution</a:t>
            </a:r>
            <a:endParaRPr lang="en-US" sz="1275" dirty="0"/>
          </a:p>
        </p:txBody>
      </p:sp>
      <p:sp>
        <p:nvSpPr>
          <p:cNvPr id="8" name="Text 6"/>
          <p:cNvSpPr/>
          <p:nvPr/>
        </p:nvSpPr>
        <p:spPr>
          <a:xfrm>
            <a:off x="720090" y="5545265"/>
            <a:ext cx="10751820" cy="1975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75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attribution Long attribution Long attribution Long attribution Long attribution Long attribution Long attribution Long attribution Long attribution Long</a:t>
            </a:r>
            <a:endParaRPr lang="en-US" sz="1275" dirty="0"/>
          </a:p>
        </p:txBody>
      </p:sp>
      <p:sp>
        <p:nvSpPr>
          <p:cNvPr id="9" name="Text 7"/>
          <p:cNvSpPr/>
          <p:nvPr/>
        </p:nvSpPr>
        <p:spPr>
          <a:xfrm>
            <a:off x="720090" y="5742813"/>
            <a:ext cx="10751820" cy="1975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75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attribution Long attribution Long attribution Long attribution Long attribution Long attribution Long attribution Long attribution Long attribution Long attribution</a:t>
            </a:r>
            <a:endParaRPr lang="en-US" sz="1275" dirty="0"/>
          </a:p>
        </p:txBody>
      </p:sp>
      <p:sp>
        <p:nvSpPr>
          <p:cNvPr id="10" name="Text 8"/>
          <p:cNvSpPr/>
          <p:nvPr/>
        </p:nvSpPr>
        <p:spPr>
          <a:xfrm>
            <a:off x="720090" y="5940362"/>
            <a:ext cx="10751820" cy="1975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75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attribution Long attribution Long attribution - Recorded interview</a:t>
            </a:r>
            <a:endParaRPr lang="en-US" sz="127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5.title line 0"/>
          <p:cNvSpPr/>
          <p:nvPr>
            <p:custDataLst>
              <p:tags r:id="rId1"/>
            </p:custDataLst>
          </p:nvPr>
        </p:nvSpPr>
        <p:spPr>
          <a:xfrm>
            <a:off x="551808" y="548640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quote and its source</a:t>
            </a:r>
            <a:endParaRPr lang="en-US" sz="4050" dirty="0"/>
          </a:p>
        </p:txBody>
      </p:sp>
      <p:sp>
        <p:nvSpPr>
          <p:cNvPr id="3" name="Text 1"/>
          <p:cNvSpPr/>
          <p:nvPr/>
        </p:nvSpPr>
        <p:spPr>
          <a:xfrm>
            <a:off x="720090" y="1576197"/>
            <a:ext cx="10751820" cy="325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"This source keeps the selected readability floor."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720090" y="5301234"/>
            <a:ext cx="107518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 source Repeated source Repeated source Repeated source Repeated source Repeated source Repeated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20090" y="5580126"/>
            <a:ext cx="107518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Repeated source Repeated source Repeated source Repeated source Repeated source Repeated source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20090" y="5859018"/>
            <a:ext cx="107518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 source Repeated source - Recorded interview</a:t>
            </a:r>
            <a:endParaRPr lang="en-US" sz="1800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469746C65222C226669656C64223A227469746C65222C226C696E65223A302C22636F756E74223A317D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12E7469746C65222C226669656C64223A227469746C65222C226C696E65223A302C22636F756E74223A317D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22E7469746C65222C226669656C64223A227469746C65222C226C696E65223A302C22636F756E74223A317D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32E7469746C65222C226669656C64223A227469746C65222C226C696E65223A302C22636F756E74223A317D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42E7469746C65222C226669656C64223A227469746C65222C226C696E65223A302C22636F756E74223A317D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52E7469746C65222C226669656C64223A227469746C65222C226C696E65223A302C22636F756E74223A317D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1100</Words>
  <Application>Microsoft Office PowerPoint</Application>
  <PresentationFormat>Widescreen</PresentationFormat>
  <Paragraphs>78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Michael Grimm</cp:lastModifiedBy>
  <cp:revision>1</cp:revision>
  <dcterms:created xsi:type="dcterms:W3CDTF">1980-01-01T00:00:00Z</dcterms:created>
  <dcterms:modified xsi:type="dcterms:W3CDTF">2026-09-10T19:06:15Z</dcterms:modified>
</cp:coreProperties>
</file>