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7777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6767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Native Body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anchor="t" marT="76200" marR="95250" marB="38100" marL="95250">
                    <a:lnL w="9525" cap="flat" cmpd="sng" algn="ctr">
                      <a:solidFill>
                        <a:srgbClr val="3AC67A"/>
                      </a:solidFill>
                      <a:prstDash val="soli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