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59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90222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725116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64618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187173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245344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39831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2026-09-10T18:58:46Z</dcterms:modified>
</cp:coreProperties>
</file>