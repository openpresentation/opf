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2E13-5B2B-2891-C4AE-EE652C377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02550-0797-34C5-5037-CE37C1D79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087C7-5ADE-4CFE-C7F8-2E9B68BA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D3E87-C0D6-66E0-D614-A0AA12E4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CDCF-B0BA-8AFA-C476-41BFA22F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4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8680-AD51-847B-8F27-19554EE0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3502-DFDC-29F9-4DD3-506794D0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3B576-1225-B080-D5A6-EB6E9255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E0DFD-9F23-65C2-5C53-B1C5F0AE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D1EB5-80EC-7A66-F64C-99C3D024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8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7004-5BFD-A15F-F7F1-2B9AC680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A96A6-8D6D-8DBF-5C90-FDC33BDF9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A9DB2-B45D-29DA-F86E-31D45380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4F7B-EC9E-9D38-E99D-EB6421AB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065E-95F4-D7E7-A007-0E4B59F5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8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6DEF-E383-85C1-C864-20DA1558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FB2B-D308-E29F-BA6E-14CE7A09C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A47A9-1F3E-BA65-CB6D-58C21F7F6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A64E8-D8C7-5A01-0A63-DAF69F54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8F7E8-11AB-F22C-DA3A-86F5826E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76F5-F8B4-59C4-F1ED-D11F75C9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9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8204-472D-E26C-6268-E29E801EA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07F3B-ABA9-FFE5-F9F6-2760FD2FF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19CE3-289C-7992-B990-AC73907E5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CED86-9252-1F50-7D95-B465A5AC9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93E0C-FA69-20C2-E5ED-0A9C8759B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2E0F7-6019-49A9-A09D-47B6917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309BA-6E8C-CD70-BB34-12A35DB9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355B7-AC2E-1ADD-184A-0808A3A8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3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203C-AC00-CCF2-A76F-93E6E455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51D53-ABCE-9129-9EEC-C47CCFF2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85D71-597B-4083-5A4A-D2BA7D11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6E24D-355E-8118-87BD-D9C58732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2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4C733-4EC0-A1BD-9E64-121D9208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580E6-2217-57BC-ADA7-F4AFA200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F23A9-F782-790E-7B59-E7933992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6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5E5E-B044-D8AB-920E-D558A6A7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4864-7ACB-4BED-BBE8-020E517A1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04414-8187-D74D-B2DB-F6DCAB174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D2929-26C8-BF05-684F-7DAEEE55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F5449-A6AB-B2DD-A182-5BB0A3B9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4CD78-BCAB-37EB-3C31-2EA14698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0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9BA8-6490-2BE3-0EB2-D366E542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50064-CC1F-0147-67C5-1EBE52FB9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D6173-FBB2-9FE3-0E19-96676863F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70ADE-1D4C-8170-50BE-0064FA2F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BB8C2-73F0-E6C5-7013-00AA13D6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739DC-0FCF-29AC-4B25-A0834C8A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5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8103-965C-0232-9BC8-D70AAE3A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15080-81B4-36B7-18E6-D3E09E538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5ED63-19F0-9F01-CDF5-B64C0470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FDB4-4DB3-AF83-0E05-BE0A5399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5D3AE-9561-0AFE-787F-615037D5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9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9C57D-26F0-48D7-0C10-D30EBD823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EDFA9-B5A8-72DD-F3AD-61786A3DB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EAF85-8652-9E08-D42C-8A8AA110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30DFA-7C6F-1C28-3D70-AE32C824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6DA8C-A399-CE73-359C-F7A7B0A5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9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2AF67-D14A-6DB9-699E-959B7D3A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C6FC8-DF84-8C6C-4A4E-A8A247B96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C621-06E2-C34A-866A-BEB6A7E4C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00692-4188-4B72-AA24-0C957BDD93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01D4-BE3B-19E8-8286-5A1714AF6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B08C4-CAFC-6596-1125-6032C71EC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6FF13-0B77-48E5-BE8F-6C7AEB03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2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2026-09-10T18:36:03Z</dcterms:created>
  <dcterms:modified xsi:type="dcterms:W3CDTF">2026-09-10T18:36:03Z</dcterms:modified>
</cp:coreProperties>
</file>