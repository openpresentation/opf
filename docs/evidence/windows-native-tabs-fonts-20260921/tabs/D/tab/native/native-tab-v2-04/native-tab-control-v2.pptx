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2ACC-EFB1-9144-6D71-A6EE0FA72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B46C7-F593-9671-9476-B1BCDEA13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D3BB-0EAF-6CDC-C51A-D73C385C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467CC-F263-9565-DB62-7A8C0DA5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54926-1D06-EB04-2DAA-1172E86B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6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8C68-4216-F31E-6933-12ADC930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2BF4-21BC-19A5-0BBC-94DC7D656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DECF7-7ACB-1313-E14E-689D3C5D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4E19C-A58C-02DD-0BA9-3A3A7961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FEFE-2DA9-EB98-D0E8-99C02479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3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CB10-93FB-F0CD-16CC-148393643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91F76-3915-6DC9-84E6-CD0B1954F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BAEB8-0A25-B69C-B34D-688F569E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6D4-3F27-394C-527C-EBA35C67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02EEF-4141-9E06-496D-4E49C7DD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7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DC18-D210-E1E6-FAB0-B45054E3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2623-1FBF-7705-BA8D-E69AD1409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C722A-FEB2-B097-10AB-7E22D6E76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82E87-AAF1-90BE-B67A-F3D901D8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AB167-1A25-9DC5-386E-E05B94E1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56A12-7EB3-420F-BF9D-51B51D45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3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D414-10EE-6E8D-3DC8-D34220F7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1454C-0557-A557-2878-42AAA2B02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7D301-7E7B-4283-A635-2F16DF6C9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FE1C1-E5F2-3FC9-809C-39F3DE343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CD6B9-A258-DBA2-B254-C28EF34C9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F5BC9-2319-43B5-92AF-C5786F9C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EC8D2-ADD6-C352-55B2-689594B8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E9BD8-F6B9-4D46-AB7B-2FE0B339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7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A79E-66CD-B738-255E-76B86532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07A86-9720-37B9-25A1-3983E3F1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BC099-070E-7F9A-5546-7036BF32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19115-1BC2-1DF6-8004-100C2786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0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8DCB4-99E4-F8DE-835B-02CE2C30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13A05-1B13-F64F-1ED5-2EF30DC4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05DE7-00B6-2CF8-A503-08895651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3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0D39-0070-6303-CE99-04D8E59E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11579-64A8-83CF-96F8-B2C2D4DB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26C5A-33EA-7BA4-5C82-76E209129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875D7-5128-EF78-C226-FF1271EE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91E3F-B04F-D4A3-5115-91647280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A9272-ED21-BA33-5266-8C91DAD6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7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70F8-AC8A-F4E6-D44A-95A74821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D4448-D6E3-4738-36E3-1D32C7BF4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B1392-1110-9EFA-7D7D-3608A43F6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C8D80-7D0D-E1A2-8745-D7458631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4C1A-74EE-037D-5B7E-F9BD156E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C98EB-ADC7-7616-511E-4C7033BE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813D-5CC7-B290-A58C-4762065E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AB24-D340-5D3C-60A5-6809DB915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33B25-E514-C848-E2AE-176480FB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7A19-68BE-4C3B-A0BE-8AEDAD1C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958A-269B-B36C-595D-9AA9F00F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7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12104-DC7F-C125-C651-B7E789A01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590D3-F08A-6D52-A6C5-8D11791A1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3DC6A-B75D-E71A-DE70-023B035D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4085F-C29D-CEFC-4752-7760B7E7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AE9CB-3DA2-488F-D618-DE192633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9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58E6B-959A-FF2C-AA7E-6D492D9F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13A65-FB06-3D6B-6F64-9E02959D3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4600-D1B2-5B5E-F029-BF3AFE09A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4A103-6944-4FA1-8115-2C992F46C29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84CEA-55A6-017D-80F7-A63B9417A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C443-27FB-847E-A897-261B9A6B1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06A59-CDC0-4EFD-A864-796D58845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9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95C4F648-354B-1183-ECB3-611F4D311B54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B14805EC-1225-A0A0-C948-85854B0162CD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8EB5AD13-6766-2B4C-6380-4801F2394E31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C87A4413-7448-830C-8A26-B83FD8EB30BC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90DB1356-5F76-E54E-B235-6690CF104798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ECF8C8FD-5191-C8C5-1688-E1DE8402DC56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1919E328-6A2D-5338-3779-8CAE2BA488DC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E3D48B70-4E43-CC19-9027-C1A7C63B2142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B5E451FF-E4C3-F6A0-5AF8-2CF7194CE91F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BE4FB5BA-C831-C9A3-6E11-8E493FB7692C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B6AA8159-B04F-850D-B69F-1856023B0EEB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B55EE417-E750-0E67-2C5C-20ECB962CEB0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8664B3AF-7F56-7AB2-E940-6BFC380644F6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7B49F990-7F99-40BF-1AFF-D58D28615EF6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32D85DED-CE2A-FF74-97A1-DCE497137437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CBF77C8F-F0F8-91F3-0201-DC351FF05FC5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32FD54CA-D450-7D67-0D06-A29BF531B0FB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61FCE7FF-EFCE-4E63-9D05-F6051FC0E884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88435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2026-09-21T19:09:17Z</dcterms:created>
  <dcterms:modified xsi:type="dcterms:W3CDTF">2026-09-21T19:09:17Z</dcterms:modified>
</cp:coreProperties>
</file>