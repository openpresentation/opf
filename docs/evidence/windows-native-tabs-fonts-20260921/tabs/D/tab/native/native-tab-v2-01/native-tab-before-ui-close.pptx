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4A80-0411-1CDF-0D50-EB8CC720B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B7B197-4964-BD2C-0518-34E6B6074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6CA9D-830E-62AA-34F9-6C25B11D5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53CA3-832F-4383-B5D1-F53C61CC4A8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B49E7-3560-3FC1-63AE-54C51376B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67258-00CD-8544-C8BE-4F543500F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D08CF-4A9D-4938-A5D0-2BEF84EC6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022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7B27F-04D9-2291-5598-65E36F3FF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DF8E5-CDD9-B935-2957-B99CC2DEF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C529C-C5BC-3D3B-6BBC-74D767AB7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53CA3-832F-4383-B5D1-F53C61CC4A8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56620-2863-B766-3939-1DF01D7B9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FA227-A2E2-7B6F-B76C-478E5F68E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D08CF-4A9D-4938-A5D0-2BEF84EC6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573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8F4B7-35FA-EEC3-3BD9-00959619A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B5A60-8D35-D37B-618D-DE9576E3A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FED78-956F-77F3-853E-B15607A0F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53CA3-832F-4383-B5D1-F53C61CC4A8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E5F7D-2EB4-3651-071E-33F5DB1D0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A519D-0E62-B65B-D17F-9D80276EB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D08CF-4A9D-4938-A5D0-2BEF84EC6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73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29FB3-35BC-1F70-9A02-1083491B4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C4C3B-247D-8D6F-A647-BEEF86008C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5F951-41A5-25D4-F7D7-BE71C1220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0EC70-49A7-74C8-57B1-627ED1327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53CA3-832F-4383-B5D1-F53C61CC4A8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3CE1D-4A57-ED44-88C3-1EAF3231D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71C4F-5FA6-18E9-5A84-85A9F9CE5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D08CF-4A9D-4938-A5D0-2BEF84EC6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19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3CC8C-C63E-A407-4DCC-EB745CE04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28EFB-99AB-6001-E97A-5B709C615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A0BA88-7375-AADF-0BA0-00A008DD2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6864BC-331C-BEE2-9885-78DE36251F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97110B-E499-1B4D-A838-095FA258C8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7A7361-2F8B-5B01-35CA-8ED674714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53CA3-832F-4383-B5D1-F53C61CC4A8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7D164B-802E-C8AC-EA1D-5828F5050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1903CE-923B-BB65-2D54-57B1D496A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D08CF-4A9D-4938-A5D0-2BEF84EC6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78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1C06C-16DC-0D77-7B56-8B369C509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08939A-9AA6-0D3B-F22C-693D6F647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53CA3-832F-4383-B5D1-F53C61CC4A8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4462F-CF97-4B53-91FA-AF86E302B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F3034-5F87-2461-29B3-F9880C541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D08CF-4A9D-4938-A5D0-2BEF84EC6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84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5F47F-C62F-4F41-316C-1428867B7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53CA3-832F-4383-B5D1-F53C61CC4A8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55D95-3F4B-780E-263B-AD035849F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207E2-809A-37B3-2980-F2EA18476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D08CF-4A9D-4938-A5D0-2BEF84EC6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566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20D8F-7FB8-6E47-A70B-35574D203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3DEFB-C0FC-4E8C-556A-0FA557C12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51E715-2279-C7C6-024A-B8ACF3CC4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1EC783-AEED-A5AD-B3C6-5D55B8753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53CA3-832F-4383-B5D1-F53C61CC4A8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158EB8-846D-C136-8044-9DB8B8DB8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93216-3E4C-8F7E-E4B2-56560885B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D08CF-4A9D-4938-A5D0-2BEF84EC6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63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11CEC-2516-BFB7-4404-4A81C2AC2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2A99B4-4078-44AA-9A92-881CD929FA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8BE819-3556-5E30-7002-D78B415A0A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CB6E27-1FBF-71E6-1096-788490985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53CA3-832F-4383-B5D1-F53C61CC4A8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703A2-495E-9D50-1CE5-8CCD432CD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F04477-343D-C84C-EE3F-27555964D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D08CF-4A9D-4938-A5D0-2BEF84EC6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22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CB48C-6CF8-6F22-2C56-4331AD96E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AD1DBC-ECDA-35FB-18EA-A431015B0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474C-5FFC-B9F4-35C8-9A96994E4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53CA3-832F-4383-B5D1-F53C61CC4A8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3D646-49C0-02BB-FB60-8B9ABB02E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F3E6D-27F9-19B7-DD69-E6E419BFD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D08CF-4A9D-4938-A5D0-2BEF84EC6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654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86E71B-5C27-3916-F0C0-B58376A8AF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828DAB-0AD1-196A-CF9D-100BB77EE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0B1F8-80EE-8D75-D120-6D477749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53CA3-832F-4383-B5D1-F53C61CC4A8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C2E64-1508-7684-1C17-5A2AB9AA8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86B98-2950-6E37-32D5-F1D878D0F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D08CF-4A9D-4938-A5D0-2BEF84EC6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92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2ED687-D404-CDBF-AD3F-D895FAF55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AAC3C-65EF-FDD3-E10D-054080237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AADB9-CB94-79E6-996D-D5A6E50137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453CA3-832F-4383-B5D1-F53C61CC4A8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25BCC-0BD1-0621-D437-1C381BD5F8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5B05B-BDB4-56DF-79EC-C62B0C4E5C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4D08CF-4A9D-4938-A5D0-2BEF84EC6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63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reate.pair-0.tab.name.set">
            <a:extLst>
              <a:ext uri="{FF2B5EF4-FFF2-40B4-BE49-F238E27FC236}">
                <a16:creationId xmlns:a16="http://schemas.microsoft.com/office/drawing/2014/main" id="{51B4898A-7966-0EBF-BDEF-C380E600FF39}"/>
              </a:ext>
            </a:extLst>
          </p:cNvPr>
          <p:cNvSpPr txBox="1"/>
          <p:nvPr/>
        </p:nvSpPr>
        <p:spPr>
          <a:xfrm>
            <a:off x="411480" y="2540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375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3" name="create.pair-0.literal.name.set">
            <a:extLst>
              <a:ext uri="{FF2B5EF4-FFF2-40B4-BE49-F238E27FC236}">
                <a16:creationId xmlns:a16="http://schemas.microsoft.com/office/drawing/2014/main" id="{37021DFC-6502-4EE9-E39F-D6291C1D986D}"/>
              </a:ext>
            </a:extLst>
          </p:cNvPr>
          <p:cNvSpPr txBox="1"/>
          <p:nvPr/>
        </p:nvSpPr>
        <p:spPr>
          <a:xfrm>
            <a:off x="617855" y="5207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4" name="create.pair-1.tab.name.set">
            <a:extLst>
              <a:ext uri="{FF2B5EF4-FFF2-40B4-BE49-F238E27FC236}">
                <a16:creationId xmlns:a16="http://schemas.microsoft.com/office/drawing/2014/main" id="{5A62800A-63FA-065D-DB46-CF2975B83C81}"/>
              </a:ext>
            </a:extLst>
          </p:cNvPr>
          <p:cNvSpPr txBox="1"/>
          <p:nvPr/>
        </p:nvSpPr>
        <p:spPr>
          <a:xfrm>
            <a:off x="411480" y="914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502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5" name="create.pair-1.literal.name.set">
            <a:extLst>
              <a:ext uri="{FF2B5EF4-FFF2-40B4-BE49-F238E27FC236}">
                <a16:creationId xmlns:a16="http://schemas.microsoft.com/office/drawing/2014/main" id="{EB26B99A-BBC3-2FE5-0FEF-DAFE3FFAE6C4}"/>
              </a:ext>
            </a:extLst>
          </p:cNvPr>
          <p:cNvSpPr txBox="1"/>
          <p:nvPr/>
        </p:nvSpPr>
        <p:spPr>
          <a:xfrm>
            <a:off x="617982" y="11811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6" name="create.pair-2.tab.name.set">
            <a:extLst>
              <a:ext uri="{FF2B5EF4-FFF2-40B4-BE49-F238E27FC236}">
                <a16:creationId xmlns:a16="http://schemas.microsoft.com/office/drawing/2014/main" id="{B90BF752-18B8-91BE-E8A5-114291DCA06A}"/>
              </a:ext>
            </a:extLst>
          </p:cNvPr>
          <p:cNvSpPr txBox="1"/>
          <p:nvPr/>
        </p:nvSpPr>
        <p:spPr>
          <a:xfrm>
            <a:off x="411480" y="1574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629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7" name="create.pair-2.literal.name.set">
            <a:extLst>
              <a:ext uri="{FF2B5EF4-FFF2-40B4-BE49-F238E27FC236}">
                <a16:creationId xmlns:a16="http://schemas.microsoft.com/office/drawing/2014/main" id="{0A1B94DA-13EB-2B09-D2F4-93592CF19417}"/>
              </a:ext>
            </a:extLst>
          </p:cNvPr>
          <p:cNvSpPr txBox="1"/>
          <p:nvPr/>
        </p:nvSpPr>
        <p:spPr>
          <a:xfrm>
            <a:off x="618109" y="1841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8" name="create.pair-3.tab.name.set">
            <a:extLst>
              <a:ext uri="{FF2B5EF4-FFF2-40B4-BE49-F238E27FC236}">
                <a16:creationId xmlns:a16="http://schemas.microsoft.com/office/drawing/2014/main" id="{2763A792-11F1-2BDC-5736-7CF162DA9D60}"/>
              </a:ext>
            </a:extLst>
          </p:cNvPr>
          <p:cNvSpPr txBox="1"/>
          <p:nvPr/>
        </p:nvSpPr>
        <p:spPr>
          <a:xfrm>
            <a:off x="411480" y="2235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722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9" name="create.pair-3.literal.name.set">
            <a:extLst>
              <a:ext uri="{FF2B5EF4-FFF2-40B4-BE49-F238E27FC236}">
                <a16:creationId xmlns:a16="http://schemas.microsoft.com/office/drawing/2014/main" id="{DA99D7F0-7C72-59D3-BDC2-3E7610A49E55}"/>
              </a:ext>
            </a:extLst>
          </p:cNvPr>
          <p:cNvSpPr txBox="1"/>
          <p:nvPr/>
        </p:nvSpPr>
        <p:spPr>
          <a:xfrm>
            <a:off x="618202" y="25019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0" name="create.pair-4.tab.name.set">
            <a:extLst>
              <a:ext uri="{FF2B5EF4-FFF2-40B4-BE49-F238E27FC236}">
                <a16:creationId xmlns:a16="http://schemas.microsoft.com/office/drawing/2014/main" id="{454C4CE1-EF46-AC02-3FC2-AAEB797DFFA9}"/>
              </a:ext>
            </a:extLst>
          </p:cNvPr>
          <p:cNvSpPr txBox="1"/>
          <p:nvPr/>
        </p:nvSpPr>
        <p:spPr>
          <a:xfrm>
            <a:off x="411480" y="2895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756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1" name="create.pair-4.literal.name.set">
            <a:extLst>
              <a:ext uri="{FF2B5EF4-FFF2-40B4-BE49-F238E27FC236}">
                <a16:creationId xmlns:a16="http://schemas.microsoft.com/office/drawing/2014/main" id="{1997B868-B4A8-56D1-2B86-57211BA130B9}"/>
              </a:ext>
            </a:extLst>
          </p:cNvPr>
          <p:cNvSpPr txBox="1"/>
          <p:nvPr/>
        </p:nvSpPr>
        <p:spPr>
          <a:xfrm>
            <a:off x="618236" y="31623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2" name="create.pair-5.tab.name.set">
            <a:extLst>
              <a:ext uri="{FF2B5EF4-FFF2-40B4-BE49-F238E27FC236}">
                <a16:creationId xmlns:a16="http://schemas.microsoft.com/office/drawing/2014/main" id="{95AFD27C-0F18-1301-3642-6A449F5C71D7}"/>
              </a:ext>
            </a:extLst>
          </p:cNvPr>
          <p:cNvSpPr txBox="1"/>
          <p:nvPr/>
        </p:nvSpPr>
        <p:spPr>
          <a:xfrm>
            <a:off x="411480" y="35560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883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3" name="create.pair-5.literal.name.set">
            <a:extLst>
              <a:ext uri="{FF2B5EF4-FFF2-40B4-BE49-F238E27FC236}">
                <a16:creationId xmlns:a16="http://schemas.microsoft.com/office/drawing/2014/main" id="{330ABF02-8524-DD3C-595C-AFD83B72D716}"/>
              </a:ext>
            </a:extLst>
          </p:cNvPr>
          <p:cNvSpPr txBox="1"/>
          <p:nvPr/>
        </p:nvSpPr>
        <p:spPr>
          <a:xfrm>
            <a:off x="618363" y="38227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4" name="create.pair-6.tab.name.set">
            <a:extLst>
              <a:ext uri="{FF2B5EF4-FFF2-40B4-BE49-F238E27FC236}">
                <a16:creationId xmlns:a16="http://schemas.microsoft.com/office/drawing/2014/main" id="{F0F891DF-3E52-2CEE-FFCC-1954F369C729}"/>
              </a:ext>
            </a:extLst>
          </p:cNvPr>
          <p:cNvSpPr txBox="1"/>
          <p:nvPr/>
        </p:nvSpPr>
        <p:spPr>
          <a:xfrm>
            <a:off x="411480" y="4216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7010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5" name="create.pair-6.literal.name.set">
            <a:extLst>
              <a:ext uri="{FF2B5EF4-FFF2-40B4-BE49-F238E27FC236}">
                <a16:creationId xmlns:a16="http://schemas.microsoft.com/office/drawing/2014/main" id="{2D6EEFB5-E6C4-ED07-8DF1-92CB8A269B8F}"/>
              </a:ext>
            </a:extLst>
          </p:cNvPr>
          <p:cNvSpPr txBox="1"/>
          <p:nvPr/>
        </p:nvSpPr>
        <p:spPr>
          <a:xfrm>
            <a:off x="618490" y="44831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6" name="create.pair-7.tab.name.set">
            <a:extLst>
              <a:ext uri="{FF2B5EF4-FFF2-40B4-BE49-F238E27FC236}">
                <a16:creationId xmlns:a16="http://schemas.microsoft.com/office/drawing/2014/main" id="{D3F6E268-1E80-C604-F83E-501D68706E4D}"/>
              </a:ext>
            </a:extLst>
          </p:cNvPr>
          <p:cNvSpPr txBox="1"/>
          <p:nvPr/>
        </p:nvSpPr>
        <p:spPr>
          <a:xfrm>
            <a:off x="411480" y="4876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7137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7" name="create.pair-7.literal.name.set">
            <a:extLst>
              <a:ext uri="{FF2B5EF4-FFF2-40B4-BE49-F238E27FC236}">
                <a16:creationId xmlns:a16="http://schemas.microsoft.com/office/drawing/2014/main" id="{7D3DD45E-E110-42CE-C847-9B14194A8FFC}"/>
              </a:ext>
            </a:extLst>
          </p:cNvPr>
          <p:cNvSpPr txBox="1"/>
          <p:nvPr/>
        </p:nvSpPr>
        <p:spPr>
          <a:xfrm>
            <a:off x="618617" y="5143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8" name="create.pair-8.tab.name.set">
            <a:extLst>
              <a:ext uri="{FF2B5EF4-FFF2-40B4-BE49-F238E27FC236}">
                <a16:creationId xmlns:a16="http://schemas.microsoft.com/office/drawing/2014/main" id="{A1C66025-241C-B7A5-D5FE-4D8178617A33}"/>
              </a:ext>
            </a:extLst>
          </p:cNvPr>
          <p:cNvSpPr txBox="1"/>
          <p:nvPr/>
        </p:nvSpPr>
        <p:spPr>
          <a:xfrm>
            <a:off x="411480" y="5537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981931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9" name="create.pair-8.literal.name.set">
            <a:extLst>
              <a:ext uri="{FF2B5EF4-FFF2-40B4-BE49-F238E27FC236}">
                <a16:creationId xmlns:a16="http://schemas.microsoft.com/office/drawing/2014/main" id="{EEA4965F-7C81-BAE6-3CBD-5B3D75A701A6}"/>
              </a:ext>
            </a:extLst>
          </p:cNvPr>
          <p:cNvSpPr txBox="1"/>
          <p:nvPr/>
        </p:nvSpPr>
        <p:spPr>
          <a:xfrm>
            <a:off x="1393411" y="58039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</p:spTree>
    <p:extLst>
      <p:ext uri="{BB962C8B-B14F-4D97-AF65-F5344CB8AC3E}">
        <p14:creationId xmlns:p14="http://schemas.microsoft.com/office/powerpoint/2010/main" val="825843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Grimm</dc:creator>
  <cp:lastModifiedBy>Michael Grimm</cp:lastModifiedBy>
  <cp:revision>1</cp:revision>
  <dcterms:created xsi:type="dcterms:W3CDTF">2026-09-21T18:37:37Z</dcterms:created>
  <dcterms:modified xsi:type="dcterms:W3CDTF">2026-09-21T18:37:37Z</dcterms:modified>
</cp:coreProperties>
</file>