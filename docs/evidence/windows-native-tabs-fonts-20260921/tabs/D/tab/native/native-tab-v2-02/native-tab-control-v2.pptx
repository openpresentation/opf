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5F8F3-6E9B-84F2-77CA-450DB2472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0F73C-FA81-E468-D6F6-F8C3043FE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74B78-70E0-7165-62A4-EC383238A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35896-54D0-C279-F092-3A6EF8E5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5FBE0-53D6-C219-DDA1-26DF2A2FC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636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6DEF2-71B3-EE23-24AC-915724B33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2C282-EAB5-AB10-CEA0-45D49650B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5505F-DF5A-A310-0746-3EDE3A3AB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B26B1-5B80-DAA0-B00D-EBB3F04B5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2E549-A17F-E7BB-C059-FC29A504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59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51D01-74CE-0FC9-F9AB-A8BB843B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A3AAC-8261-2175-2B49-5608A146D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6F5E1-7EA5-8865-2B85-10C933364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F5B313-9928-0AEE-9344-794DB527F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67DE3-613F-5090-D879-3AFF27492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79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5D251-D747-E9B2-77A4-49D84171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2BD6C-15C3-FE5F-D33D-0D426E1A4B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896E95-2409-4999-5D9C-847D2EB935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F5C0E-1706-F3A4-A55B-6A75A6CD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27DC1-F270-9326-F59D-B92C31A98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C9EF5-F2AC-A133-B856-4D1ACE1B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12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5C3D-3E29-7D9F-1B07-BE964B3FF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B57B4-9B31-6880-7D8B-39A2AAC54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4AABBF-DE9A-0E73-4D57-5F3C35092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27F08E-B9AD-388A-4430-5BA31ACF5E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156D2B-7684-1F0B-5146-E3D0A4400A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FB7ED7-9C36-B764-C096-7FC41EACB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7194DC-E257-6765-85B6-5BD29A247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7343A0-3D2F-7CEE-2A14-1012AC1D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3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B2C3B-AD71-121A-5D4F-0EDE5DAC7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FD6FA-B21C-7409-EA92-EFA7D6B68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1C1BE-6A3F-37B2-C93D-930CCA515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C59A6-CEF8-CFF6-35D5-43D995F3B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4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6333C-8834-92F2-F96E-D109AC5EF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2B900-EABC-2563-6B9E-A4CBF870E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5C809-6435-38A6-7C3A-B56F66CA6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592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F71E8-85AD-C7BF-D759-BEA168172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4CBE0-FC96-7CF3-F322-F2C64A402B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9E2A8-BD86-4A8F-CD42-DA26CB75F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D8EEC-5CAB-CC55-C61C-CB2BABB3F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7FAFA-28AF-C758-BB3B-947FED36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808B80-A3A5-869F-248D-AC84A19D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00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C098A-9567-3C76-38FA-56FC64620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875DD5-BD20-2D1D-93D8-1EFFB68699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DE390-058D-6337-6D9E-C5A54497B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4DFBD-76B4-3813-E909-689137B2E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24579-6BE7-E7AD-9306-62B6EBCD5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BB259-5A9F-8356-174E-42BBAFB8F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234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1E180-D75F-FBD8-0EDF-EFCF8254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ACC068-F7B9-DDFF-21EE-7591E558FB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C5103-DA3A-0589-4102-D7E32B98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B7D084-45FF-0B16-18FA-A777AE8DC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048FA-8C9C-D807-93CB-11C235514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535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36F509-2313-DD8A-1647-253CF96C07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CAB36-1F94-2AC5-8CC2-321678CEC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BAF943-1479-E829-1BEF-3DF2126AE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5AEDD7-F457-ECFF-EC5B-524BE45F7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FB99EF-15A4-206B-38B4-BB61F331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5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01AB36-98F0-C075-DD3E-6FFDDCD4B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FAF1D-2666-B3C5-6877-D72F7CDE5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48603-CD86-0B3A-DC97-8EB217C4A4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B7CB3-976A-4519-9F4A-0263FDF7B2E2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DDBD3-3025-3DE8-FE4E-CCEC9DAD0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664B5-026B-0F35-9000-A70452FDEF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1A4A89-7E56-432A-B367-67A40890B7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21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-0">
            <a:extLst>
              <a:ext uri="{FF2B5EF4-FFF2-40B4-BE49-F238E27FC236}">
                <a16:creationId xmlns:a16="http://schemas.microsoft.com/office/drawing/2014/main" id="{E17F06E9-20C7-1CC7-E9D0-0A6BDB4032BD}"/>
              </a:ext>
            </a:extLst>
          </p:cNvPr>
          <p:cNvSpPr txBox="1"/>
          <p:nvPr/>
        </p:nvSpPr>
        <p:spPr>
          <a:xfrm>
            <a:off x="411480" y="254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375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3" name="literal-0">
            <a:extLst>
              <a:ext uri="{FF2B5EF4-FFF2-40B4-BE49-F238E27FC236}">
                <a16:creationId xmlns:a16="http://schemas.microsoft.com/office/drawing/2014/main" id="{9293DB11-41E6-592E-3DD4-BEEC11A95FC1}"/>
              </a:ext>
            </a:extLst>
          </p:cNvPr>
          <p:cNvSpPr txBox="1"/>
          <p:nvPr/>
        </p:nvSpPr>
        <p:spPr>
          <a:xfrm>
            <a:off x="617855" y="520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4" name="tab-1">
            <a:extLst>
              <a:ext uri="{FF2B5EF4-FFF2-40B4-BE49-F238E27FC236}">
                <a16:creationId xmlns:a16="http://schemas.microsoft.com/office/drawing/2014/main" id="{C91F19F5-209E-61B4-BE29-EB68EE11F8C1}"/>
              </a:ext>
            </a:extLst>
          </p:cNvPr>
          <p:cNvSpPr txBox="1"/>
          <p:nvPr/>
        </p:nvSpPr>
        <p:spPr>
          <a:xfrm>
            <a:off x="411480" y="914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50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5" name="literal-1">
            <a:extLst>
              <a:ext uri="{FF2B5EF4-FFF2-40B4-BE49-F238E27FC236}">
                <a16:creationId xmlns:a16="http://schemas.microsoft.com/office/drawing/2014/main" id="{E33044AD-187B-44BA-3A94-3ADC17E73A86}"/>
              </a:ext>
            </a:extLst>
          </p:cNvPr>
          <p:cNvSpPr txBox="1"/>
          <p:nvPr/>
        </p:nvSpPr>
        <p:spPr>
          <a:xfrm>
            <a:off x="617982" y="1181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6" name="tab-2">
            <a:extLst>
              <a:ext uri="{FF2B5EF4-FFF2-40B4-BE49-F238E27FC236}">
                <a16:creationId xmlns:a16="http://schemas.microsoft.com/office/drawing/2014/main" id="{DE82900C-52AB-083F-B25E-D1DA8F841060}"/>
              </a:ext>
            </a:extLst>
          </p:cNvPr>
          <p:cNvSpPr txBox="1"/>
          <p:nvPr/>
        </p:nvSpPr>
        <p:spPr>
          <a:xfrm>
            <a:off x="411480" y="1574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629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7" name="literal-2">
            <a:extLst>
              <a:ext uri="{FF2B5EF4-FFF2-40B4-BE49-F238E27FC236}">
                <a16:creationId xmlns:a16="http://schemas.microsoft.com/office/drawing/2014/main" id="{5BD7BA20-937D-EA39-5321-28437F26A698}"/>
              </a:ext>
            </a:extLst>
          </p:cNvPr>
          <p:cNvSpPr txBox="1"/>
          <p:nvPr/>
        </p:nvSpPr>
        <p:spPr>
          <a:xfrm>
            <a:off x="618109" y="1841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8" name="tab-3">
            <a:extLst>
              <a:ext uri="{FF2B5EF4-FFF2-40B4-BE49-F238E27FC236}">
                <a16:creationId xmlns:a16="http://schemas.microsoft.com/office/drawing/2014/main" id="{E59CBB88-C0D7-0243-C3AA-2D4EF13651F6}"/>
              </a:ext>
            </a:extLst>
          </p:cNvPr>
          <p:cNvSpPr txBox="1"/>
          <p:nvPr/>
        </p:nvSpPr>
        <p:spPr>
          <a:xfrm>
            <a:off x="411480" y="2235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22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9" name="literal-3">
            <a:extLst>
              <a:ext uri="{FF2B5EF4-FFF2-40B4-BE49-F238E27FC236}">
                <a16:creationId xmlns:a16="http://schemas.microsoft.com/office/drawing/2014/main" id="{02F9356C-5B07-B279-4578-77B734F609F6}"/>
              </a:ext>
            </a:extLst>
          </p:cNvPr>
          <p:cNvSpPr txBox="1"/>
          <p:nvPr/>
        </p:nvSpPr>
        <p:spPr>
          <a:xfrm>
            <a:off x="618202" y="2501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0" name="tab-4">
            <a:extLst>
              <a:ext uri="{FF2B5EF4-FFF2-40B4-BE49-F238E27FC236}">
                <a16:creationId xmlns:a16="http://schemas.microsoft.com/office/drawing/2014/main" id="{F15F4537-D000-B665-2A5C-0D6F3ADAB902}"/>
              </a:ext>
            </a:extLst>
          </p:cNvPr>
          <p:cNvSpPr txBox="1"/>
          <p:nvPr/>
        </p:nvSpPr>
        <p:spPr>
          <a:xfrm>
            <a:off x="411480" y="28956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756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1" name="literal-4">
            <a:extLst>
              <a:ext uri="{FF2B5EF4-FFF2-40B4-BE49-F238E27FC236}">
                <a16:creationId xmlns:a16="http://schemas.microsoft.com/office/drawing/2014/main" id="{E0B3D128-0705-0AF0-2989-9C949B18A51F}"/>
              </a:ext>
            </a:extLst>
          </p:cNvPr>
          <p:cNvSpPr txBox="1"/>
          <p:nvPr/>
        </p:nvSpPr>
        <p:spPr>
          <a:xfrm>
            <a:off x="618236" y="31623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2" name="tab-5">
            <a:extLst>
              <a:ext uri="{FF2B5EF4-FFF2-40B4-BE49-F238E27FC236}">
                <a16:creationId xmlns:a16="http://schemas.microsoft.com/office/drawing/2014/main" id="{A607325C-F342-AADD-4F5B-E1282D8ADCB2}"/>
              </a:ext>
            </a:extLst>
          </p:cNvPr>
          <p:cNvSpPr txBox="1"/>
          <p:nvPr/>
        </p:nvSpPr>
        <p:spPr>
          <a:xfrm>
            <a:off x="411480" y="35560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6883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3" name="literal-5">
            <a:extLst>
              <a:ext uri="{FF2B5EF4-FFF2-40B4-BE49-F238E27FC236}">
                <a16:creationId xmlns:a16="http://schemas.microsoft.com/office/drawing/2014/main" id="{8ACD6043-B83C-6A2A-E41E-F0724E127D12}"/>
              </a:ext>
            </a:extLst>
          </p:cNvPr>
          <p:cNvSpPr txBox="1"/>
          <p:nvPr/>
        </p:nvSpPr>
        <p:spPr>
          <a:xfrm>
            <a:off x="618363" y="38227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4" name="tab-6">
            <a:extLst>
              <a:ext uri="{FF2B5EF4-FFF2-40B4-BE49-F238E27FC236}">
                <a16:creationId xmlns:a16="http://schemas.microsoft.com/office/drawing/2014/main" id="{4DFEE60B-54A2-5730-D4BF-2EED928FA51A}"/>
              </a:ext>
            </a:extLst>
          </p:cNvPr>
          <p:cNvSpPr txBox="1"/>
          <p:nvPr/>
        </p:nvSpPr>
        <p:spPr>
          <a:xfrm>
            <a:off x="411480" y="42164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010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5" name="literal-6">
            <a:extLst>
              <a:ext uri="{FF2B5EF4-FFF2-40B4-BE49-F238E27FC236}">
                <a16:creationId xmlns:a16="http://schemas.microsoft.com/office/drawing/2014/main" id="{5A6043BD-7BB0-95CB-64BA-E074072D52CC}"/>
              </a:ext>
            </a:extLst>
          </p:cNvPr>
          <p:cNvSpPr txBox="1"/>
          <p:nvPr/>
        </p:nvSpPr>
        <p:spPr>
          <a:xfrm>
            <a:off x="618490" y="44831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6" name="tab-7">
            <a:extLst>
              <a:ext uri="{FF2B5EF4-FFF2-40B4-BE49-F238E27FC236}">
                <a16:creationId xmlns:a16="http://schemas.microsoft.com/office/drawing/2014/main" id="{F295B653-FA97-11D8-BAE4-443D333DEF4B}"/>
              </a:ext>
            </a:extLst>
          </p:cNvPr>
          <p:cNvSpPr txBox="1"/>
          <p:nvPr/>
        </p:nvSpPr>
        <p:spPr>
          <a:xfrm>
            <a:off x="411480" y="48768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207137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7" name="literal-7">
            <a:extLst>
              <a:ext uri="{FF2B5EF4-FFF2-40B4-BE49-F238E27FC236}">
                <a16:creationId xmlns:a16="http://schemas.microsoft.com/office/drawing/2014/main" id="{4DD79084-800D-60A2-1EC8-8EC73C394793}"/>
              </a:ext>
            </a:extLst>
          </p:cNvPr>
          <p:cNvSpPr txBox="1"/>
          <p:nvPr/>
        </p:nvSpPr>
        <p:spPr>
          <a:xfrm>
            <a:off x="618617" y="51435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  <p:sp>
        <p:nvSpPr>
          <p:cNvPr id="18" name="tab-8">
            <a:extLst>
              <a:ext uri="{FF2B5EF4-FFF2-40B4-BE49-F238E27FC236}">
                <a16:creationId xmlns:a16="http://schemas.microsoft.com/office/drawing/2014/main" id="{D2342BE1-9B1B-AA34-B54C-2282C835BBE6}"/>
              </a:ext>
            </a:extLst>
          </p:cNvPr>
          <p:cNvSpPr txBox="1"/>
          <p:nvPr/>
        </p:nvSpPr>
        <p:spPr>
          <a:xfrm>
            <a:off x="411480" y="55372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>
              <a:tabLst>
                <a:tab pos="981931" algn="l"/>
              </a:tabLst>
            </a:pPr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	Before</a:t>
            </a:r>
          </a:p>
        </p:txBody>
      </p:sp>
      <p:sp>
        <p:nvSpPr>
          <p:cNvPr id="19" name="literal-8">
            <a:extLst>
              <a:ext uri="{FF2B5EF4-FFF2-40B4-BE49-F238E27FC236}">
                <a16:creationId xmlns:a16="http://schemas.microsoft.com/office/drawing/2014/main" id="{487F1170-D566-785F-A4B3-E669F0F18482}"/>
              </a:ext>
            </a:extLst>
          </p:cNvPr>
          <p:cNvSpPr txBox="1"/>
          <p:nvPr/>
        </p:nvSpPr>
        <p:spPr>
          <a:xfrm>
            <a:off x="1393411" y="5803900"/>
            <a:ext cx="65" cy="276999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350">
                <a:solidFill>
                  <a:srgbClr val="FFFFFF"/>
                </a:solidFill>
                <a:latin typeface="Calibri" panose="020F0502020204030204" pitchFamily="34" charset="0"/>
              </a:rPr>
              <a:t>Before</a:t>
            </a:r>
          </a:p>
        </p:txBody>
      </p:sp>
    </p:spTree>
    <p:extLst>
      <p:ext uri="{BB962C8B-B14F-4D97-AF65-F5344CB8AC3E}">
        <p14:creationId xmlns:p14="http://schemas.microsoft.com/office/powerpoint/2010/main" val="1994146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2026-09-21T18:44:33Z</dcterms:created>
  <dcterms:modified xsi:type="dcterms:W3CDTF">2026-09-21T18:44:33Z</dcterms:modified>
</cp:coreProperties>
</file>