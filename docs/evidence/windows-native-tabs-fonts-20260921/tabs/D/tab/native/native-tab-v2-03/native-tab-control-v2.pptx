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90A6D-5668-B6AB-2CB8-B214B2700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947D67-B6D0-350B-73EF-08F258878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B9128-CBA3-C3F7-D1BA-12FC96C45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83F0-2C16-44EF-AB90-3567B0CCB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53FB6-3E45-23C8-5A31-953E478FB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5FC17-EE26-EC89-C926-408AE13E0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C925E-4163-4E9C-8B7F-7F991178C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554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FFB8A-E442-E931-FA64-ABD8E8F50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A6F40-8973-435F-4C6B-8A5F2C6EC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C8205-1E3A-18AC-5C55-425AE464B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83F0-2C16-44EF-AB90-3567B0CCB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70431-5613-1EBA-15B9-B152BC099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2FBCD-3A20-4A8D-BCCC-71CE6D9D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C925E-4163-4E9C-8B7F-7F991178C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54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27360-4529-7362-2426-5AA2E28F8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ADD5A-A527-A3DB-24B9-4789288E9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B129D-77F4-9CD6-4180-D12607746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83F0-2C16-44EF-AB90-3567B0CCB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6D9C-499F-4BA9-02C0-EA5B341B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EB701-F2DE-A2DF-FEEA-70674F2F8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C925E-4163-4E9C-8B7F-7F991178C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21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72641-6DDF-E241-4E48-FCE8E34F3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93E7A-08F7-84D2-5086-CAA4E0AFBA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07B82-89E5-ABAE-3E79-FFED342FB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90627-431F-B123-866F-D9627A3BB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83F0-2C16-44EF-AB90-3567B0CCB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62D12-DC74-F64E-690E-C304900D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DAC9E-B301-7DD1-72F6-9A347FF3D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C925E-4163-4E9C-8B7F-7F991178C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36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1FED4-6C15-7749-E07C-C28C7FBE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0093A-9EE0-C70B-4D3B-7CDC3F306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E8008-58CB-280A-FEB0-D04F733AF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8F78B2-B7C1-932F-600C-6F8999C5D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FEC82E-5BF7-AEFA-F6B2-524E37B7B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24B96D-FC2C-85C5-63EF-51536E08B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83F0-2C16-44EF-AB90-3567B0CCB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6F4611-7446-D781-ADC1-C2F4D4DFA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AC0C52-E86D-6DA1-CBC6-E6ED2A68D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C925E-4163-4E9C-8B7F-7F991178C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9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BEED7-48F6-8B63-A638-86020802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001A5E-0DFC-C640-64AF-268B76043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83F0-2C16-44EF-AB90-3567B0CCB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B10F4B-A72E-1F0A-C7AD-0C1AF3BDA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B4ABC-63AF-CFE3-6349-DC1DB4BBA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C925E-4163-4E9C-8B7F-7F991178C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7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F792D1-5839-A59C-5E02-A74888F37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83F0-2C16-44EF-AB90-3567B0CCB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EABE5-3079-6E1F-960B-E72DAC90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27743-E88B-DFEB-7B23-8DA571301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C925E-4163-4E9C-8B7F-7F991178C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34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804A4-BE20-B70C-4263-AB6DF199F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17B0F-99F6-7D84-530A-5204130D1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4C3A0-EFCB-86FF-DAE4-B2B1D44CD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D8B1F-31DE-AC4E-DA87-9BF564882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83F0-2C16-44EF-AB90-3567B0CCB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125CD-87E6-FEF6-19AC-42C28CD3E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3828F-AD18-F66A-D6CF-D017F6E53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C925E-4163-4E9C-8B7F-7F991178C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21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1F7C1-D40A-E34A-6060-CDE8A7209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C0DDFD-F0B7-A10D-8CF0-A77DB9144D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22BBA-AF31-9670-CE61-647AE6B34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DE2D9-4C1D-342B-8CE9-4D84AAD6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83F0-2C16-44EF-AB90-3567B0CCB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B360F-7EDF-BE36-10E6-EBF1EADCD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E2208-1474-060B-6B67-371386E18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C925E-4163-4E9C-8B7F-7F991178C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2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39E80-13F5-9137-667D-7179288D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A5F5F6-2099-26F2-A53E-2AF86B8C2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4BBCB-2009-B19F-9B82-E2CDB64BC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83F0-2C16-44EF-AB90-3567B0CCB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B1F44-0029-2A56-5B8A-19DD00C01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1F28E-FC27-27EA-413F-6CFEF2C6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C925E-4163-4E9C-8B7F-7F991178C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810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E813B2-E98D-F8E3-7969-A27E0B0CC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74D211-C94C-4B5A-55CC-CCA671BA1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B350A-6ECB-9356-3BCA-E408698BD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D83F0-2C16-44EF-AB90-3567B0CCB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E408A-1B2D-F82F-9CD8-1846BCED5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8C754-6FB3-392B-1236-6254D6B8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C925E-4163-4E9C-8B7F-7F991178C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47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D69358-D319-74DA-716C-BEBF1E131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5B40A-6088-9C1A-A148-C3C9FE981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68908-FC42-B22D-BED3-702EF4C67A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D83F0-2C16-44EF-AB90-3567B0CCBB5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7FC32-B57F-6C36-2C1A-12870E2F2E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718FA-129F-2F3A-C9F2-42ECE3F7A2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6C925E-4163-4E9C-8B7F-7F991178C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9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-0">
            <a:extLst>
              <a:ext uri="{FF2B5EF4-FFF2-40B4-BE49-F238E27FC236}">
                <a16:creationId xmlns:a16="http://schemas.microsoft.com/office/drawing/2014/main" id="{E9BFC2CE-96A3-41C4-B391-7364FA7CF95A}"/>
              </a:ext>
            </a:extLst>
          </p:cNvPr>
          <p:cNvSpPr txBox="1"/>
          <p:nvPr/>
        </p:nvSpPr>
        <p:spPr>
          <a:xfrm>
            <a:off x="411480" y="2540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375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3" name="literal-0">
            <a:extLst>
              <a:ext uri="{FF2B5EF4-FFF2-40B4-BE49-F238E27FC236}">
                <a16:creationId xmlns:a16="http://schemas.microsoft.com/office/drawing/2014/main" id="{B43F4797-FEF0-33B9-77C2-9080DD79419F}"/>
              </a:ext>
            </a:extLst>
          </p:cNvPr>
          <p:cNvSpPr txBox="1"/>
          <p:nvPr/>
        </p:nvSpPr>
        <p:spPr>
          <a:xfrm>
            <a:off x="617855" y="5207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4" name="tab-1">
            <a:extLst>
              <a:ext uri="{FF2B5EF4-FFF2-40B4-BE49-F238E27FC236}">
                <a16:creationId xmlns:a16="http://schemas.microsoft.com/office/drawing/2014/main" id="{8A159AE5-2BF6-2346-1E85-DBC45FA40DAC}"/>
              </a:ext>
            </a:extLst>
          </p:cNvPr>
          <p:cNvSpPr txBox="1"/>
          <p:nvPr/>
        </p:nvSpPr>
        <p:spPr>
          <a:xfrm>
            <a:off x="411480" y="914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502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5" name="literal-1">
            <a:extLst>
              <a:ext uri="{FF2B5EF4-FFF2-40B4-BE49-F238E27FC236}">
                <a16:creationId xmlns:a16="http://schemas.microsoft.com/office/drawing/2014/main" id="{08F2CB53-9ED5-3EC8-576D-7FD645EBDB42}"/>
              </a:ext>
            </a:extLst>
          </p:cNvPr>
          <p:cNvSpPr txBox="1"/>
          <p:nvPr/>
        </p:nvSpPr>
        <p:spPr>
          <a:xfrm>
            <a:off x="617982" y="11811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6" name="tab-2">
            <a:extLst>
              <a:ext uri="{FF2B5EF4-FFF2-40B4-BE49-F238E27FC236}">
                <a16:creationId xmlns:a16="http://schemas.microsoft.com/office/drawing/2014/main" id="{FADC5E2B-CB15-E7A1-4185-914EA2670AE5}"/>
              </a:ext>
            </a:extLst>
          </p:cNvPr>
          <p:cNvSpPr txBox="1"/>
          <p:nvPr/>
        </p:nvSpPr>
        <p:spPr>
          <a:xfrm>
            <a:off x="411480" y="1574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629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7" name="literal-2">
            <a:extLst>
              <a:ext uri="{FF2B5EF4-FFF2-40B4-BE49-F238E27FC236}">
                <a16:creationId xmlns:a16="http://schemas.microsoft.com/office/drawing/2014/main" id="{D8ED5D2F-C5A2-1571-8455-A06D1A898192}"/>
              </a:ext>
            </a:extLst>
          </p:cNvPr>
          <p:cNvSpPr txBox="1"/>
          <p:nvPr/>
        </p:nvSpPr>
        <p:spPr>
          <a:xfrm>
            <a:off x="618109" y="1841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8" name="tab-3">
            <a:extLst>
              <a:ext uri="{FF2B5EF4-FFF2-40B4-BE49-F238E27FC236}">
                <a16:creationId xmlns:a16="http://schemas.microsoft.com/office/drawing/2014/main" id="{39FE561F-6CF7-0A0E-2D6C-5494AE4FE48D}"/>
              </a:ext>
            </a:extLst>
          </p:cNvPr>
          <p:cNvSpPr txBox="1"/>
          <p:nvPr/>
        </p:nvSpPr>
        <p:spPr>
          <a:xfrm>
            <a:off x="411480" y="2235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722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9" name="literal-3">
            <a:extLst>
              <a:ext uri="{FF2B5EF4-FFF2-40B4-BE49-F238E27FC236}">
                <a16:creationId xmlns:a16="http://schemas.microsoft.com/office/drawing/2014/main" id="{B9DDB200-6C20-5577-74E0-1B71B8E9CDA2}"/>
              </a:ext>
            </a:extLst>
          </p:cNvPr>
          <p:cNvSpPr txBox="1"/>
          <p:nvPr/>
        </p:nvSpPr>
        <p:spPr>
          <a:xfrm>
            <a:off x="618202" y="25019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0" name="tab-4">
            <a:extLst>
              <a:ext uri="{FF2B5EF4-FFF2-40B4-BE49-F238E27FC236}">
                <a16:creationId xmlns:a16="http://schemas.microsoft.com/office/drawing/2014/main" id="{0297773D-D07A-6461-0632-EDC910688199}"/>
              </a:ext>
            </a:extLst>
          </p:cNvPr>
          <p:cNvSpPr txBox="1"/>
          <p:nvPr/>
        </p:nvSpPr>
        <p:spPr>
          <a:xfrm>
            <a:off x="411480" y="2895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756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1" name="literal-4">
            <a:extLst>
              <a:ext uri="{FF2B5EF4-FFF2-40B4-BE49-F238E27FC236}">
                <a16:creationId xmlns:a16="http://schemas.microsoft.com/office/drawing/2014/main" id="{8D177986-5E7B-9F90-0D4A-7446003E8106}"/>
              </a:ext>
            </a:extLst>
          </p:cNvPr>
          <p:cNvSpPr txBox="1"/>
          <p:nvPr/>
        </p:nvSpPr>
        <p:spPr>
          <a:xfrm>
            <a:off x="618236" y="31623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2" name="tab-5">
            <a:extLst>
              <a:ext uri="{FF2B5EF4-FFF2-40B4-BE49-F238E27FC236}">
                <a16:creationId xmlns:a16="http://schemas.microsoft.com/office/drawing/2014/main" id="{CEEEC3DB-3768-E5FF-59ED-168FF661179E}"/>
              </a:ext>
            </a:extLst>
          </p:cNvPr>
          <p:cNvSpPr txBox="1"/>
          <p:nvPr/>
        </p:nvSpPr>
        <p:spPr>
          <a:xfrm>
            <a:off x="411480" y="35560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883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3" name="literal-5">
            <a:extLst>
              <a:ext uri="{FF2B5EF4-FFF2-40B4-BE49-F238E27FC236}">
                <a16:creationId xmlns:a16="http://schemas.microsoft.com/office/drawing/2014/main" id="{9B07BACE-4A7D-0FA4-AFE3-BF4889D33EFB}"/>
              </a:ext>
            </a:extLst>
          </p:cNvPr>
          <p:cNvSpPr txBox="1"/>
          <p:nvPr/>
        </p:nvSpPr>
        <p:spPr>
          <a:xfrm>
            <a:off x="618363" y="38227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4" name="tab-6">
            <a:extLst>
              <a:ext uri="{FF2B5EF4-FFF2-40B4-BE49-F238E27FC236}">
                <a16:creationId xmlns:a16="http://schemas.microsoft.com/office/drawing/2014/main" id="{7059E9B7-D558-793F-29DD-1EB7E2A15238}"/>
              </a:ext>
            </a:extLst>
          </p:cNvPr>
          <p:cNvSpPr txBox="1"/>
          <p:nvPr/>
        </p:nvSpPr>
        <p:spPr>
          <a:xfrm>
            <a:off x="411480" y="4216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7010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5" name="literal-6">
            <a:extLst>
              <a:ext uri="{FF2B5EF4-FFF2-40B4-BE49-F238E27FC236}">
                <a16:creationId xmlns:a16="http://schemas.microsoft.com/office/drawing/2014/main" id="{096DB156-8918-01BB-7F3B-19D0694B30FC}"/>
              </a:ext>
            </a:extLst>
          </p:cNvPr>
          <p:cNvSpPr txBox="1"/>
          <p:nvPr/>
        </p:nvSpPr>
        <p:spPr>
          <a:xfrm>
            <a:off x="618490" y="44831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6" name="tab-7">
            <a:extLst>
              <a:ext uri="{FF2B5EF4-FFF2-40B4-BE49-F238E27FC236}">
                <a16:creationId xmlns:a16="http://schemas.microsoft.com/office/drawing/2014/main" id="{9B78D56E-2FB1-BE08-D6D0-5A8113A647B9}"/>
              </a:ext>
            </a:extLst>
          </p:cNvPr>
          <p:cNvSpPr txBox="1"/>
          <p:nvPr/>
        </p:nvSpPr>
        <p:spPr>
          <a:xfrm>
            <a:off x="411480" y="4876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7137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7" name="literal-7">
            <a:extLst>
              <a:ext uri="{FF2B5EF4-FFF2-40B4-BE49-F238E27FC236}">
                <a16:creationId xmlns:a16="http://schemas.microsoft.com/office/drawing/2014/main" id="{F4E014F4-89F2-6EF4-63C5-FEEED7633A6D}"/>
              </a:ext>
            </a:extLst>
          </p:cNvPr>
          <p:cNvSpPr txBox="1"/>
          <p:nvPr/>
        </p:nvSpPr>
        <p:spPr>
          <a:xfrm>
            <a:off x="618617" y="5143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8" name="tab-8">
            <a:extLst>
              <a:ext uri="{FF2B5EF4-FFF2-40B4-BE49-F238E27FC236}">
                <a16:creationId xmlns:a16="http://schemas.microsoft.com/office/drawing/2014/main" id="{2839A5F9-7BC0-276B-65E4-7C87811C0F9B}"/>
              </a:ext>
            </a:extLst>
          </p:cNvPr>
          <p:cNvSpPr txBox="1"/>
          <p:nvPr/>
        </p:nvSpPr>
        <p:spPr>
          <a:xfrm>
            <a:off x="411480" y="5537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981931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9" name="literal-8">
            <a:extLst>
              <a:ext uri="{FF2B5EF4-FFF2-40B4-BE49-F238E27FC236}">
                <a16:creationId xmlns:a16="http://schemas.microsoft.com/office/drawing/2014/main" id="{B33328E2-632A-F3B6-01BE-314061D56EC8}"/>
              </a:ext>
            </a:extLst>
          </p:cNvPr>
          <p:cNvSpPr txBox="1"/>
          <p:nvPr/>
        </p:nvSpPr>
        <p:spPr>
          <a:xfrm>
            <a:off x="1393411" y="58039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</p:spTree>
    <p:extLst>
      <p:ext uri="{BB962C8B-B14F-4D97-AF65-F5344CB8AC3E}">
        <p14:creationId xmlns:p14="http://schemas.microsoft.com/office/powerpoint/2010/main" val="2712096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Grimm</dc:creator>
  <cp:lastModifiedBy>Michael Grimm</cp:lastModifiedBy>
  <cp:revision>1</cp:revision>
  <dcterms:created xsi:type="dcterms:W3CDTF">2026-09-21T19:01:02Z</dcterms:created>
  <dcterms:modified xsi:type="dcterms:W3CDTF">2026-09-21T19:01:02Z</dcterms:modified>
</cp:coreProperties>
</file>