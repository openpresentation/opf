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9266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3000" b="1">
                <a:solidFill>
                  <a:srgbClr val="FFFFFF"/>
                </a:solidFill>
                <a:latin typeface="Carlito" panose="020F0502020204030204" pitchFamily="34" charset="0"/>
                <a:ea typeface="Aptos Display" pitchFamily="34" charset="-122"/>
                <a:cs typeface="Aptos Display" pitchFamily="34" charset="-120"/>
              </a:rPr>
              <a:t>Gate E - Carlito</a:t>
            </a:r>
            <a:endParaRPr lang="en-US" sz="3000" b="1" dirty="0">
              <a:latin typeface="Carlito" panose="020F0502020204030204" pitchFamily="34" charset="0"/>
            </a:endParaRPr>
          </a:p>
        </p:txBody>
      </p:sp>
      <p:sp>
        <p:nvSpPr>
          <p:cNvPr id="3" name="OPF text slides.0.text line 0"/>
          <p:cNvSpPr/>
          <p:nvPr>
            <p:custDataLst>
              <p:tags r:id="rId2"/>
            </p:custDataLst>
          </p:nvPr>
        </p:nvSpPr>
        <p:spPr>
          <a:xfrm>
            <a:off x="548640" y="14047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>
                <a:solidFill>
                  <a:srgbClr val="FFFFFF"/>
                </a:solidFill>
                <a:latin typeface="Carlito" panose="020F0502020204030204" pitchFamily="34" charset="0"/>
                <a:ea typeface="Aptos" pitchFamily="34" charset="-122"/>
                <a:cs typeface="Aptos" pitchFamily="34" charset="-120"/>
              </a:rPr>
              <a:t>Regular 18 | </a:t>
            </a:r>
            <a:r>
              <a:rPr lang="en-US" sz="2000" b="1">
                <a:solidFill>
                  <a:srgbClr val="FFFFFF"/>
                </a:solidFill>
                <a:latin typeface="Carlito" panose="020F0502020204030204" pitchFamily="34" charset="0"/>
                <a:ea typeface="Aptos" pitchFamily="34" charset="-122"/>
                <a:cs typeface="Aptos" pitchFamily="34" charset="-120"/>
              </a:rPr>
              <a:t>Bold 20</a:t>
            </a:r>
            <a:r>
              <a:rPr lang="en-US">
                <a:solidFill>
                  <a:srgbClr val="FFFFFF"/>
                </a:solidFill>
                <a:latin typeface="Carlito" panose="020F0502020204030204" pitchFamily="34" charset="0"/>
                <a:ea typeface="Aptos" pitchFamily="34" charset="-122"/>
                <a:cs typeface="Aptos" pitchFamily="34" charset="-120"/>
              </a:rPr>
              <a:t> | </a:t>
            </a:r>
            <a:r>
              <a:rPr lang="en-US" sz="2200" i="1">
                <a:solidFill>
                  <a:srgbClr val="FFFFFF"/>
                </a:solidFill>
                <a:latin typeface="Carlito" panose="020F0502020204030204" pitchFamily="34" charset="0"/>
                <a:ea typeface="Aptos" pitchFamily="34" charset="-122"/>
                <a:cs typeface="Aptos" pitchFamily="34" charset="-120"/>
              </a:rPr>
              <a:t>Italic 22</a:t>
            </a:r>
            <a:r>
              <a:rPr lang="en-US">
                <a:solidFill>
                  <a:srgbClr val="FFFFFF"/>
                </a:solidFill>
                <a:latin typeface="Carlito" panose="020F0502020204030204" pitchFamily="34" charset="0"/>
                <a:ea typeface="Aptos" pitchFamily="34" charset="-122"/>
                <a:cs typeface="Aptos" pitchFamily="34" charset="-120"/>
              </a:rPr>
              <a:t> | </a:t>
            </a:r>
            <a:r>
              <a:rPr lang="en-US" sz="2400" b="1" i="1">
                <a:solidFill>
                  <a:srgbClr val="FFFFFF"/>
                </a:solidFill>
                <a:latin typeface="Carlito" panose="020F0502020204030204" pitchFamily="34" charset="0"/>
                <a:ea typeface="Aptos" pitchFamily="34" charset="-122"/>
                <a:cs typeface="Aptos" pitchFamily="34" charset="-120"/>
              </a:rPr>
              <a:t>BoldItalic 24</a:t>
            </a:r>
            <a:endParaRPr lang="en-US" sz="2400" b="1" i="1" dirty="0">
              <a:latin typeface="Carlito" panose="020F050202020403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Office PowerPoint</Application>
  <PresentationFormat>Widescreen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2026-09-21T19:23:03Z</dcterms:modified>
</cp:coreProperties>
</file>