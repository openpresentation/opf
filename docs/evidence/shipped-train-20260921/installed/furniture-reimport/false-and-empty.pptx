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Furniture1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Furniture1" Type="http://schemas.openxmlformats.org/officeDocument/2006/relationships/tags" Target="../tags/opfFurniture1.xml"/><Relationship Id="rIdOpfFurnitureSlide" Type="http://schemas.openxmlformats.org/officeDocument/2006/relationships/tags" Target="../tags/opfFurniture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Disabled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Empty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410866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OpfFurniture1"/>
            </p:custDataLst>
          </p:nvPr>
        </p:nvSpPr>
        <p:spPr>
          <a:xfrm>
            <a:off x="858872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</a:t>
            </a:r>
            <a:endParaRPr lang="en-US" sz="1200" dirty="0"/>
          </a:p>
        </p:txBody>
      </p:sp>
      <p:sp>
        <p:nvSpPr>
          <p:cNvPr id="3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</a:t>
            </a:r>
            <a:endParaRPr lang="en-US" sz="4050" dirty="0"/>
          </a:p>
        </p:txBody>
      </p:sp>
      <p:sp>
        <p:nvSpPr>
          <p:cNvPr id="4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66616C73657D7D2C227061727473223A5B5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C6F63616C222C2276616C7565223A7B7D7D7D2C227061727473223A5B5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7D7D7D2C227061727473223A5B7B226B696E64223A22686561646572222C227A6F6E65223A226C656674222C226669656C64223A2274657874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