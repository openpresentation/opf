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Current native header image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62865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4050" dirty="0"/>
          </a:p>
        </p:txBody>
      </p:sp>
      <p:sp>
        <p:nvSpPr>
          <p:cNvPr id="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88114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696D616765223A226E6174697665227D7D7D7D2C227061727473223A5B7B226B696E64223A22686561646572222C227A6F6E65223A226C656674222C226669656C64223A22696D616765222C2274797065223A22696D616765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