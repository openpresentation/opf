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sales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499C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AB47B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 workflow. The deck is an ordinary OPF JSON document. Source: https://www.openpresentation.org/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the live edit. Change the title to People stay in control, then undo and redo. Sources: https://www.pptx.gallery/editor and https://www.pptx.dev/author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are fictional and only demonstrate editable tables and charts. This is not company performance or customer 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authoring and export workflow needs no API key. Hosted AI and persistence are separate services. Sources: https://www.openpresentation.org/ https://www.pptx.gallery/ https://www.pptx.dev/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next step, not a committed schedule or a claim of measured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OpenPresentation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shared presentation format for people and AI tools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548640" y="1809559"/>
            <a:ext cx="11094720" cy="4499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deck, refine it in the browser, and deliver an editable PowerPoint file.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keep control of the presentation</a:t>
            </a:r>
            <a:endParaRPr lang="en-US" sz="4050" dirty="0"/>
          </a:p>
        </p:txBody>
      </p:sp>
      <p:sp>
        <p:nvSpPr>
          <p:cNvPr id="3" name="OPF list paragraph 1"/>
          <p:cNvSpPr/>
          <p:nvPr/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the words directly on the slide.</a:t>
            </a:r>
            <a:endParaRPr lang="en-US" sz="1875" dirty="0"/>
          </a:p>
        </p:txBody>
      </p:sp>
      <p:sp>
        <p:nvSpPr>
          <p:cNvPr id="4" name="OPF list paragraph 2"/>
          <p:cNvSpPr/>
          <p:nvPr/>
        </p:nvSpPr>
        <p:spPr>
          <a:xfrm>
            <a:off x="548640" y="176193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Undo a change and restore it with redo.</a:t>
            </a:r>
            <a:endParaRPr lang="en-US" sz="1875" dirty="0"/>
          </a:p>
        </p:txBody>
      </p:sp>
      <p:sp>
        <p:nvSpPr>
          <p:cNvPr id="5" name="OPF list paragraph 3"/>
          <p:cNvSpPr/>
          <p:nvPr/>
        </p:nvSpPr>
        <p:spPr>
          <a:xfrm>
            <a:off x="548640" y="211912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source as a portable JSON file.</a:t>
            </a:r>
            <a:endParaRPr lang="en-US" sz="1875" dirty="0"/>
          </a:p>
        </p:txBody>
      </p:sp>
      <p:sp>
        <p:nvSpPr>
          <p:cNvPr id="6" name="OPF list paragraph 4"/>
          <p:cNvSpPr/>
          <p:nvPr/>
        </p:nvSpPr>
        <p:spPr>
          <a:xfrm>
            <a:off x="548640" y="247631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PowerPoint from the same document.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data stays editable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Illustrative sample data, not company results</a:t>
            </a:r>
            <a:endParaRPr lang="en-US" sz="1875" dirty="0"/>
          </a:p>
        </p:txBody>
      </p:sp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09559"/>
          <a:ext cx="5433060" cy="2057400"/>
        </p:xfrm>
        <a:graphic>
          <a:graphicData uri="http://schemas.openxmlformats.org/drawingml/2006/table">
            <a:tbl>
              <a:tblPr firstRow="1"/>
              <a:tblGrid>
                <a:gridCol w="2716530"/>
                <a:gridCol w="271653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Quarter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Sample sales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Q1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Q2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Q3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24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210300" y="1809559"/>
          <a:ext cx="5433060" cy="44998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public sites, one workflow</a:t>
            </a:r>
            <a:endParaRPr lang="en-US" sz="4050" dirty="0"/>
          </a:p>
        </p:txBody>
      </p:sp>
      <p:graphicFrame>
        <p:nvGraphicFramePr>
          <p:cNvPr id="5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4747"/>
          <a:ext cx="11094720" cy="20574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Site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Role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openpresentation.org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Open format, documentation and examples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pptx.gallery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design catalog and visual editor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pptx.dev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Author and Inspector, with optional hosted services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focused customer pilot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Proposal for discussion</a:t>
            </a:r>
            <a:endParaRPr lang="en-US" sz="1875" dirty="0"/>
          </a:p>
        </p:txBody>
      </p:sp>
      <p:sp>
        <p:nvSpPr>
          <p:cNvPr id="4" name="OPF list paragraph 5"/>
          <p:cNvSpPr/>
          <p:nvPr/>
        </p:nvSpPr>
        <p:spPr>
          <a:xfrm>
            <a:off x="548640" y="180955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one recurring presentation, such as a customer update.</a:t>
            </a:r>
            <a:endParaRPr lang="en-US" sz="1875" dirty="0"/>
          </a:p>
        </p:txBody>
      </p:sp>
      <p:sp>
        <p:nvSpPr>
          <p:cNvPr id="5" name="OPF list paragraph 6"/>
          <p:cNvSpPr/>
          <p:nvPr/>
        </p:nvSpPr>
        <p:spPr>
          <a:xfrm>
            <a:off x="548640" y="2166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Agree on the source content and design choices.</a:t>
            </a:r>
            <a:endParaRPr lang="en-US" sz="1875" dirty="0"/>
          </a:p>
        </p:txBody>
      </p:sp>
      <p:sp>
        <p:nvSpPr>
          <p:cNvPr id="6" name="OPF list paragraph 7"/>
          <p:cNvSpPr/>
          <p:nvPr/>
        </p:nvSpPr>
        <p:spPr>
          <a:xfrm>
            <a:off x="548640" y="252393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result with its real author and recipient.</a:t>
            </a:r>
            <a:endParaRPr lang="en-US" sz="1875" dirty="0"/>
          </a:p>
        </p:txBody>
      </p:sp>
      <p:sp>
        <p:nvSpPr>
          <p:cNvPr id="7" name="OPF list paragraph 8"/>
          <p:cNvSpPr/>
          <p:nvPr/>
        </p:nvSpPr>
        <p:spPr>
          <a:xfrm>
            <a:off x="548640" y="288112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preparation time and the edits still needed.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OpenPresentation Partner Demo</dc:title>
  <dc:subject>A five-slide walkthrough of the published OpenPresentation workflow. Chart figures are illustrative sample data.</dc:subject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