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slides/slide10.xml" ContentType="application/vnd.openxmlformats-officedocument.presentationml.slide+xml"/>
  <Override PartName="/ppt/charts/chart10.xml" ContentType="application/vnd.openxmlformats-officedocument.drawingml.chart+xml"/>
  <Override PartName="/ppt/slides/slide11.xml" ContentType="application/vnd.openxmlformats-officedocument.presentationml.slide+xml"/>
  <Override PartName="/ppt/charts/chart11.xml" ContentType="application/vnd.openxmlformats-officedocument.drawingml.chart+xml"/>
  <Override PartName="/ppt/slides/slide12.xml" ContentType="application/vnd.openxmlformats-officedocument.presentationml.slide+xml"/>
  <Override PartName="/ppt/charts/chart1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Heading4.xml" ContentType="application/vnd.openxmlformats-officedocument.presentationml.tags+xml"/>
  <Override PartName="/ppt/tags/opfHeading5.xml" ContentType="application/vnd.openxmlformats-officedocument.presentationml.tags+xml"/>
  <Override PartName="/ppt/tags/opfHeading6.xml" ContentType="application/vnd.openxmlformats-officedocument.presentationml.tags+xml"/>
  <Override PartName="/ppt/tags/opfHeading7.xml" ContentType="application/vnd.openxmlformats-officedocument.presentationml.tags+xml"/>
  <Override PartName="/ppt/tags/opfHeading8.xml" ContentType="application/vnd.openxmlformats-officedocument.presentationml.tags+xml"/>
  <Override PartName="/ppt/tags/opfHeading9.xml" ContentType="application/vnd.openxmlformats-officedocument.presentationml.tags+xml"/>
  <Override PartName="/ppt/tags/opfHeading10.xml" ContentType="application/vnd.openxmlformats-officedocument.presentationml.tags+xml"/>
  <Override PartName="/ppt/tags/opfHeading11.xml" ContentType="application/vnd.openxmlformats-officedocument.presentationml.tags+xml"/>
  <Override PartName="/ppt/tags/opfHeading12.xml" ContentType="application/vnd.openxmlformats-officedocument.presentationml.tags+xml"/>
  <Override PartName="/ppt/theme/theme2.xml" ContentType="application/vnd.openxmlformats-officedocument.theme+xml"/>
  <Override PartName="/ppt/tags/opfDocument.xml" ContentType="application/vnd.openxmlformats-officedocument.presentationml.tags+xml"/>
  <Override PartName="/ppt/tags/opfSlide1.xml" ContentType="application/vnd.openxmlformats-officedocument.presentationml.tags+xml"/>
  <Override PartName="/ppt/tags/opfSlide2.xml" ContentType="application/vnd.openxmlformats-officedocument.presentationml.tags+xml"/>
  <Override PartName="/ppt/tags/opfSlide3.xml" ContentType="application/vnd.openxmlformats-officedocument.presentationml.tags+xml"/>
  <Override PartName="/ppt/tags/opfSlide4.xml" ContentType="application/vnd.openxmlformats-officedocument.presentationml.tags+xml"/>
  <Override PartName="/ppt/tags/opfSlide5.xml" ContentType="application/vnd.openxmlformats-officedocument.presentationml.tags+xml"/>
  <Override PartName="/ppt/tags/opfSlide6.xml" ContentType="application/vnd.openxmlformats-officedocument.presentationml.tags+xml"/>
  <Override PartName="/ppt/tags/opfSlide7.xml" ContentType="application/vnd.openxmlformats-officedocument.presentationml.tags+xml"/>
  <Override PartName="/ppt/tags/opfSlide8.xml" ContentType="application/vnd.openxmlformats-officedocument.presentationml.tags+xml"/>
  <Override PartName="/ppt/tags/opfSlide9.xml" ContentType="application/vnd.openxmlformats-officedocument.presentationml.tags+xml"/>
  <Override PartName="/ppt/tags/opfSlide10.xml" ContentType="application/vnd.openxmlformats-officedocument.presentationml.tags+xml"/>
  <Override PartName="/ppt/tags/opfSlide11.xml" ContentType="application/vnd.openxmlformats-officedocument.presentationml.tags+xml"/>
  <Override PartName="/ppt/tags/opfSlide12.xml" ContentType="application/vnd.openxmlformats-officedocument.presentationml.tags+xml"/>
  <Override PartName="/ppt/tags/opfData1.xml" ContentType="application/vnd.openxmlformats-officedocument.presentationml.tags+xml"/>
  <Override PartName="/ppt/tags/opfData2.xml" ContentType="application/vnd.openxmlformats-officedocument.presentationml.tags+xml"/>
  <Override PartName="/ppt/tags/opfData3.xml" ContentType="application/vnd.openxmlformats-officedocument.presentationml.tags+xml"/>
  <Override PartName="/ppt/tags/opfData4.xml" ContentType="application/vnd.openxmlformats-officedocument.presentationml.tags+xml"/>
  <Override PartName="/ppt/tags/opfData5.xml" ContentType="application/vnd.openxmlformats-officedocument.presentationml.tags+xml"/>
  <Override PartName="/ppt/tags/opfData6.xml" ContentType="application/vnd.openxmlformats-officedocument.presentationml.tags+xml"/>
  <Override PartName="/ppt/tags/opfData7.xml" ContentType="application/vnd.openxmlformats-officedocument.presentationml.tags+xml"/>
  <Override PartName="/ppt/tags/opfData8.xml" ContentType="application/vnd.openxmlformats-officedocument.presentationml.tags+xml"/>
  <Override PartName="/ppt/tags/opfData9.xml" ContentType="application/vnd.openxmlformats-officedocument.presentationml.tags+xml"/>
  <Override PartName="/ppt/tags/opfData10.xml" ContentType="application/vnd.openxmlformats-officedocument.presentationml.tags+xml"/>
  <Override PartName="/ppt/tags/opfData11.xml" ContentType="application/vnd.openxmlformats-officedocument.presentationml.tags+xml"/>
  <Override PartName="/ppt/tags/opfData12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$#,##0.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$#,##0.0</c:formatCode>
                <c:ptCount val="3"/>
                <c:pt idx="0">
                  <c:v>3.25</c:v>
                </c:pt>
                <c:pt idx="1">
                  <c:v>4.8</c:v>
                </c:pt>
                <c:pt idx="2">
                  <c:v>12.5</c:v>
                </c:pt>
              </c:numCache>
            </c:numRef>
          </c:val>
        </c:ser>
        <c:dLbls>
          <c:numFmt formatCode="$#,##0.0" sourceLinked="0"/>
          <c:spPr>
            <a:noFill/>
            <a:ln>
              <a:noFill/>
            </a:ln>
          </c:spPr>
          <c:txPr>
            <a:bodyPr/>
            <a:lstStyle/>
            <a:p>
              <a:pPr>
                <a:defRPr sz="1200" b="0" i="0" u="none" strike="noStrik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, </c:separator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$#,##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0.0 &quot;m/s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0.0 "m/s"</c:formatCode>
                <c:ptCount val="3"/>
                <c:pt idx="0">
                  <c:v>3.25</c:v>
                </c:pt>
                <c:pt idx="1">
                  <c:v>4.8</c:v>
                </c:pt>
                <c:pt idx="2">
                  <c:v>12.5</c:v>
                </c:pt>
              </c:numCache>
            </c:numRef>
          </c:val>
        </c:ser>
        <c:dLbls>
          <c:numFmt formatCode="0.0 &quot;m/s&quot;" sourceLinked="0"/>
          <c:spPr>
            <a:noFill/>
            <a:ln>
              <a:noFill/>
            </a:ln>
          </c:spPr>
          <c:txPr>
            <a:bodyPr/>
            <a:lstStyle/>
            <a:p>
              <a:pPr>
                <a:defRPr sz="1200" b="0" i="0" u="none" strike="noStrik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, </c:separator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0.0 &quot;m/s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&quot;km/h &quot;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"km/h "0</c:formatCode>
                <c:ptCount val="3"/>
                <c:pt idx="0">
                  <c:v>3.25</c:v>
                </c:pt>
                <c:pt idx="1">
                  <c:v>4.8</c:v>
                </c:pt>
                <c:pt idx="2">
                  <c:v>12.5</c:v>
                </c:pt>
              </c:numCache>
            </c:numRef>
          </c:val>
        </c:ser>
        <c:dLbls>
          <c:numFmt formatCode="&quot;km/h &quot;0" sourceLinked="0"/>
          <c:spPr>
            <a:noFill/>
            <a:ln>
              <a:noFill/>
            </a:ln>
          </c:spPr>
          <c:txPr>
            <a:bodyPr/>
            <a:lstStyle/>
            <a:p>
              <a:pPr>
                <a:defRPr sz="1200" b="0" i="0" u="none" strike="noStrik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, </c:separator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&quot;km/h &quot;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 &quot;items/day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#,##0 "items/day"</c:formatCode>
                <c:ptCount val="3"/>
                <c:pt idx="0">
                  <c:v>3.25</c:v>
                </c:pt>
                <c:pt idx="1">
                  <c:v>4.8</c:v>
                </c:pt>
                <c:pt idx="2">
                  <c:v>12.5</c:v>
                </c:pt>
              </c:numCache>
            </c:numRef>
          </c:val>
        </c:ser>
        <c:dLbls>
          <c:numFmt formatCode="#,##0 &quot;items/day&quot;" sourceLinked="0"/>
          <c:spPr>
            <a:noFill/>
            <a:ln>
              <a:noFill/>
            </a:ln>
          </c:spPr>
          <c:txPr>
            <a:bodyPr/>
            <a:lstStyle/>
            <a:p>
              <a:pPr>
                <a:defRPr sz="1200" b="0" i="0" u="none" strike="noStrik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, </c:separator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#,##0 &quot;items/day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0.0 &quot;E+3 m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0.0 "E+3 m"</c:formatCode>
                <c:ptCount val="3"/>
                <c:pt idx="0">
                  <c:v>3.25</c:v>
                </c:pt>
                <c:pt idx="1">
                  <c:v>4.8</c:v>
                </c:pt>
                <c:pt idx="2">
                  <c:v>12.5</c:v>
                </c:pt>
              </c:numCache>
            </c:numRef>
          </c:val>
        </c:ser>
        <c:dLbls>
          <c:numFmt formatCode="0.0 &quot;E+3 m&quot;" sourceLinked="0"/>
          <c:spPr>
            <a:noFill/>
            <a:ln>
              <a:noFill/>
            </a:ln>
          </c:spPr>
          <c:txPr>
            <a:bodyPr/>
            <a:lstStyle/>
            <a:p>
              <a:pPr>
                <a:defRPr sz="1200" b="0" i="0" u="none" strike="noStrik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, </c:separator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0.0 &quot;E+3 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 &quot;@HQ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#,##0 "@HQ"</c:formatCode>
                <c:ptCount val="3"/>
                <c:pt idx="0">
                  <c:v>3.25</c:v>
                </c:pt>
                <c:pt idx="1">
                  <c:v>4.8</c:v>
                </c:pt>
                <c:pt idx="2">
                  <c:v>12.5</c:v>
                </c:pt>
              </c:numCache>
            </c:numRef>
          </c:val>
        </c:ser>
        <c:dLbls>
          <c:numFmt formatCode="#,##0 &quot;@HQ&quot;" sourceLinked="0"/>
          <c:spPr>
            <a:noFill/>
            <a:ln>
              <a:noFill/>
            </a:ln>
          </c:spPr>
          <c:txPr>
            <a:bodyPr/>
            <a:lstStyle/>
            <a:p>
              <a:pPr>
                <a:defRPr sz="1200" b="0" i="0" u="none" strike="noStrik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, </c:separator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#,##0 &quot;@HQ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 &quot;*est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#,##0 "*est"</c:formatCode>
                <c:ptCount val="3"/>
                <c:pt idx="0">
                  <c:v>3.25</c:v>
                </c:pt>
                <c:pt idx="1">
                  <c:v>4.8</c:v>
                </c:pt>
                <c:pt idx="2">
                  <c:v>12.5</c:v>
                </c:pt>
              </c:numCache>
            </c:numRef>
          </c:val>
        </c:ser>
        <c:dLbls>
          <c:numFmt formatCode="#,##0 &quot;*est&quot;" sourceLinked="0"/>
          <c:spPr>
            <a:noFill/>
            <a:ln>
              <a:noFill/>
            </a:ln>
          </c:spPr>
          <c:txPr>
            <a:bodyPr/>
            <a:lstStyle/>
            <a:p>
              <a:pPr>
                <a:defRPr sz="1200" b="0" i="0" u="none" strike="noStrik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, </c:separator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#,##0 &quot;*est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 &quot;net_rev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#,##0 "net_rev"</c:formatCode>
                <c:ptCount val="3"/>
                <c:pt idx="0">
                  <c:v>3.25</c:v>
                </c:pt>
                <c:pt idx="1">
                  <c:v>4.8</c:v>
                </c:pt>
                <c:pt idx="2">
                  <c:v>12.5</c:v>
                </c:pt>
              </c:numCache>
            </c:numRef>
          </c:val>
        </c:ser>
        <c:dLbls>
          <c:numFmt formatCode="#,##0 &quot;net_rev&quot;" sourceLinked="0"/>
          <c:spPr>
            <a:noFill/>
            <a:ln>
              <a:noFill/>
            </a:ln>
          </c:spPr>
          <c:txPr>
            <a:bodyPr/>
            <a:lstStyle/>
            <a:p>
              <a:pPr>
                <a:defRPr sz="1200" b="0" i="0" u="none" strike="noStrik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, </c:separator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#,##0 &quot;net_rev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 &quot;ok?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#,##0 "ok?"</c:formatCode>
                <c:ptCount val="3"/>
                <c:pt idx="0">
                  <c:v>3.25</c:v>
                </c:pt>
                <c:pt idx="1">
                  <c:v>4.8</c:v>
                </c:pt>
                <c:pt idx="2">
                  <c:v>12.5</c:v>
                </c:pt>
              </c:numCache>
            </c:numRef>
          </c:val>
        </c:ser>
        <c:dLbls>
          <c:numFmt formatCode="#,##0 &quot;ok?&quot;" sourceLinked="0"/>
          <c:spPr>
            <a:noFill/>
            <a:ln>
              <a:noFill/>
            </a:ln>
          </c:spPr>
          <c:txPr>
            <a:bodyPr/>
            <a:lstStyle/>
            <a:p>
              <a:pPr>
                <a:defRPr sz="1200" b="0" i="0" u="none" strike="noStrik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, </c:separator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#,##0 &quot;ok?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0.0% &quot;p.a.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0.0% "p.a."</c:formatCode>
                <c:ptCount val="3"/>
                <c:pt idx="0">
                  <c:v>3.25</c:v>
                </c:pt>
                <c:pt idx="1">
                  <c:v>4.8</c:v>
                </c:pt>
                <c:pt idx="2">
                  <c:v>12.5</c:v>
                </c:pt>
              </c:numCache>
            </c:numRef>
          </c:val>
        </c:ser>
        <c:dLbls>
          <c:numFmt formatCode="0.0% &quot;p.a.&quot;" sourceLinked="0"/>
          <c:spPr>
            <a:noFill/>
            <a:ln>
              <a:noFill/>
            </a:ln>
          </c:spPr>
          <c:txPr>
            <a:bodyPr/>
            <a:lstStyle/>
            <a:p>
              <a:pPr>
                <a:defRPr sz="1200" b="0" i="0" u="none" strike="noStrik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, </c:separator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0.0% &quot;p.a.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 (&quot;est)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#,##0 ("est)"</c:formatCode>
                <c:ptCount val="3"/>
                <c:pt idx="0">
                  <c:v>3.25</c:v>
                </c:pt>
                <c:pt idx="1">
                  <c:v>4.8</c:v>
                </c:pt>
                <c:pt idx="2">
                  <c:v>12.5</c:v>
                </c:pt>
              </c:numCache>
            </c:numRef>
          </c:val>
        </c:ser>
        <c:dLbls>
          <c:numFmt formatCode="#,##0 (&quot;est)&quot;" sourceLinked="0"/>
          <c:spPr>
            <a:noFill/>
            <a:ln>
              <a:noFill/>
            </a:ln>
          </c:spPr>
          <c:txPr>
            <a:bodyPr/>
            <a:lstStyle/>
            <a:p>
              <a:pPr>
                <a:defRPr sz="1200" b="0" i="0" u="none" strike="noStrik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, </c:separator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#,##0 (&quot;est)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0 \&quot;&quot;q&quot;\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0 \""q"\"</c:formatCode>
                <c:ptCount val="3"/>
                <c:pt idx="0">
                  <c:v>3.25</c:v>
                </c:pt>
                <c:pt idx="1">
                  <c:v>4.8</c:v>
                </c:pt>
                <c:pt idx="2">
                  <c:v>12.5</c:v>
                </c:pt>
              </c:numCache>
            </c:numRef>
          </c:val>
        </c:ser>
        <c:dLbls>
          <c:numFmt formatCode="0 \&quot;&quot;q&quot;\&quot;" sourceLinked="0"/>
          <c:spPr>
            <a:noFill/>
            <a:ln>
              <a:noFill/>
            </a:ln>
          </c:spPr>
          <c:txPr>
            <a:bodyPr/>
            <a:lstStyle/>
            <a:p>
              <a:pPr>
                <a:defRPr sz="1200" b="0" i="0" u="none" strike="noStrik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, </c:separator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0 \&quot;&quot;q&quot;\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(passed in opf#385)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'/' (Excel's fraction bar) in a unit; failed in opf#387 as 0.0 "m"/"s"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'/' in a prefix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'/' in a longer unit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'E+' (Excel's exponent) in a unit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'@' (Excel's text placeholder)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'*' (Excel's repeat fill)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'_' (Excel's skip-width)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'?' (Excel's digit placeholder)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'%' with a literal '.' after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parentheses around a unit (the '(' stays bare, the rest is quoted)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literal double quotes (written as \" escapes)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Slide" Type="http://schemas.openxmlformats.org/officeDocument/2006/relationships/tags" Target="../tags/opfSlide1.xml"/><Relationship Id="rIdOpfData1" Type="http://schemas.openxmlformats.org/officeDocument/2006/relationships/tags" Target="../tags/opfData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OpfHeading5" Type="http://schemas.openxmlformats.org/officeDocument/2006/relationships/tags" Target="../tags/opfHeading5.xml"/><Relationship Id="rIdOpfSlide" Type="http://schemas.openxmlformats.org/officeDocument/2006/relationships/tags" Target="../tags/opfSlide2.xml"/><Relationship Id="rIdOpfData2" Type="http://schemas.openxmlformats.org/officeDocument/2006/relationships/tags" Target="../tags/opfData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OpfHeading6" Type="http://schemas.openxmlformats.org/officeDocument/2006/relationships/tags" Target="../tags/opfHeading6.xml"/><Relationship Id="rIdOpfSlide" Type="http://schemas.openxmlformats.org/officeDocument/2006/relationships/tags" Target="../tags/opfSlide3.xml"/><Relationship Id="rIdOpfData3" Type="http://schemas.openxmlformats.org/officeDocument/2006/relationships/tags" Target="../tags/opfData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OpfHeading7" Type="http://schemas.openxmlformats.org/officeDocument/2006/relationships/tags" Target="../tags/opfHeading7.xml"/><Relationship Id="rIdOpfSlide" Type="http://schemas.openxmlformats.org/officeDocument/2006/relationships/tags" Target="../tags/opfSlide4.xml"/><Relationship Id="rIdOpfData4" Type="http://schemas.openxmlformats.org/officeDocument/2006/relationships/tags" Target="../tags/opfData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OpfHeading8" Type="http://schemas.openxmlformats.org/officeDocument/2006/relationships/tags" Target="../tags/opfHeading8.xml"/><Relationship Id="rIdOpfSlide" Type="http://schemas.openxmlformats.org/officeDocument/2006/relationships/tags" Target="../tags/opfSlide5.xml"/><Relationship Id="rIdOpfData5" Type="http://schemas.openxmlformats.org/officeDocument/2006/relationships/tags" Target="../tags/opfData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OpfHeading9" Type="http://schemas.openxmlformats.org/officeDocument/2006/relationships/tags" Target="../tags/opfHeading9.xml"/><Relationship Id="rIdOpfSlide" Type="http://schemas.openxmlformats.org/officeDocument/2006/relationships/tags" Target="../tags/opfSlide6.xml"/><Relationship Id="rIdOpfData6" Type="http://schemas.openxmlformats.org/officeDocument/2006/relationships/tags" Target="../tags/opfData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OpfHeading10" Type="http://schemas.openxmlformats.org/officeDocument/2006/relationships/tags" Target="../tags/opfHeading10.xml"/><Relationship Id="rIdOpfSlide" Type="http://schemas.openxmlformats.org/officeDocument/2006/relationships/tags" Target="../tags/opfSlide7.xml"/><Relationship Id="rIdOpfData7" Type="http://schemas.openxmlformats.org/officeDocument/2006/relationships/tags" Target="../tags/opfData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OpfHeading11" Type="http://schemas.openxmlformats.org/officeDocument/2006/relationships/tags" Target="../tags/opfHeading11.xml"/><Relationship Id="rIdOpfSlide" Type="http://schemas.openxmlformats.org/officeDocument/2006/relationships/tags" Target="../tags/opfSlide8.xml"/><Relationship Id="rIdOpfData8" Type="http://schemas.openxmlformats.org/officeDocument/2006/relationships/tags" Target="../tags/opfData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OpfHeading12" Type="http://schemas.openxmlformats.org/officeDocument/2006/relationships/tags" Target="../tags/opfHeading12.xml"/><Relationship Id="rIdOpfSlide" Type="http://schemas.openxmlformats.org/officeDocument/2006/relationships/tags" Target="../tags/opfSlide9.xml"/><Relationship Id="rIdOpfData9" Type="http://schemas.openxmlformats.org/officeDocument/2006/relationships/tags" Target="../tags/opfData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OpfHeading2" Type="http://schemas.openxmlformats.org/officeDocument/2006/relationships/tags" Target="../tags/opfHeading2.xml"/><Relationship Id="rIdOpfSlide" Type="http://schemas.openxmlformats.org/officeDocument/2006/relationships/tags" Target="../tags/opfSlide10.xml"/><Relationship Id="rIdOpfData10" Type="http://schemas.openxmlformats.org/officeDocument/2006/relationships/tags" Target="../tags/opfData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OpfHeading3" Type="http://schemas.openxmlformats.org/officeDocument/2006/relationships/tags" Target="../tags/opfHeading3.xml"/><Relationship Id="rIdOpfSlide" Type="http://schemas.openxmlformats.org/officeDocument/2006/relationships/tags" Target="../tags/opfSlide11.xml"/><Relationship Id="rIdOpfData11" Type="http://schemas.openxmlformats.org/officeDocument/2006/relationships/tags" Target="../tags/opfData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OpfHeading4" Type="http://schemas.openxmlformats.org/officeDocument/2006/relationships/tags" Target="../tags/opfHeading4.xml"/><Relationship Id="rIdOpfSlide" Type="http://schemas.openxmlformats.org/officeDocument/2006/relationships/tags" Target="../tags/opfSlide12.xml"/><Relationship Id="rIdOpfData12" Type="http://schemas.openxmlformats.org/officeDocument/2006/relationships/tags" Target="../tags/opfData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1. $#,##0.0</a:t>
            </a:r>
            <a:endParaRPr lang="en-US" sz="4050" dirty="0"/>
          </a:p>
        </p:txBody>
      </p:sp>
      <p:graphicFrame>
        <p:nvGraphicFramePr>
          <p:cNvPr id="3" name="OPF chart 1" descr=""/>
          <p:cNvGraphicFramePr/>
          <p:nvPr>
            <p:custDataLst>
              <p:tags r:id="rIdOpfData1"/>
            </p:custDataLst>
          </p:nvPr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OpfHeading5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2. 0.0 m/s</a:t>
            </a:r>
            <a:endParaRPr lang="en-US" sz="4050" dirty="0"/>
          </a:p>
        </p:txBody>
      </p:sp>
      <p:graphicFrame>
        <p:nvGraphicFramePr>
          <p:cNvPr id="3" name="OPF chart 2" descr=""/>
          <p:cNvGraphicFramePr/>
          <p:nvPr>
            <p:custDataLst>
              <p:tags r:id="rIdOpfData2"/>
            </p:custDataLst>
          </p:nvPr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OpfHeading6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3. km/h 0</a:t>
            </a:r>
            <a:endParaRPr lang="en-US" sz="4050" dirty="0"/>
          </a:p>
        </p:txBody>
      </p:sp>
      <p:graphicFrame>
        <p:nvGraphicFramePr>
          <p:cNvPr id="3" name="OPF chart 3" descr=""/>
          <p:cNvGraphicFramePr/>
          <p:nvPr>
            <p:custDataLst>
              <p:tags r:id="rIdOpfData3"/>
            </p:custDataLst>
          </p:nvPr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OpfHeading7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4. #,##0 items/day</a:t>
            </a:r>
            <a:endParaRPr lang="en-US" sz="4050" dirty="0"/>
          </a:p>
        </p:txBody>
      </p:sp>
      <p:graphicFrame>
        <p:nvGraphicFramePr>
          <p:cNvPr id="3" name="OPF chart 4" descr=""/>
          <p:cNvGraphicFramePr/>
          <p:nvPr>
            <p:custDataLst>
              <p:tags r:id="rIdOpfData4"/>
            </p:custDataLst>
          </p:nvPr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OpfHeading8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5. 0.0 E+3 m</a:t>
            </a:r>
            <a:endParaRPr lang="en-US" sz="4050" dirty="0"/>
          </a:p>
        </p:txBody>
      </p:sp>
      <p:graphicFrame>
        <p:nvGraphicFramePr>
          <p:cNvPr id="3" name="OPF chart 5" descr=""/>
          <p:cNvGraphicFramePr/>
          <p:nvPr>
            <p:custDataLst>
              <p:tags r:id="rIdOpfData5"/>
            </p:custDataLst>
          </p:nvPr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OpfHeading9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6. #,##0 @HQ</a:t>
            </a:r>
            <a:endParaRPr lang="en-US" sz="4050" dirty="0"/>
          </a:p>
        </p:txBody>
      </p:sp>
      <p:graphicFrame>
        <p:nvGraphicFramePr>
          <p:cNvPr id="3" name="OPF chart 6" descr=""/>
          <p:cNvGraphicFramePr/>
          <p:nvPr>
            <p:custDataLst>
              <p:tags r:id="rIdOpfData6"/>
            </p:custDataLst>
          </p:nvPr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6.title line 0"/>
          <p:cNvSpPr/>
          <p:nvPr>
            <p:custDataLst>
              <p:tags r:id="rIdOpfHeading10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7. #,##0 *est</a:t>
            </a:r>
            <a:endParaRPr lang="en-US" sz="4050" dirty="0"/>
          </a:p>
        </p:txBody>
      </p:sp>
      <p:graphicFrame>
        <p:nvGraphicFramePr>
          <p:cNvPr id="3" name="OPF chart 7" descr=""/>
          <p:cNvGraphicFramePr/>
          <p:nvPr>
            <p:custDataLst>
              <p:tags r:id="rIdOpfData7"/>
            </p:custDataLst>
          </p:nvPr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7.title line 0"/>
          <p:cNvSpPr/>
          <p:nvPr>
            <p:custDataLst>
              <p:tags r:id="rIdOpfHeading1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8. #,##0 net_rev</a:t>
            </a:r>
            <a:endParaRPr lang="en-US" sz="4050" dirty="0"/>
          </a:p>
        </p:txBody>
      </p:sp>
      <p:graphicFrame>
        <p:nvGraphicFramePr>
          <p:cNvPr id="3" name="OPF chart 8" descr=""/>
          <p:cNvGraphicFramePr/>
          <p:nvPr>
            <p:custDataLst>
              <p:tags r:id="rIdOpfData8"/>
            </p:custDataLst>
          </p:nvPr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8.title line 0"/>
          <p:cNvSpPr/>
          <p:nvPr>
            <p:custDataLst>
              <p:tags r:id="rIdOpfHeading1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9. #,##0 ok?</a:t>
            </a:r>
            <a:endParaRPr lang="en-US" sz="4050" dirty="0"/>
          </a:p>
        </p:txBody>
      </p:sp>
      <p:graphicFrame>
        <p:nvGraphicFramePr>
          <p:cNvPr id="3" name="OPF chart 9" descr=""/>
          <p:cNvGraphicFramePr/>
          <p:nvPr>
            <p:custDataLst>
              <p:tags r:id="rIdOpfData9"/>
            </p:custDataLst>
          </p:nvPr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9.title line 0"/>
          <p:cNvSpPr/>
          <p:nvPr>
            <p:custDataLst>
              <p:tags r:id="rIdOpfHeading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10. 0.0% p.a.</a:t>
            </a:r>
            <a:endParaRPr lang="en-US" sz="4050" dirty="0"/>
          </a:p>
        </p:txBody>
      </p:sp>
      <p:graphicFrame>
        <p:nvGraphicFramePr>
          <p:cNvPr id="3" name="OPF chart 10" descr=""/>
          <p:cNvGraphicFramePr/>
          <p:nvPr>
            <p:custDataLst>
              <p:tags r:id="rIdOpfData10"/>
            </p:custDataLst>
          </p:nvPr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0.title line 0"/>
          <p:cNvSpPr/>
          <p:nvPr>
            <p:custDataLst>
              <p:tags r:id="rIdOpfHeading3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11. #,##0 (est)</a:t>
            </a:r>
            <a:endParaRPr lang="en-US" sz="4050" dirty="0"/>
          </a:p>
        </p:txBody>
      </p:sp>
      <p:graphicFrame>
        <p:nvGraphicFramePr>
          <p:cNvPr id="3" name="OPF chart 11" descr=""/>
          <p:cNvGraphicFramePr/>
          <p:nvPr>
            <p:custDataLst>
              <p:tags r:id="rIdOpfData11"/>
            </p:custDataLst>
          </p:nvPr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1.title line 0"/>
          <p:cNvSpPr/>
          <p:nvPr>
            <p:custDataLst>
              <p:tags r:id="rIdOpfHeading4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12. 0 "q"</a:t>
            </a:r>
            <a:endParaRPr lang="en-US" sz="4050" dirty="0"/>
          </a:p>
        </p:txBody>
      </p:sp>
      <p:graphicFrame>
        <p:nvGraphicFramePr>
          <p:cNvPr id="3" name="OPF chart 12" descr=""/>
          <p:cNvGraphicFramePr/>
          <p:nvPr>
            <p:custDataLst>
              <p:tags r:id="rIdOpfData12"/>
            </p:custDataLst>
          </p:nvPr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tags/opfData1.xml><?xml version="1.0" encoding="utf-8"?>
<p:tagLst xmlns:p="http://schemas.openxmlformats.org/presentationml/2006/main">
  <p:tag name="OPF_DATA_V1" val="7B2276223A312C226B696E64223A226368617274222C2264617461223A7B22636F6C756D6E73223A5B224974656D222C7B226E616D65223A2256616C7565222C22666F726D6174223A2224232C2323302E30227D5D2C22726F7773223A5B5B2261222C332E32355D2C5B2262222C342E385D2C5B2263222C31322E355D5D7D2C2265766964656E6365223A5B2238353364643764373165376666336239225D7D"/>
</p:tagLst>
</file>

<file path=ppt/tags/opfData2.xml><?xml version="1.0" encoding="utf-8"?>
<p:tagLst xmlns:p="http://schemas.openxmlformats.org/presentationml/2006/main">
  <p:tag name="OPF_DATA_V1" val="7B2276223A312C226B696E64223A226368617274222C2264617461223A7B22636F6C756D6E73223A5B224974656D222C7B226E616D65223A2256616C7565222C22666F726D6174223A22302E30206D2F73227D5D2C22726F7773223A5B5B2261222C332E32355D2C5B2262222C342E385D2C5B2263222C31322E355D5D7D2C2265766964656E6365223A5B2235336538636162646134353661666162225D7D"/>
</p:tagLst>
</file>

<file path=ppt/tags/opfData3.xml><?xml version="1.0" encoding="utf-8"?>
<p:tagLst xmlns:p="http://schemas.openxmlformats.org/presentationml/2006/main">
  <p:tag name="OPF_DATA_V1" val="7B2276223A312C226B696E64223A226368617274222C2264617461223A7B22636F6C756D6E73223A5B224974656D222C7B226E616D65223A2256616C7565222C22666F726D6174223A226B6D2F682030227D5D2C22726F7773223A5B5B2261222C332E32355D2C5B2262222C342E385D2C5B2263222C31322E355D5D7D2C2265766964656E6365223A5B2231656562656238613139643161313330225D7D"/>
</p:tagLst>
</file>

<file path=ppt/tags/opfData4.xml><?xml version="1.0" encoding="utf-8"?>
<p:tagLst xmlns:p="http://schemas.openxmlformats.org/presentationml/2006/main">
  <p:tag name="OPF_DATA_V1" val="7B2276223A312C226B696E64223A226368617274222C2264617461223A7B22636F6C756D6E73223A5B224974656D222C7B226E616D65223A2256616C7565222C22666F726D6174223A22232C232330206974656D732F646179227D5D2C22726F7773223A5B5B2261222C332E32355D2C5B2262222C342E385D2C5B2263222C31322E355D5D7D2C2265766964656E6365223A5B2231346536643665383465623439303462225D7D"/>
</p:tagLst>
</file>

<file path=ppt/tags/opfData5.xml><?xml version="1.0" encoding="utf-8"?>
<p:tagLst xmlns:p="http://schemas.openxmlformats.org/presentationml/2006/main">
  <p:tag name="OPF_DATA_V1" val="7B2276223A312C226B696E64223A226368617274222C2264617461223A7B22636F6C756D6E73223A5B224974656D222C7B226E616D65223A2256616C7565222C22666F726D6174223A22302E3020452B33206D227D5D2C22726F7773223A5B5B2261222C332E32355D2C5B2262222C342E385D2C5B2263222C31322E355D5D7D2C2265766964656E6365223A5B2266633833336435323565383936636630225D7D"/>
</p:tagLst>
</file>

<file path=ppt/tags/opfData6.xml><?xml version="1.0" encoding="utf-8"?>
<p:tagLst xmlns:p="http://schemas.openxmlformats.org/presentationml/2006/main">
  <p:tag name="OPF_DATA_V1" val="7B2276223A312C226B696E64223A226368617274222C2264617461223A7B22636F6C756D6E73223A5B224974656D222C7B226E616D65223A2256616C7565222C22666F726D6174223A22232C23233020404851227D5D2C22726F7773223A5B5B2261222C332E32355D2C5B2262222C342E385D2C5B2263222C31322E355D5D7D2C2265766964656E6365223A5B2263363032326665623730373336393630225D7D"/>
</p:tagLst>
</file>

<file path=ppt/tags/opfData7.xml><?xml version="1.0" encoding="utf-8"?>
<p:tagLst xmlns:p="http://schemas.openxmlformats.org/presentationml/2006/main">
  <p:tag name="OPF_DATA_V1" val="7B2276223A312C226B696E64223A226368617274222C2264617461223A7B22636F6C756D6E73223A5B224974656D222C7B226E616D65223A2256616C7565222C22666F726D6174223A22232C232330202A657374227D5D2C22726F7773223A5B5B2261222C332E32355D2C5B2262222C342E385D2C5B2263222C31322E355D5D7D2C2265766964656E6365223A5B2236663566366462643930326565646530225D7D"/>
</p:tagLst>
</file>

<file path=ppt/tags/opfData8.xml><?xml version="1.0" encoding="utf-8"?>
<p:tagLst xmlns:p="http://schemas.openxmlformats.org/presentationml/2006/main">
  <p:tag name="OPF_DATA_V1" val="7B2276223A312C226B696E64223A226368617274222C2264617461223A7B22636F6C756D6E73223A5B224974656D222C7B226E616D65223A2256616C7565222C22666F726D6174223A22232C232330206E65745F726576227D5D2C22726F7773223A5B5B2261222C332E32355D2C5B2262222C342E385D2C5B2263222C31322E355D5D7D2C2265766964656E6365223A5B2264313964656563326262663234663039225D7D"/>
</p:tagLst>
</file>

<file path=ppt/tags/opfData9.xml><?xml version="1.0" encoding="utf-8"?>
<p:tagLst xmlns:p="http://schemas.openxmlformats.org/presentationml/2006/main">
  <p:tag name="OPF_DATA_V1" val="7B2276223A312C226B696E64223A226368617274222C2264617461223A7B22636F6C756D6E73223A5B224974656D222C7B226E616D65223A2256616C7565222C22666F726D6174223A22232C232330206F6B3F227D5D2C22726F7773223A5B5B2261222C332E32355D2C5B2262222C342E385D2C5B2263222C31322E355D5D7D2C2265766964656E6365223A5B2261353838343765643637316135663161225D7D"/>
</p:tagLst>
</file>

<file path=ppt/tags/opfData10.xml><?xml version="1.0" encoding="utf-8"?>
<p:tagLst xmlns:p="http://schemas.openxmlformats.org/presentationml/2006/main">
  <p:tag name="OPF_DATA_V1" val="7B2276223A312C226B696E64223A226368617274222C2264617461223A7B22636F6C756D6E73223A5B224974656D222C7B226E616D65223A2256616C7565222C22666F726D6174223A22302E302520702E612E227D5D2C22726F7773223A5B5B2261222C332E32355D2C5B2262222C342E385D2C5B2263222C31322E355D5D7D2C2265766964656E6365223A5B2235623562306565656164336464646131225D7D"/>
</p:tagLst>
</file>

<file path=ppt/tags/opfData11.xml><?xml version="1.0" encoding="utf-8"?>
<p:tagLst xmlns:p="http://schemas.openxmlformats.org/presentationml/2006/main">
  <p:tag name="OPF_DATA_V1" val="7B2276223A312C226B696E64223A226368617274222C2264617461223A7B22636F6C756D6E73223A5B224974656D222C7B226E616D65223A2256616C7565222C22666F726D6174223A22232C232330202865737429227D5D2C22726F7773223A5B5B2261222C332E32355D2C5B2262222C342E385D2C5B2263222C31322E355D5D7D2C2265766964656E6365223A5B2261323736653939343264376463643238225D7D"/>
</p:tagLst>
</file>

<file path=ppt/tags/opfData12.xml><?xml version="1.0" encoding="utf-8"?>
<p:tagLst xmlns:p="http://schemas.openxmlformats.org/presentationml/2006/main">
  <p:tag name="OPF_DATA_V1" val="7B2276223A312C226B696E64223A226368617274222C2264617461223A7B22636F6C756D6E73223A5B224974656D222C7B226E616D65223A2256616C7565222C22666F726D6174223A2230205C22715C22227D5D2C22726F7773223A5B5B2261222C332E32355D2C5B2262222C342E385D2C5B2263222C31322E355D5D7D2C2265766964656E6365223A5B2263393464336636663262306135633038225D7D"/>
</p:tagLst>
</file>

<file path=ppt/tags/opfDocument.xml><?xml version="1.0" encoding="utf-8"?>
<p:tagLst xmlns:p="http://schemas.openxmlformats.org/presentationml/2006/main">
  <p:tag name="OPF_DOCUMENT_V1" val="7B2276223A312C22736C69646573223A3132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9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1302E7469746C65222C226669656C64223A227469746C65222C226C696E65223A302C22636F756E74223A312C22626F756E64617279223A22656E64222C22736570617261746F72223A22227D"/>
</p:tagLst>
</file>

<file path=ppt/tags/opfHeading4.xml><?xml version="1.0" encoding="utf-8"?>
<p:tagLst xmlns:p="http://schemas.openxmlformats.org/presentationml/2006/main">
  <p:tag name="OPF_HEADING_V1" val="7B2276223A312C2267726F7570223A22736C696465732E31312E7469746C65222C226669656C64223A227469746C65222C226C696E65223A302C22636F756E74223A312C22626F756E64617279223A22656E64222C22736570617261746F72223A22227D"/>
</p:tagLst>
</file>

<file path=ppt/tags/opfHeading5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6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Heading7.xml><?xml version="1.0" encoding="utf-8"?>
<p:tagLst xmlns:p="http://schemas.openxmlformats.org/presentationml/2006/main">
  <p:tag name="OPF_HEADING_V1" val="7B2276223A312C2267726F7570223A22736C696465732E332E7469746C65222C226669656C64223A227469746C65222C226C696E65223A302C22636F756E74223A312C22626F756E64617279223A22656E64222C22736570617261746F72223A22227D"/>
</p:tagLst>
</file>

<file path=ppt/tags/opfHeading8.xml><?xml version="1.0" encoding="utf-8"?>
<p:tagLst xmlns:p="http://schemas.openxmlformats.org/presentationml/2006/main">
  <p:tag name="OPF_HEADING_V1" val="7B2276223A312C2267726F7570223A22736C696465732E342E7469746C65222C226669656C64223A227469746C65222C226C696E65223A302C22636F756E74223A312C22626F756E64617279223A22656E64222C22736570617261746F72223A22227D"/>
</p:tagLst>
</file>

<file path=ppt/tags/opfHeading9.xml><?xml version="1.0" encoding="utf-8"?>
<p:tagLst xmlns:p="http://schemas.openxmlformats.org/presentationml/2006/main">
  <p:tag name="OPF_HEADING_V1" val="7B2276223A312C2267726F7570223A22736C696465732E352E7469746C65222C226669656C64223A227469746C65222C226C696E65223A302C22636F756E74223A312C22626F756E64617279223A22656E64222C22736570617261746F72223A22227D"/>
</p:tagLst>
</file>

<file path=ppt/tags/opfHeading10.xml><?xml version="1.0" encoding="utf-8"?>
<p:tagLst xmlns:p="http://schemas.openxmlformats.org/presentationml/2006/main">
  <p:tag name="OPF_HEADING_V1" val="7B2276223A312C2267726F7570223A22736C696465732E362E7469746C65222C226669656C64223A227469746C65222C226C696E65223A302C22636F756E74223A312C22626F756E64617279223A22656E64222C22736570617261746F72223A22227D"/>
</p:tagLst>
</file>

<file path=ppt/tags/opfHeading11.xml><?xml version="1.0" encoding="utf-8"?>
<p:tagLst xmlns:p="http://schemas.openxmlformats.org/presentationml/2006/main">
  <p:tag name="OPF_HEADING_V1" val="7B2276223A312C2267726F7570223A22736C696465732E372E7469746C65222C226669656C64223A227469746C65222C226C696E65223A302C22636F756E74223A312C22626F756E64617279223A22656E64222C22736570617261746F72223A22227D"/>
</p:tagLst>
</file>

<file path=ppt/tags/opfHeading12.xml><?xml version="1.0" encoding="utf-8"?>
<p:tagLst xmlns:p="http://schemas.openxmlformats.org/presentationml/2006/main">
  <p:tag name="OPF_HEADING_V1" val="7B2276223A312C2267726F7570223A22736C696465732E382E7469746C65222C226669656C64223A227469746C65222C226C696E65223A302C22636F756E74223A312C22626F756E64617279223A22656E64222C22736570617261746F72223A2222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ags/opfSlide2.xml><?xml version="1.0" encoding="utf-8"?>
<p:tagLst xmlns:p="http://schemas.openxmlformats.org/presentationml/2006/main">
  <p:tag name="OPF_SLIDE_V1" val="7B2276223A312C22736C696465223A31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ags/opfSlide3.xml><?xml version="1.0" encoding="utf-8"?>
<p:tagLst xmlns:p="http://schemas.openxmlformats.org/presentationml/2006/main">
  <p:tag name="OPF_SLIDE_V1" val="7B2276223A312C22736C696465223A32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ags/opfSlide4.xml><?xml version="1.0" encoding="utf-8"?>
<p:tagLst xmlns:p="http://schemas.openxmlformats.org/presentationml/2006/main">
  <p:tag name="OPF_SLIDE_V1" val="7B2276223A312C22736C696465223A33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ags/opfSlide5.xml><?xml version="1.0" encoding="utf-8"?>
<p:tagLst xmlns:p="http://schemas.openxmlformats.org/presentationml/2006/main">
  <p:tag name="OPF_SLIDE_V1" val="7B2276223A312C22736C696465223A34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ags/opfSlide6.xml><?xml version="1.0" encoding="utf-8"?>
<p:tagLst xmlns:p="http://schemas.openxmlformats.org/presentationml/2006/main">
  <p:tag name="OPF_SLIDE_V1" val="7B2276223A312C22736C696465223A35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ags/opfSlide7.xml><?xml version="1.0" encoding="utf-8"?>
<p:tagLst xmlns:p="http://schemas.openxmlformats.org/presentationml/2006/main">
  <p:tag name="OPF_SLIDE_V1" val="7B2276223A312C22736C696465223A36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ags/opfSlide8.xml><?xml version="1.0" encoding="utf-8"?>
<p:tagLst xmlns:p="http://schemas.openxmlformats.org/presentationml/2006/main">
  <p:tag name="OPF_SLIDE_V1" val="7B2276223A312C22736C696465223A37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ags/opfSlide9.xml><?xml version="1.0" encoding="utf-8"?>
<p:tagLst xmlns:p="http://schemas.openxmlformats.org/presentationml/2006/main">
  <p:tag name="OPF_SLIDE_V1" val="7B2276223A312C22736C696465223A38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ags/opfSlide10.xml><?xml version="1.0" encoding="utf-8"?>
<p:tagLst xmlns:p="http://schemas.openxmlformats.org/presentationml/2006/main">
  <p:tag name="OPF_SLIDE_V1" val="7B2276223A312C22736C696465223A39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ags/opfSlide11.xml><?xml version="1.0" encoding="utf-8"?>
<p:tagLst xmlns:p="http://schemas.openxmlformats.org/presentationml/2006/main">
  <p:tag name="OPF_SLIDE_V1" val="7B2276223A312C22736C696465223A3130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ags/opfSlide12.xml><?xml version="1.0" encoding="utf-8"?>
<p:tagLst xmlns:p="http://schemas.openxmlformats.org/presentationml/2006/main">
  <p:tag name="OPF_SLIDE_V1" val="7B2276223A312C22736C696465223A3131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Cool Horiz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Cool Horiz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Office Theme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RR-54 slash probe</dc:title>
  <dc:subject/>
  <dc:creator>OpenPresentation</dc:creator>
  <cp:lastModifiedBy>OpenPresentation</cp:lastModifiedBy>
  <cp:revision>1</cp:revision>
  <dcterms:created xsi:type="dcterms:W3CDTF">2026-10-05T00:00:00Z</dcterms:created>
  <dcterms:modified xsi:type="dcterms:W3CDTF">2026-10-05T00:00:00Z</dcterms:modified>
</cp:coreProperties>
</file>